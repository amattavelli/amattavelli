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Stile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94660"/>
  </p:normalViewPr>
  <p:slideViewPr>
    <p:cSldViewPr snapToGrid="0">
      <p:cViewPr>
        <p:scale>
          <a:sx n="150" d="100"/>
          <a:sy n="150" d="100"/>
        </p:scale>
        <p:origin x="87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andro Mattavelli" userId="97830dc9-03e2-45e9-8ee9-cde22f5ec886" providerId="ADAL" clId="{D4D29848-E920-4685-85E2-AEA87F0B1C46}"/>
    <pc:docChg chg="custSel modSld">
      <pc:chgData name="Alessandro Mattavelli" userId="97830dc9-03e2-45e9-8ee9-cde22f5ec886" providerId="ADAL" clId="{D4D29848-E920-4685-85E2-AEA87F0B1C46}" dt="2026-01-18T17:14:30.157" v="350" actId="20577"/>
      <pc:docMkLst>
        <pc:docMk/>
      </pc:docMkLst>
      <pc:sldChg chg="addSp delSp modSp mod">
        <pc:chgData name="Alessandro Mattavelli" userId="97830dc9-03e2-45e9-8ee9-cde22f5ec886" providerId="ADAL" clId="{D4D29848-E920-4685-85E2-AEA87F0B1C46}" dt="2026-01-18T17:14:30.157" v="350" actId="20577"/>
        <pc:sldMkLst>
          <pc:docMk/>
          <pc:sldMk cId="2736424712" sldId="256"/>
        </pc:sldMkLst>
        <pc:spChg chg="add mod">
          <ac:chgData name="Alessandro Mattavelli" userId="97830dc9-03e2-45e9-8ee9-cde22f5ec886" providerId="ADAL" clId="{D4D29848-E920-4685-85E2-AEA87F0B1C46}" dt="2026-01-17T16:37:12.109" v="18" actId="1076"/>
          <ac:spMkLst>
            <pc:docMk/>
            <pc:sldMk cId="2736424712" sldId="256"/>
            <ac:spMk id="2" creationId="{854606CB-9FE8-8A65-27A1-0D11EFFE1BC4}"/>
          </ac:spMkLst>
        </pc:spChg>
        <pc:spChg chg="add mod">
          <ac:chgData name="Alessandro Mattavelli" userId="97830dc9-03e2-45e9-8ee9-cde22f5ec886" providerId="ADAL" clId="{D4D29848-E920-4685-85E2-AEA87F0B1C46}" dt="2026-01-17T16:54:07.738" v="274" actId="20577"/>
          <ac:spMkLst>
            <pc:docMk/>
            <pc:sldMk cId="2736424712" sldId="256"/>
            <ac:spMk id="3" creationId="{4305CB79-2870-7C37-198E-4FBAC8D9ABB3}"/>
          </ac:spMkLst>
        </pc:spChg>
        <pc:spChg chg="mod">
          <ac:chgData name="Alessandro Mattavelli" userId="97830dc9-03e2-45e9-8ee9-cde22f5ec886" providerId="ADAL" clId="{D4D29848-E920-4685-85E2-AEA87F0B1C46}" dt="2026-01-17T16:38:48.213" v="23" actId="1076"/>
          <ac:spMkLst>
            <pc:docMk/>
            <pc:sldMk cId="2736424712" sldId="256"/>
            <ac:spMk id="4" creationId="{95B25B5E-EE59-7259-5CF8-67A6B5EB79B5}"/>
          </ac:spMkLst>
        </pc:spChg>
        <pc:spChg chg="mod">
          <ac:chgData name="Alessandro Mattavelli" userId="97830dc9-03e2-45e9-8ee9-cde22f5ec886" providerId="ADAL" clId="{D4D29848-E920-4685-85E2-AEA87F0B1C46}" dt="2026-01-18T17:14:11.307" v="328" actId="20577"/>
          <ac:spMkLst>
            <pc:docMk/>
            <pc:sldMk cId="2736424712" sldId="256"/>
            <ac:spMk id="5" creationId="{FEEE8BE3-EB09-4499-0D0B-8AAC53587A3F}"/>
          </ac:spMkLst>
        </pc:spChg>
        <pc:spChg chg="mod">
          <ac:chgData name="Alessandro Mattavelli" userId="97830dc9-03e2-45e9-8ee9-cde22f5ec886" providerId="ADAL" clId="{D4D29848-E920-4685-85E2-AEA87F0B1C46}" dt="2026-01-17T16:54:22.946" v="276" actId="14100"/>
          <ac:spMkLst>
            <pc:docMk/>
            <pc:sldMk cId="2736424712" sldId="256"/>
            <ac:spMk id="9" creationId="{496307A8-3408-F9C4-4ABE-03BE1C318CFC}"/>
          </ac:spMkLst>
        </pc:spChg>
        <pc:spChg chg="mod">
          <ac:chgData name="Alessandro Mattavelli" userId="97830dc9-03e2-45e9-8ee9-cde22f5ec886" providerId="ADAL" clId="{D4D29848-E920-4685-85E2-AEA87F0B1C46}" dt="2026-01-17T16:38:48.213" v="23" actId="1076"/>
          <ac:spMkLst>
            <pc:docMk/>
            <pc:sldMk cId="2736424712" sldId="256"/>
            <ac:spMk id="15" creationId="{37973D84-2B1B-0B2D-E492-66D1787EFF72}"/>
          </ac:spMkLst>
        </pc:spChg>
        <pc:spChg chg="add mod">
          <ac:chgData name="Alessandro Mattavelli" userId="97830dc9-03e2-45e9-8ee9-cde22f5ec886" providerId="ADAL" clId="{D4D29848-E920-4685-85E2-AEA87F0B1C46}" dt="2026-01-17T16:37:22.725" v="20" actId="1076"/>
          <ac:spMkLst>
            <pc:docMk/>
            <pc:sldMk cId="2736424712" sldId="256"/>
            <ac:spMk id="19" creationId="{4FB2BB80-A8DA-923F-8B4C-47959A87099A}"/>
          </ac:spMkLst>
        </pc:spChg>
        <pc:spChg chg="mod">
          <ac:chgData name="Alessandro Mattavelli" userId="97830dc9-03e2-45e9-8ee9-cde22f5ec886" providerId="ADAL" clId="{D4D29848-E920-4685-85E2-AEA87F0B1C46}" dt="2026-01-17T16:38:48.213" v="23" actId="1076"/>
          <ac:spMkLst>
            <pc:docMk/>
            <pc:sldMk cId="2736424712" sldId="256"/>
            <ac:spMk id="20" creationId="{63C72AE7-EDF5-C178-3442-D8AC69E7A136}"/>
          </ac:spMkLst>
        </pc:spChg>
        <pc:spChg chg="mod">
          <ac:chgData name="Alessandro Mattavelli" userId="97830dc9-03e2-45e9-8ee9-cde22f5ec886" providerId="ADAL" clId="{D4D29848-E920-4685-85E2-AEA87F0B1C46}" dt="2026-01-17T16:38:48.213" v="23" actId="1076"/>
          <ac:spMkLst>
            <pc:docMk/>
            <pc:sldMk cId="2736424712" sldId="256"/>
            <ac:spMk id="27" creationId="{07D46500-8A1E-43FA-8B97-F17AF025229C}"/>
          </ac:spMkLst>
        </pc:spChg>
        <pc:spChg chg="mod">
          <ac:chgData name="Alessandro Mattavelli" userId="97830dc9-03e2-45e9-8ee9-cde22f5ec886" providerId="ADAL" clId="{D4D29848-E920-4685-85E2-AEA87F0B1C46}" dt="2026-01-17T16:35:41.064" v="3" actId="1076"/>
          <ac:spMkLst>
            <pc:docMk/>
            <pc:sldMk cId="2736424712" sldId="256"/>
            <ac:spMk id="28" creationId="{149CF9FE-B44B-5DCB-6C1F-7AC6A8320E72}"/>
          </ac:spMkLst>
        </pc:spChg>
        <pc:spChg chg="add mod">
          <ac:chgData name="Alessandro Mattavelli" userId="97830dc9-03e2-45e9-8ee9-cde22f5ec886" providerId="ADAL" clId="{D4D29848-E920-4685-85E2-AEA87F0B1C46}" dt="2026-01-18T17:14:30.157" v="350" actId="20577"/>
          <ac:spMkLst>
            <pc:docMk/>
            <pc:sldMk cId="2736424712" sldId="256"/>
            <ac:spMk id="30" creationId="{F4059EA2-F058-4C1C-A057-8EDA11676B3C}"/>
          </ac:spMkLst>
        </pc:spChg>
        <pc:spChg chg="mod">
          <ac:chgData name="Alessandro Mattavelli" userId="97830dc9-03e2-45e9-8ee9-cde22f5ec886" providerId="ADAL" clId="{D4D29848-E920-4685-85E2-AEA87F0B1C46}" dt="2026-01-17T16:38:48.213" v="23" actId="1076"/>
          <ac:spMkLst>
            <pc:docMk/>
            <pc:sldMk cId="2736424712" sldId="256"/>
            <ac:spMk id="37" creationId="{EEDF6C87-2A7D-0D07-2857-D7465A480549}"/>
          </ac:spMkLst>
        </pc:spChg>
        <pc:spChg chg="mod">
          <ac:chgData name="Alessandro Mattavelli" userId="97830dc9-03e2-45e9-8ee9-cde22f5ec886" providerId="ADAL" clId="{D4D29848-E920-4685-85E2-AEA87F0B1C46}" dt="2026-01-17T16:38:48.213" v="23" actId="1076"/>
          <ac:spMkLst>
            <pc:docMk/>
            <pc:sldMk cId="2736424712" sldId="256"/>
            <ac:spMk id="51" creationId="{398ACFEC-3E6D-B79F-0F42-2DC15427AAFB}"/>
          </ac:spMkLst>
        </pc:spChg>
        <pc:spChg chg="mod">
          <ac:chgData name="Alessandro Mattavelli" userId="97830dc9-03e2-45e9-8ee9-cde22f5ec886" providerId="ADAL" clId="{D4D29848-E920-4685-85E2-AEA87F0B1C46}" dt="2026-01-17T16:38:48.213" v="23" actId="1076"/>
          <ac:spMkLst>
            <pc:docMk/>
            <pc:sldMk cId="2736424712" sldId="256"/>
            <ac:spMk id="56" creationId="{0822839A-C4D5-BE77-8DFC-E4D5A656FB68}"/>
          </ac:spMkLst>
        </pc:spChg>
        <pc:spChg chg="mod">
          <ac:chgData name="Alessandro Mattavelli" userId="97830dc9-03e2-45e9-8ee9-cde22f5ec886" providerId="ADAL" clId="{D4D29848-E920-4685-85E2-AEA87F0B1C46}" dt="2026-01-17T16:40:10.080" v="24" actId="14100"/>
          <ac:spMkLst>
            <pc:docMk/>
            <pc:sldMk cId="2736424712" sldId="256"/>
            <ac:spMk id="62" creationId="{056AF0BE-48CD-FF1D-698C-4F67728B37B0}"/>
          </ac:spMkLst>
        </pc:spChg>
        <pc:spChg chg="mod">
          <ac:chgData name="Alessandro Mattavelli" userId="97830dc9-03e2-45e9-8ee9-cde22f5ec886" providerId="ADAL" clId="{D4D29848-E920-4685-85E2-AEA87F0B1C46}" dt="2026-01-17T16:40:13.174" v="25" actId="14100"/>
          <ac:spMkLst>
            <pc:docMk/>
            <pc:sldMk cId="2736424712" sldId="256"/>
            <ac:spMk id="63" creationId="{0A2DA425-0494-044D-8BE9-85B226DD12B3}"/>
          </ac:spMkLst>
        </pc:spChg>
        <pc:spChg chg="mod">
          <ac:chgData name="Alessandro Mattavelli" userId="97830dc9-03e2-45e9-8ee9-cde22f5ec886" providerId="ADAL" clId="{D4D29848-E920-4685-85E2-AEA87F0B1C46}" dt="2026-01-17T16:40:22.984" v="28" actId="14100"/>
          <ac:spMkLst>
            <pc:docMk/>
            <pc:sldMk cId="2736424712" sldId="256"/>
            <ac:spMk id="64" creationId="{B8CC8ED4-875A-BF5B-3987-860FFAEA8F4C}"/>
          </ac:spMkLst>
        </pc:spChg>
        <pc:spChg chg="mod">
          <ac:chgData name="Alessandro Mattavelli" userId="97830dc9-03e2-45e9-8ee9-cde22f5ec886" providerId="ADAL" clId="{D4D29848-E920-4685-85E2-AEA87F0B1C46}" dt="2026-01-17T16:40:40.150" v="31" actId="14100"/>
          <ac:spMkLst>
            <pc:docMk/>
            <pc:sldMk cId="2736424712" sldId="256"/>
            <ac:spMk id="65" creationId="{C45E657C-D69B-A8E8-8C38-348B4A3BD987}"/>
          </ac:spMkLst>
        </pc:spChg>
        <pc:grpChg chg="add">
          <ac:chgData name="Alessandro Mattavelli" userId="97830dc9-03e2-45e9-8ee9-cde22f5ec886" providerId="ADAL" clId="{D4D29848-E920-4685-85E2-AEA87F0B1C46}" dt="2026-01-17T16:57:55.785" v="285" actId="164"/>
          <ac:grpSpMkLst>
            <pc:docMk/>
            <pc:sldMk cId="2736424712" sldId="256"/>
            <ac:grpSpMk id="55" creationId="{46DD7790-6DC8-80E1-0D97-D01F9CE40355}"/>
          </ac:grpSpMkLst>
        </pc:grpChg>
        <pc:graphicFrameChg chg="add del mod modGraphic">
          <ac:chgData name="Alessandro Mattavelli" userId="97830dc9-03e2-45e9-8ee9-cde22f5ec886" providerId="ADAL" clId="{D4D29848-E920-4685-85E2-AEA87F0B1C46}" dt="2026-01-17T16:57:43.687" v="283" actId="478"/>
          <ac:graphicFrameMkLst>
            <pc:docMk/>
            <pc:sldMk cId="2736424712" sldId="256"/>
            <ac:graphicFrameMk id="40" creationId="{BE80E6FF-3E2C-9DA9-DBD3-867B37BBC32E}"/>
          </ac:graphicFrameMkLst>
        </pc:graphicFrameChg>
        <pc:picChg chg="add mod">
          <ac:chgData name="Alessandro Mattavelli" userId="97830dc9-03e2-45e9-8ee9-cde22f5ec886" providerId="ADAL" clId="{D4D29848-E920-4685-85E2-AEA87F0B1C46}" dt="2026-01-17T16:57:47.026" v="284" actId="1076"/>
          <ac:picMkLst>
            <pc:docMk/>
            <pc:sldMk cId="2736424712" sldId="256"/>
            <ac:picMk id="54" creationId="{64ED2381-043B-0DB7-C2DB-8E60509ED862}"/>
          </ac:picMkLst>
        </pc:picChg>
        <pc:cxnChg chg="add del mod">
          <ac:chgData name="Alessandro Mattavelli" userId="97830dc9-03e2-45e9-8ee9-cde22f5ec886" providerId="ADAL" clId="{D4D29848-E920-4685-85E2-AEA87F0B1C46}" dt="2026-01-17T16:37:26.830" v="21" actId="478"/>
          <ac:cxnSpMkLst>
            <pc:docMk/>
            <pc:sldMk cId="2736424712" sldId="256"/>
            <ac:cxnSpMk id="6" creationId="{70AB5CDD-33AC-5B6B-4A16-B2C504C4C757}"/>
          </ac:cxnSpMkLst>
        </pc:cxnChg>
        <pc:cxnChg chg="mod">
          <ac:chgData name="Alessandro Mattavelli" userId="97830dc9-03e2-45e9-8ee9-cde22f5ec886" providerId="ADAL" clId="{D4D29848-E920-4685-85E2-AEA87F0B1C46}" dt="2026-01-17T16:37:49.864" v="22" actId="1076"/>
          <ac:cxnSpMkLst>
            <pc:docMk/>
            <pc:sldMk cId="2736424712" sldId="256"/>
            <ac:cxnSpMk id="7" creationId="{20402C5A-8F86-9387-568A-61D4FDF65372}"/>
          </ac:cxnSpMkLst>
        </pc:cxnChg>
        <pc:cxnChg chg="mod">
          <ac:chgData name="Alessandro Mattavelli" userId="97830dc9-03e2-45e9-8ee9-cde22f5ec886" providerId="ADAL" clId="{D4D29848-E920-4685-85E2-AEA87F0B1C46}" dt="2026-01-17T16:54:22.946" v="276" actId="14100"/>
          <ac:cxnSpMkLst>
            <pc:docMk/>
            <pc:sldMk cId="2736424712" sldId="256"/>
            <ac:cxnSpMk id="10" creationId="{8827060F-6497-76C9-5122-0A45A27DBB20}"/>
          </ac:cxnSpMkLst>
        </pc:cxnChg>
        <pc:cxnChg chg="mod">
          <ac:chgData name="Alessandro Mattavelli" userId="97830dc9-03e2-45e9-8ee9-cde22f5ec886" providerId="ADAL" clId="{D4D29848-E920-4685-85E2-AEA87F0B1C46}" dt="2026-01-17T16:54:22.946" v="276" actId="14100"/>
          <ac:cxnSpMkLst>
            <pc:docMk/>
            <pc:sldMk cId="2736424712" sldId="256"/>
            <ac:cxnSpMk id="16" creationId="{CA511175-708E-0204-2A24-C0E02BA73206}"/>
          </ac:cxnSpMkLst>
        </pc:cxnChg>
        <pc:cxnChg chg="add mod">
          <ac:chgData name="Alessandro Mattavelli" userId="97830dc9-03e2-45e9-8ee9-cde22f5ec886" providerId="ADAL" clId="{D4D29848-E920-4685-85E2-AEA87F0B1C46}" dt="2026-01-17T16:42:11.965" v="83" actId="14100"/>
          <ac:cxnSpMkLst>
            <pc:docMk/>
            <pc:sldMk cId="2736424712" sldId="256"/>
            <ac:cxnSpMk id="23" creationId="{A606C6C7-7661-6838-1B44-99937A98400F}"/>
          </ac:cxnSpMkLst>
        </pc:cxnChg>
        <pc:cxnChg chg="add del">
          <ac:chgData name="Alessandro Mattavelli" userId="97830dc9-03e2-45e9-8ee9-cde22f5ec886" providerId="ADAL" clId="{D4D29848-E920-4685-85E2-AEA87F0B1C46}" dt="2026-01-17T16:46:06.696" v="102" actId="478"/>
          <ac:cxnSpMkLst>
            <pc:docMk/>
            <pc:sldMk cId="2736424712" sldId="256"/>
            <ac:cxnSpMk id="39" creationId="{FA951760-1DB2-91DC-15F0-17D2B0D860BE}"/>
          </ac:cxnSpMkLst>
        </pc:cxnChg>
        <pc:cxnChg chg="add">
          <ac:chgData name="Alessandro Mattavelli" userId="97830dc9-03e2-45e9-8ee9-cde22f5ec886" providerId="ADAL" clId="{D4D29848-E920-4685-85E2-AEA87F0B1C46}" dt="2026-01-17T16:53:13.300" v="229" actId="11529"/>
          <ac:cxnSpMkLst>
            <pc:docMk/>
            <pc:sldMk cId="2736424712" sldId="256"/>
            <ac:cxnSpMk id="42" creationId="{3AAFC802-B0D2-0271-BF88-61AAD50754CE}"/>
          </ac:cxnSpMkLst>
        </pc:cxnChg>
        <pc:cxnChg chg="add mod">
          <ac:chgData name="Alessandro Mattavelli" userId="97830dc9-03e2-45e9-8ee9-cde22f5ec886" providerId="ADAL" clId="{D4D29848-E920-4685-85E2-AEA87F0B1C46}" dt="2026-01-17T16:53:40.233" v="234" actId="1076"/>
          <ac:cxnSpMkLst>
            <pc:docMk/>
            <pc:sldMk cId="2736424712" sldId="256"/>
            <ac:cxnSpMk id="43" creationId="{E89D10A8-6E53-9B7F-C39C-575F41D4E3E7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AD2B2-6E92-4119-B652-B66FCA18266A}" type="datetimeFigureOut">
              <a:rPr lang="it-IT" smtClean="0"/>
              <a:t>17/01/2026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2807C-3CAE-4856-8567-ADDE95BDAE6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50109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AD2B2-6E92-4119-B652-B66FCA18266A}" type="datetimeFigureOut">
              <a:rPr lang="it-IT" smtClean="0"/>
              <a:t>17/01/2026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2807C-3CAE-4856-8567-ADDE95BDAE6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4681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AD2B2-6E92-4119-B652-B66FCA18266A}" type="datetimeFigureOut">
              <a:rPr lang="it-IT" smtClean="0"/>
              <a:t>17/01/2026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2807C-3CAE-4856-8567-ADDE95BDAE6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4248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AD2B2-6E92-4119-B652-B66FCA18266A}" type="datetimeFigureOut">
              <a:rPr lang="it-IT" smtClean="0"/>
              <a:t>17/01/2026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2807C-3CAE-4856-8567-ADDE95BDAE6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17293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AD2B2-6E92-4119-B652-B66FCA18266A}" type="datetimeFigureOut">
              <a:rPr lang="it-IT" smtClean="0"/>
              <a:t>17/01/2026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2807C-3CAE-4856-8567-ADDE95BDAE6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88628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AD2B2-6E92-4119-B652-B66FCA18266A}" type="datetimeFigureOut">
              <a:rPr lang="it-IT" smtClean="0"/>
              <a:t>17/01/2026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2807C-3CAE-4856-8567-ADDE95BDAE6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91089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AD2B2-6E92-4119-B652-B66FCA18266A}" type="datetimeFigureOut">
              <a:rPr lang="it-IT" smtClean="0"/>
              <a:t>17/01/2026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2807C-3CAE-4856-8567-ADDE95BDAE6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000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AD2B2-6E92-4119-B652-B66FCA18266A}" type="datetimeFigureOut">
              <a:rPr lang="it-IT" smtClean="0"/>
              <a:t>17/01/2026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2807C-3CAE-4856-8567-ADDE95BDAE6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80476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AD2B2-6E92-4119-B652-B66FCA18266A}" type="datetimeFigureOut">
              <a:rPr lang="it-IT" smtClean="0"/>
              <a:t>17/01/2026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2807C-3CAE-4856-8567-ADDE95BDAE6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23972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AD2B2-6E92-4119-B652-B66FCA18266A}" type="datetimeFigureOut">
              <a:rPr lang="it-IT" smtClean="0"/>
              <a:t>17/01/2026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2807C-3CAE-4856-8567-ADDE95BDAE6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1535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AD2B2-6E92-4119-B652-B66FCA18266A}" type="datetimeFigureOut">
              <a:rPr lang="it-IT" smtClean="0"/>
              <a:t>17/01/2026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2807C-3CAE-4856-8567-ADDE95BDAE6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8392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DAD2B2-6E92-4119-B652-B66FCA18266A}" type="datetimeFigureOut">
              <a:rPr lang="it-IT" smtClean="0"/>
              <a:t>17/01/2026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B2807C-3CAE-4856-8567-ADDE95BDAE6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2215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uppo 54">
            <a:extLst>
              <a:ext uri="{FF2B5EF4-FFF2-40B4-BE49-F238E27FC236}">
                <a16:creationId xmlns:a16="http://schemas.microsoft.com/office/drawing/2014/main" id="{46DD7790-6DC8-80E1-0D97-D01F9CE40355}"/>
              </a:ext>
            </a:extLst>
          </p:cNvPr>
          <p:cNvGrpSpPr/>
          <p:nvPr/>
        </p:nvGrpSpPr>
        <p:grpSpPr>
          <a:xfrm>
            <a:off x="1136926" y="138289"/>
            <a:ext cx="5602981" cy="4677911"/>
            <a:chOff x="1136926" y="138289"/>
            <a:chExt cx="5602981" cy="4677911"/>
          </a:xfrm>
        </p:grpSpPr>
        <p:sp>
          <p:nvSpPr>
            <p:cNvPr id="4" name="Decisione 3">
              <a:extLst>
                <a:ext uri="{FF2B5EF4-FFF2-40B4-BE49-F238E27FC236}">
                  <a16:creationId xmlns:a16="http://schemas.microsoft.com/office/drawing/2014/main" id="{95B25B5E-EE59-7259-5CF8-67A6B5EB79B5}"/>
                </a:ext>
              </a:extLst>
            </p:cNvPr>
            <p:cNvSpPr/>
            <p:nvPr/>
          </p:nvSpPr>
          <p:spPr>
            <a:xfrm>
              <a:off x="2183208" y="1502163"/>
              <a:ext cx="1399216" cy="641127"/>
            </a:xfrm>
            <a:prstGeom prst="flowChartDecision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sz="731" dirty="0"/>
                <a:t>Reddito &gt; 120.000</a:t>
              </a:r>
            </a:p>
          </p:txBody>
        </p:sp>
        <p:sp>
          <p:nvSpPr>
            <p:cNvPr id="5" name="Rettangolo 4">
              <a:extLst>
                <a:ext uri="{FF2B5EF4-FFF2-40B4-BE49-F238E27FC236}">
                  <a16:creationId xmlns:a16="http://schemas.microsoft.com/office/drawing/2014/main" id="{FEEE8BE3-EB09-4499-0D0B-8AAC53587A3F}"/>
                </a:ext>
              </a:extLst>
            </p:cNvPr>
            <p:cNvSpPr/>
            <p:nvPr/>
          </p:nvSpPr>
          <p:spPr>
            <a:xfrm>
              <a:off x="1136926" y="795777"/>
              <a:ext cx="934523" cy="36946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sz="731" dirty="0"/>
                <a:t>Tutti gli oneri detraibili secondo le norme</a:t>
              </a:r>
            </a:p>
          </p:txBody>
        </p:sp>
        <p:cxnSp>
          <p:nvCxnSpPr>
            <p:cNvPr id="7" name="Connettore a gomito 6">
              <a:extLst>
                <a:ext uri="{FF2B5EF4-FFF2-40B4-BE49-F238E27FC236}">
                  <a16:creationId xmlns:a16="http://schemas.microsoft.com/office/drawing/2014/main" id="{20402C5A-8F86-9387-568A-61D4FDF65372}"/>
                </a:ext>
              </a:extLst>
            </p:cNvPr>
            <p:cNvCxnSpPr>
              <a:cxnSpLocks/>
              <a:stCxn id="2" idx="1"/>
              <a:endCxn id="5" idx="0"/>
            </p:cNvCxnSpPr>
            <p:nvPr/>
          </p:nvCxnSpPr>
          <p:spPr>
            <a:xfrm rot="10800000" flipV="1">
              <a:off x="1604188" y="458853"/>
              <a:ext cx="579020" cy="336924"/>
            </a:xfrm>
            <a:prstGeom prst="bentConnector2">
              <a:avLst/>
            </a:prstGeom>
            <a:ln>
              <a:solidFill>
                <a:srgbClr val="EE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ttangolo 8">
              <a:extLst>
                <a:ext uri="{FF2B5EF4-FFF2-40B4-BE49-F238E27FC236}">
                  <a16:creationId xmlns:a16="http://schemas.microsoft.com/office/drawing/2014/main" id="{496307A8-3408-F9C4-4ABE-03BE1C318CFC}"/>
                </a:ext>
              </a:extLst>
            </p:cNvPr>
            <p:cNvSpPr/>
            <p:nvPr/>
          </p:nvSpPr>
          <p:spPr>
            <a:xfrm>
              <a:off x="3582425" y="1976235"/>
              <a:ext cx="973508" cy="60250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sz="731" dirty="0"/>
                <a:t>Applico la formula per la riduzione</a:t>
              </a:r>
            </a:p>
            <a:p>
              <a:pPr algn="ctr"/>
              <a:r>
                <a:rPr lang="it-IT" sz="731" i="1" dirty="0"/>
                <a:t>2 – Reddito/120k</a:t>
              </a:r>
            </a:p>
          </p:txBody>
        </p:sp>
        <p:cxnSp>
          <p:nvCxnSpPr>
            <p:cNvPr id="10" name="Connettore a gomito 9">
              <a:extLst>
                <a:ext uri="{FF2B5EF4-FFF2-40B4-BE49-F238E27FC236}">
                  <a16:creationId xmlns:a16="http://schemas.microsoft.com/office/drawing/2014/main" id="{8827060F-6497-76C9-5122-0A45A27DBB20}"/>
                </a:ext>
              </a:extLst>
            </p:cNvPr>
            <p:cNvCxnSpPr>
              <a:cxnSpLocks/>
              <a:stCxn id="4" idx="3"/>
              <a:endCxn id="9" idx="0"/>
            </p:cNvCxnSpPr>
            <p:nvPr/>
          </p:nvCxnSpPr>
          <p:spPr>
            <a:xfrm>
              <a:off x="3582424" y="1822727"/>
              <a:ext cx="486755" cy="153508"/>
            </a:xfrm>
            <a:prstGeom prst="bentConnector2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ttangolo 13">
              <a:extLst>
                <a:ext uri="{FF2B5EF4-FFF2-40B4-BE49-F238E27FC236}">
                  <a16:creationId xmlns:a16="http://schemas.microsoft.com/office/drawing/2014/main" id="{5D4B55FA-2C3F-747D-D64E-B7A8EACDD8D8}"/>
                </a:ext>
              </a:extLst>
            </p:cNvPr>
            <p:cNvSpPr/>
            <p:nvPr/>
          </p:nvSpPr>
          <p:spPr>
            <a:xfrm>
              <a:off x="2875662" y="3892554"/>
              <a:ext cx="934523" cy="36946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sz="731" dirty="0"/>
                <a:t>Detrazioni ridotte</a:t>
              </a:r>
            </a:p>
          </p:txBody>
        </p:sp>
        <p:sp>
          <p:nvSpPr>
            <p:cNvPr id="15" name="Rettangolo 14">
              <a:extLst>
                <a:ext uri="{FF2B5EF4-FFF2-40B4-BE49-F238E27FC236}">
                  <a16:creationId xmlns:a16="http://schemas.microsoft.com/office/drawing/2014/main" id="{37973D84-2B1B-0B2D-E492-66D1787EFF72}"/>
                </a:ext>
              </a:extLst>
            </p:cNvPr>
            <p:cNvSpPr/>
            <p:nvPr/>
          </p:nvSpPr>
          <p:spPr>
            <a:xfrm>
              <a:off x="3898748" y="2780118"/>
              <a:ext cx="934523" cy="36946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sz="731" dirty="0"/>
                <a:t>Detrazioni Ridotte</a:t>
              </a:r>
            </a:p>
          </p:txBody>
        </p:sp>
        <p:cxnSp>
          <p:nvCxnSpPr>
            <p:cNvPr id="16" name="Connettore a gomito 15">
              <a:extLst>
                <a:ext uri="{FF2B5EF4-FFF2-40B4-BE49-F238E27FC236}">
                  <a16:creationId xmlns:a16="http://schemas.microsoft.com/office/drawing/2014/main" id="{CA511175-708E-0204-2A24-C0E02BA73206}"/>
                </a:ext>
              </a:extLst>
            </p:cNvPr>
            <p:cNvCxnSpPr>
              <a:cxnSpLocks/>
              <a:stCxn id="9" idx="2"/>
              <a:endCxn id="15" idx="0"/>
            </p:cNvCxnSpPr>
            <p:nvPr/>
          </p:nvCxnSpPr>
          <p:spPr>
            <a:xfrm rot="16200000" flipH="1">
              <a:off x="4116904" y="2531012"/>
              <a:ext cx="201380" cy="296831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Decisione 19">
              <a:extLst>
                <a:ext uri="{FF2B5EF4-FFF2-40B4-BE49-F238E27FC236}">
                  <a16:creationId xmlns:a16="http://schemas.microsoft.com/office/drawing/2014/main" id="{63C72AE7-EDF5-C178-3442-D8AC69E7A136}"/>
                </a:ext>
              </a:extLst>
            </p:cNvPr>
            <p:cNvSpPr/>
            <p:nvPr/>
          </p:nvSpPr>
          <p:spPr>
            <a:xfrm>
              <a:off x="3666310" y="3274356"/>
              <a:ext cx="1399216" cy="641127"/>
            </a:xfrm>
            <a:prstGeom prst="flowChartDecision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sz="731" dirty="0"/>
                <a:t>Reddito &gt; 200.000</a:t>
              </a:r>
            </a:p>
          </p:txBody>
        </p:sp>
        <p:cxnSp>
          <p:nvCxnSpPr>
            <p:cNvPr id="21" name="Connettore a gomito 20">
              <a:extLst>
                <a:ext uri="{FF2B5EF4-FFF2-40B4-BE49-F238E27FC236}">
                  <a16:creationId xmlns:a16="http://schemas.microsoft.com/office/drawing/2014/main" id="{FCC0E1EA-DEF7-A063-F6D2-AAD52EDDE254}"/>
                </a:ext>
              </a:extLst>
            </p:cNvPr>
            <p:cNvCxnSpPr>
              <a:cxnSpLocks/>
              <a:stCxn id="15" idx="2"/>
              <a:endCxn id="20" idx="0"/>
            </p:cNvCxnSpPr>
            <p:nvPr/>
          </p:nvCxnSpPr>
          <p:spPr>
            <a:xfrm rot="5400000">
              <a:off x="4303576" y="3211922"/>
              <a:ext cx="124776" cy="92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ttore a gomito 23">
              <a:extLst>
                <a:ext uri="{FF2B5EF4-FFF2-40B4-BE49-F238E27FC236}">
                  <a16:creationId xmlns:a16="http://schemas.microsoft.com/office/drawing/2014/main" id="{2720F6CA-03F8-E534-F221-5BD9D2D21416}"/>
                </a:ext>
              </a:extLst>
            </p:cNvPr>
            <p:cNvCxnSpPr>
              <a:stCxn id="20" idx="1"/>
              <a:endCxn id="14" idx="0"/>
            </p:cNvCxnSpPr>
            <p:nvPr/>
          </p:nvCxnSpPr>
          <p:spPr>
            <a:xfrm rot="10800000" flipV="1">
              <a:off x="3342924" y="3594919"/>
              <a:ext cx="323386" cy="297635"/>
            </a:xfrm>
            <a:prstGeom prst="bentConnector2">
              <a:avLst/>
            </a:prstGeom>
            <a:ln>
              <a:solidFill>
                <a:srgbClr val="EE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ttore a gomito 24">
              <a:extLst>
                <a:ext uri="{FF2B5EF4-FFF2-40B4-BE49-F238E27FC236}">
                  <a16:creationId xmlns:a16="http://schemas.microsoft.com/office/drawing/2014/main" id="{F275FEFA-38B2-6BB4-4888-6E8B4910F0C2}"/>
                </a:ext>
              </a:extLst>
            </p:cNvPr>
            <p:cNvCxnSpPr>
              <a:cxnSpLocks/>
              <a:stCxn id="20" idx="3"/>
              <a:endCxn id="37" idx="0"/>
            </p:cNvCxnSpPr>
            <p:nvPr/>
          </p:nvCxnSpPr>
          <p:spPr>
            <a:xfrm>
              <a:off x="5065526" y="3594920"/>
              <a:ext cx="177040" cy="201220"/>
            </a:xfrm>
            <a:prstGeom prst="bentConnector2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CasellaDiTesto 26">
              <a:extLst>
                <a:ext uri="{FF2B5EF4-FFF2-40B4-BE49-F238E27FC236}">
                  <a16:creationId xmlns:a16="http://schemas.microsoft.com/office/drawing/2014/main" id="{07D46500-8A1E-43FA-8B97-F17AF025229C}"/>
                </a:ext>
              </a:extLst>
            </p:cNvPr>
            <p:cNvSpPr txBox="1"/>
            <p:nvPr/>
          </p:nvSpPr>
          <p:spPr>
            <a:xfrm>
              <a:off x="1961547" y="1612016"/>
              <a:ext cx="306494" cy="2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it-IT" sz="731" b="1" dirty="0"/>
                <a:t>No</a:t>
              </a:r>
            </a:p>
          </p:txBody>
        </p:sp>
        <p:sp>
          <p:nvSpPr>
            <p:cNvPr id="28" name="CasellaDiTesto 27">
              <a:extLst>
                <a:ext uri="{FF2B5EF4-FFF2-40B4-BE49-F238E27FC236}">
                  <a16:creationId xmlns:a16="http://schemas.microsoft.com/office/drawing/2014/main" id="{149CF9FE-B44B-5DCB-6C1F-7AC6A8320E72}"/>
                </a:ext>
              </a:extLst>
            </p:cNvPr>
            <p:cNvSpPr txBox="1"/>
            <p:nvPr/>
          </p:nvSpPr>
          <p:spPr>
            <a:xfrm>
              <a:off x="3514478" y="1601820"/>
              <a:ext cx="306493" cy="2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731" b="1" dirty="0"/>
                <a:t>Sì</a:t>
              </a:r>
            </a:p>
          </p:txBody>
        </p:sp>
        <p:sp>
          <p:nvSpPr>
            <p:cNvPr id="37" name="Decisione 36">
              <a:extLst>
                <a:ext uri="{FF2B5EF4-FFF2-40B4-BE49-F238E27FC236}">
                  <a16:creationId xmlns:a16="http://schemas.microsoft.com/office/drawing/2014/main" id="{EEDF6C87-2A7D-0D07-2857-D7465A480549}"/>
                </a:ext>
              </a:extLst>
            </p:cNvPr>
            <p:cNvSpPr/>
            <p:nvPr/>
          </p:nvSpPr>
          <p:spPr>
            <a:xfrm>
              <a:off x="4542957" y="3796140"/>
              <a:ext cx="1399216" cy="641127"/>
            </a:xfrm>
            <a:prstGeom prst="flowChartDecision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sz="731" dirty="0"/>
                <a:t>Detrazioni Ridotte&gt;440</a:t>
              </a:r>
            </a:p>
          </p:txBody>
        </p:sp>
        <p:cxnSp>
          <p:nvCxnSpPr>
            <p:cNvPr id="44" name="Connettore a gomito 43">
              <a:extLst>
                <a:ext uri="{FF2B5EF4-FFF2-40B4-BE49-F238E27FC236}">
                  <a16:creationId xmlns:a16="http://schemas.microsoft.com/office/drawing/2014/main" id="{34028B00-4663-7A1E-6857-20A228B6A099}"/>
                </a:ext>
              </a:extLst>
            </p:cNvPr>
            <p:cNvCxnSpPr>
              <a:cxnSpLocks/>
              <a:stCxn id="37" idx="1"/>
              <a:endCxn id="51" idx="0"/>
            </p:cNvCxnSpPr>
            <p:nvPr/>
          </p:nvCxnSpPr>
          <p:spPr>
            <a:xfrm rot="10800000" flipV="1">
              <a:off x="4332093" y="4116703"/>
              <a:ext cx="210864" cy="349301"/>
            </a:xfrm>
            <a:prstGeom prst="bentConnector2">
              <a:avLst/>
            </a:prstGeom>
            <a:ln>
              <a:solidFill>
                <a:srgbClr val="EE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ttore a gomito 44">
              <a:extLst>
                <a:ext uri="{FF2B5EF4-FFF2-40B4-BE49-F238E27FC236}">
                  <a16:creationId xmlns:a16="http://schemas.microsoft.com/office/drawing/2014/main" id="{16163284-8693-4841-3F16-C3EEB09A39A0}"/>
                </a:ext>
              </a:extLst>
            </p:cNvPr>
            <p:cNvCxnSpPr>
              <a:cxnSpLocks/>
              <a:stCxn id="37" idx="3"/>
              <a:endCxn id="56" idx="0"/>
            </p:cNvCxnSpPr>
            <p:nvPr/>
          </p:nvCxnSpPr>
          <p:spPr>
            <a:xfrm>
              <a:off x="5942173" y="4116704"/>
              <a:ext cx="248056" cy="353352"/>
            </a:xfrm>
            <a:prstGeom prst="bentConnector2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ettangolo 50">
              <a:extLst>
                <a:ext uri="{FF2B5EF4-FFF2-40B4-BE49-F238E27FC236}">
                  <a16:creationId xmlns:a16="http://schemas.microsoft.com/office/drawing/2014/main" id="{398ACFEC-3E6D-B79F-0F42-2DC15427AAFB}"/>
                </a:ext>
              </a:extLst>
            </p:cNvPr>
            <p:cNvSpPr/>
            <p:nvPr/>
          </p:nvSpPr>
          <p:spPr>
            <a:xfrm>
              <a:off x="3782415" y="4466005"/>
              <a:ext cx="1099356" cy="34614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sz="731" dirty="0"/>
                <a:t>Detrazioni azzerate</a:t>
              </a:r>
            </a:p>
          </p:txBody>
        </p:sp>
        <p:sp>
          <p:nvSpPr>
            <p:cNvPr id="56" name="Rettangolo 55">
              <a:extLst>
                <a:ext uri="{FF2B5EF4-FFF2-40B4-BE49-F238E27FC236}">
                  <a16:creationId xmlns:a16="http://schemas.microsoft.com/office/drawing/2014/main" id="{0822839A-C4D5-BE77-8DFC-E4D5A656FB68}"/>
                </a:ext>
              </a:extLst>
            </p:cNvPr>
            <p:cNvSpPr/>
            <p:nvPr/>
          </p:nvSpPr>
          <p:spPr>
            <a:xfrm>
              <a:off x="5640551" y="4470056"/>
              <a:ext cx="1099356" cy="34614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sz="731" dirty="0"/>
                <a:t>Detrazioni ridotte - 440</a:t>
              </a:r>
            </a:p>
          </p:txBody>
        </p:sp>
        <p:sp>
          <p:nvSpPr>
            <p:cNvPr id="62" name="CasellaDiTesto 61">
              <a:extLst>
                <a:ext uri="{FF2B5EF4-FFF2-40B4-BE49-F238E27FC236}">
                  <a16:creationId xmlns:a16="http://schemas.microsoft.com/office/drawing/2014/main" id="{056AF0BE-48CD-FF1D-698C-4F67728B37B0}"/>
                </a:ext>
              </a:extLst>
            </p:cNvPr>
            <p:cNvSpPr txBox="1"/>
            <p:nvPr/>
          </p:nvSpPr>
          <p:spPr>
            <a:xfrm>
              <a:off x="5045752" y="3441172"/>
              <a:ext cx="323387" cy="2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731" b="1" dirty="0"/>
                <a:t>Sì</a:t>
              </a:r>
            </a:p>
          </p:txBody>
        </p:sp>
        <p:sp>
          <p:nvSpPr>
            <p:cNvPr id="63" name="CasellaDiTesto 62">
              <a:extLst>
                <a:ext uri="{FF2B5EF4-FFF2-40B4-BE49-F238E27FC236}">
                  <a16:creationId xmlns:a16="http://schemas.microsoft.com/office/drawing/2014/main" id="{0A2DA425-0494-044D-8BE9-85B226DD12B3}"/>
                </a:ext>
              </a:extLst>
            </p:cNvPr>
            <p:cNvSpPr txBox="1"/>
            <p:nvPr/>
          </p:nvSpPr>
          <p:spPr>
            <a:xfrm>
              <a:off x="3414861" y="3440858"/>
              <a:ext cx="323387" cy="2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731" b="1" dirty="0"/>
                <a:t>No</a:t>
              </a:r>
            </a:p>
          </p:txBody>
        </p:sp>
        <p:sp>
          <p:nvSpPr>
            <p:cNvPr id="64" name="CasellaDiTesto 63">
              <a:extLst>
                <a:ext uri="{FF2B5EF4-FFF2-40B4-BE49-F238E27FC236}">
                  <a16:creationId xmlns:a16="http://schemas.microsoft.com/office/drawing/2014/main" id="{B8CC8ED4-875A-BF5B-3987-860FFAEA8F4C}"/>
                </a:ext>
              </a:extLst>
            </p:cNvPr>
            <p:cNvSpPr txBox="1"/>
            <p:nvPr/>
          </p:nvSpPr>
          <p:spPr>
            <a:xfrm>
              <a:off x="5942173" y="3942009"/>
              <a:ext cx="326548" cy="2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731" b="1" dirty="0"/>
                <a:t>Sì</a:t>
              </a:r>
            </a:p>
          </p:txBody>
        </p:sp>
        <p:sp>
          <p:nvSpPr>
            <p:cNvPr id="65" name="CasellaDiTesto 64">
              <a:extLst>
                <a:ext uri="{FF2B5EF4-FFF2-40B4-BE49-F238E27FC236}">
                  <a16:creationId xmlns:a16="http://schemas.microsoft.com/office/drawing/2014/main" id="{C45E657C-D69B-A8E8-8C38-348B4A3BD987}"/>
                </a:ext>
              </a:extLst>
            </p:cNvPr>
            <p:cNvSpPr txBox="1"/>
            <p:nvPr/>
          </p:nvSpPr>
          <p:spPr>
            <a:xfrm>
              <a:off x="4294901" y="3941694"/>
              <a:ext cx="339767" cy="2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731" b="1" dirty="0"/>
                <a:t>No</a:t>
              </a:r>
            </a:p>
          </p:txBody>
        </p:sp>
        <p:sp>
          <p:nvSpPr>
            <p:cNvPr id="2" name="Decisione 1">
              <a:extLst>
                <a:ext uri="{FF2B5EF4-FFF2-40B4-BE49-F238E27FC236}">
                  <a16:creationId xmlns:a16="http://schemas.microsoft.com/office/drawing/2014/main" id="{854606CB-9FE8-8A65-27A1-0D11EFFE1BC4}"/>
                </a:ext>
              </a:extLst>
            </p:cNvPr>
            <p:cNvSpPr/>
            <p:nvPr/>
          </p:nvSpPr>
          <p:spPr>
            <a:xfrm>
              <a:off x="2183208" y="138289"/>
              <a:ext cx="1399216" cy="641127"/>
            </a:xfrm>
            <a:prstGeom prst="flowChartDecision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sz="731" dirty="0"/>
                <a:t>Reddito &gt; 75000</a:t>
              </a:r>
            </a:p>
          </p:txBody>
        </p:sp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4305CB79-2870-7C37-198E-4FBAC8D9ABB3}"/>
                </a:ext>
              </a:extLst>
            </p:cNvPr>
            <p:cNvSpPr/>
            <p:nvPr/>
          </p:nvSpPr>
          <p:spPr>
            <a:xfrm>
              <a:off x="1136926" y="2143290"/>
              <a:ext cx="934523" cy="36946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sz="731" dirty="0"/>
                <a:t>Detrazioni piene</a:t>
              </a:r>
            </a:p>
            <a:p>
              <a:pPr algn="ctr"/>
              <a:r>
                <a:rPr lang="it-IT" sz="731" dirty="0"/>
                <a:t>(entro i limiti)</a:t>
              </a:r>
            </a:p>
          </p:txBody>
        </p:sp>
        <p:sp>
          <p:nvSpPr>
            <p:cNvPr id="19" name="CasellaDiTesto 18">
              <a:extLst>
                <a:ext uri="{FF2B5EF4-FFF2-40B4-BE49-F238E27FC236}">
                  <a16:creationId xmlns:a16="http://schemas.microsoft.com/office/drawing/2014/main" id="{4FB2BB80-A8DA-923F-8B4C-47959A87099A}"/>
                </a:ext>
              </a:extLst>
            </p:cNvPr>
            <p:cNvSpPr txBox="1"/>
            <p:nvPr/>
          </p:nvSpPr>
          <p:spPr>
            <a:xfrm>
              <a:off x="1918202" y="248140"/>
              <a:ext cx="306494" cy="2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it-IT" sz="731" b="1" dirty="0"/>
                <a:t>No</a:t>
              </a:r>
            </a:p>
          </p:txBody>
        </p:sp>
        <p:cxnSp>
          <p:nvCxnSpPr>
            <p:cNvPr id="23" name="Connettore a gomito 22">
              <a:extLst>
                <a:ext uri="{FF2B5EF4-FFF2-40B4-BE49-F238E27FC236}">
                  <a16:creationId xmlns:a16="http://schemas.microsoft.com/office/drawing/2014/main" id="{A606C6C7-7661-6838-1B44-99937A98400F}"/>
                </a:ext>
              </a:extLst>
            </p:cNvPr>
            <p:cNvCxnSpPr>
              <a:cxnSpLocks/>
              <a:stCxn id="2" idx="3"/>
              <a:endCxn id="30" idx="0"/>
            </p:cNvCxnSpPr>
            <p:nvPr/>
          </p:nvCxnSpPr>
          <p:spPr>
            <a:xfrm>
              <a:off x="3582424" y="458853"/>
              <a:ext cx="506247" cy="327303"/>
            </a:xfrm>
            <a:prstGeom prst="bentConnector2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ttangolo 29">
              <a:extLst>
                <a:ext uri="{FF2B5EF4-FFF2-40B4-BE49-F238E27FC236}">
                  <a16:creationId xmlns:a16="http://schemas.microsoft.com/office/drawing/2014/main" id="{F4059EA2-F058-4C1C-A057-8EDA11676B3C}"/>
                </a:ext>
              </a:extLst>
            </p:cNvPr>
            <p:cNvSpPr/>
            <p:nvPr/>
          </p:nvSpPr>
          <p:spPr>
            <a:xfrm>
              <a:off x="3621409" y="786156"/>
              <a:ext cx="934523" cy="5489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sz="731" dirty="0"/>
                <a:t>Tetto agli </a:t>
              </a:r>
              <a:r>
                <a:rPr lang="it-IT" sz="731"/>
                <a:t>oneri detraibili </a:t>
              </a:r>
              <a:r>
                <a:rPr lang="it-IT" sz="731" dirty="0"/>
                <a:t>in base alla tabella</a:t>
              </a:r>
            </a:p>
          </p:txBody>
        </p:sp>
        <p:cxnSp>
          <p:nvCxnSpPr>
            <p:cNvPr id="42" name="Connettore a gomito 41">
              <a:extLst>
                <a:ext uri="{FF2B5EF4-FFF2-40B4-BE49-F238E27FC236}">
                  <a16:creationId xmlns:a16="http://schemas.microsoft.com/office/drawing/2014/main" id="{3AAFC802-B0D2-0271-BF88-61AAD50754CE}"/>
                </a:ext>
              </a:extLst>
            </p:cNvPr>
            <p:cNvCxnSpPr>
              <a:stCxn id="30" idx="2"/>
              <a:endCxn id="4" idx="0"/>
            </p:cNvCxnSpPr>
            <p:nvPr/>
          </p:nvCxnSpPr>
          <p:spPr>
            <a:xfrm rot="5400000">
              <a:off x="3402217" y="815708"/>
              <a:ext cx="167055" cy="1205855"/>
            </a:xfrm>
            <a:prstGeom prst="bentConnector3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ttore a gomito 42">
              <a:extLst>
                <a:ext uri="{FF2B5EF4-FFF2-40B4-BE49-F238E27FC236}">
                  <a16:creationId xmlns:a16="http://schemas.microsoft.com/office/drawing/2014/main" id="{E89D10A8-6E53-9B7F-C39C-575F41D4E3E7}"/>
                </a:ext>
              </a:extLst>
            </p:cNvPr>
            <p:cNvCxnSpPr>
              <a:cxnSpLocks/>
              <a:stCxn id="4" idx="1"/>
              <a:endCxn id="3" idx="0"/>
            </p:cNvCxnSpPr>
            <p:nvPr/>
          </p:nvCxnSpPr>
          <p:spPr>
            <a:xfrm rot="10800000" flipV="1">
              <a:off x="1604188" y="1822726"/>
              <a:ext cx="579020" cy="320563"/>
            </a:xfrm>
            <a:prstGeom prst="bentConnector2">
              <a:avLst/>
            </a:prstGeom>
            <a:ln>
              <a:solidFill>
                <a:srgbClr val="EE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4" name="Immagine 53">
              <a:extLst>
                <a:ext uri="{FF2B5EF4-FFF2-40B4-BE49-F238E27FC236}">
                  <a16:creationId xmlns:a16="http://schemas.microsoft.com/office/drawing/2014/main" id="{64ED2381-043B-0DB7-C2DB-8E60509ED8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81771" y="138289"/>
              <a:ext cx="1572904" cy="11217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364247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Tema di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i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c014026-a0ef-45dc-9ca9-ac355db24e99" xsi:nil="true"/>
    <lcf76f155ced4ddcb4097134ff3c332f xmlns="77a3f60d-3740-4b8f-aea2-18b203205ead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9B2E99503D3AD4DA2231F0D240043DD" ma:contentTypeVersion="19" ma:contentTypeDescription="Creare un nuovo documento." ma:contentTypeScope="" ma:versionID="5d22b860b2d7b05646517e191754a185">
  <xsd:schema xmlns:xsd="http://www.w3.org/2001/XMLSchema" xmlns:xs="http://www.w3.org/2001/XMLSchema" xmlns:p="http://schemas.microsoft.com/office/2006/metadata/properties" xmlns:ns2="77a3f60d-3740-4b8f-aea2-18b203205ead" xmlns:ns3="6c014026-a0ef-45dc-9ca9-ac355db24e99" targetNamespace="http://schemas.microsoft.com/office/2006/metadata/properties" ma:root="true" ma:fieldsID="c3ef981538194d0481c402a9a66d521d" ns2:_="" ns3:_="">
    <xsd:import namespace="77a3f60d-3740-4b8f-aea2-18b203205ead"/>
    <xsd:import namespace="6c014026-a0ef-45dc-9ca9-ac355db24e9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a3f60d-3740-4b8f-aea2-18b203205e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Tag immagine" ma:readOnly="false" ma:fieldId="{5cf76f15-5ced-4ddc-b409-7134ff3c332f}" ma:taxonomyMulti="true" ma:sspId="bbff36a2-fd21-4e1e-a182-03a870c089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014026-a0ef-45dc-9ca9-ac355db24e99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8c17ed12-4c7d-4ce0-86b8-91d9357e9166}" ma:internalName="TaxCatchAll" ma:showField="CatchAllData" ma:web="6c014026-a0ef-45dc-9ca9-ac355db24e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3704AFE-EA35-4E47-B25A-D9DD68975156}">
  <ds:schemaRefs>
    <ds:schemaRef ds:uri="http://schemas.microsoft.com/office/2006/metadata/properties"/>
    <ds:schemaRef ds:uri="http://schemas.microsoft.com/office/infopath/2007/PartnerControls"/>
    <ds:schemaRef ds:uri="6c014026-a0ef-45dc-9ca9-ac355db24e99"/>
    <ds:schemaRef ds:uri="77a3f60d-3740-4b8f-aea2-18b203205ead"/>
  </ds:schemaRefs>
</ds:datastoreItem>
</file>

<file path=customXml/itemProps2.xml><?xml version="1.0" encoding="utf-8"?>
<ds:datastoreItem xmlns:ds="http://schemas.openxmlformats.org/officeDocument/2006/customXml" ds:itemID="{EF37086D-7AD0-42A8-A859-6B54651238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ABE7098-A2C9-4341-ABB6-CC854B3A1A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7a3f60d-3740-4b8f-aea2-18b203205ead"/>
    <ds:schemaRef ds:uri="6c014026-a0ef-45dc-9ca9-ac355db24e9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63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Alessandro Mattavelli</dc:creator>
  <cp:lastModifiedBy>Alessandro Mattavelli</cp:lastModifiedBy>
  <cp:revision>1</cp:revision>
  <dcterms:created xsi:type="dcterms:W3CDTF">2026-01-16T15:15:34Z</dcterms:created>
  <dcterms:modified xsi:type="dcterms:W3CDTF">2026-01-18T17:14:32Z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0x01010049B2E99503D3AD4DA2231F0D240043DD</vt:lpwstr>
  </property>
  <property fmtid="{D5CDD505-2E9C-101B-9397-08002B2CF9AE}" pid="3" name="MediaServiceImageTags">
    <vt:lpwstr/>
  </property>
</Properties>
</file>