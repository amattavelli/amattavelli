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diagrams/data1.xml" ContentType="application/vnd.openxmlformats-officedocument.drawingml.diagramData+xml"/>
  <Override PartName="/ppt/diagrams/data5.xml" ContentType="application/vnd.openxmlformats-officedocument.drawingml.diagramData+xml"/>
  <Override PartName="/ppt/diagrams/data4.xml" ContentType="application/vnd.openxmlformats-officedocument.drawingml.diagramData+xml"/>
  <Override PartName="/ppt/diagrams/data3.xml" ContentType="application/vnd.openxmlformats-officedocument.drawingml.diagramData+xml"/>
  <Override PartName="/ppt/diagrams/data2.xml" ContentType="application/vnd.openxmlformats-officedocument.drawingml.diagramData+xml"/>
  <Override PartName="/ppt/presentation.xml" ContentType="application/vnd.openxmlformats-officedocument.presentationml.presentation.main+xml"/>
  <Override PartName="/ppt/slides/slide1.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86.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9.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44.xml" ContentType="application/vnd.openxmlformats-officedocument.presentationml.slide+xml"/>
  <Override PartName="/ppt/slides/slide35.xml" ContentType="application/vnd.openxmlformats-officedocument.presentationml.slide+xml"/>
  <Override PartName="/ppt/slides/slide46.xml" ContentType="application/vnd.openxmlformats-officedocument.presentationml.slide+xml"/>
  <Override PartName="/ppt/slides/slide76.xml" ContentType="application/vnd.openxmlformats-officedocument.presentationml.slide+xml"/>
  <Override PartName="/ppt/slides/slide75.xml" ContentType="application/vnd.openxmlformats-officedocument.presentationml.slide+xml"/>
  <Override PartName="/ppt/slides/slide74.xml" ContentType="application/vnd.openxmlformats-officedocument.presentationml.slide+xml"/>
  <Override PartName="/ppt/slides/slide73.xml" ContentType="application/vnd.openxmlformats-officedocument.presentationml.slide+xml"/>
  <Override PartName="/ppt/slides/slide72.xml" ContentType="application/vnd.openxmlformats-officedocument.presentationml.slide+xml"/>
  <Override PartName="/ppt/slides/slide71.xml" ContentType="application/vnd.openxmlformats-officedocument.presentationml.slide+xml"/>
  <Override PartName="/ppt/slides/slide70.xml" ContentType="application/vnd.openxmlformats-officedocument.presentationml.slide+xml"/>
  <Override PartName="/ppt/slides/slide69.xml" ContentType="application/vnd.openxmlformats-officedocument.presentationml.slide+xml"/>
  <Override PartName="/ppt/slides/slide45.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5.xml" ContentType="application/vnd.openxmlformats-officedocument.presentationml.slide+xml"/>
  <Override PartName="/ppt/slides/slide84.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81.xml" ContentType="application/vnd.openxmlformats-officedocument.presentationml.slide+xml"/>
  <Override PartName="/ppt/slides/slide80.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66.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55.xml" ContentType="application/vnd.openxmlformats-officedocument.presentationml.slide+xml"/>
  <Override PartName="/ppt/slides/slide67.xml" ContentType="application/vnd.openxmlformats-officedocument.presentationml.slide+xml"/>
  <Override PartName="/ppt/slides/slide57.xml" ContentType="application/vnd.openxmlformats-officedocument.presentationml.slide+xml"/>
  <Override PartName="/ppt/slides/slide65.xml" ContentType="application/vnd.openxmlformats-officedocument.presentationml.slide+xml"/>
  <Override PartName="/ppt/slides/slide64.xml" ContentType="application/vnd.openxmlformats-officedocument.presentationml.slide+xml"/>
  <Override PartName="/ppt/slides/slide63.xml" ContentType="application/vnd.openxmlformats-officedocument.presentationml.slide+xml"/>
  <Override PartName="/ppt/slides/slide62.xml" ContentType="application/vnd.openxmlformats-officedocument.presentationml.slide+xml"/>
  <Override PartName="/ppt/slides/slide56.xml" ContentType="application/vnd.openxmlformats-officedocument.presentationml.slide+xml"/>
  <Override PartName="/ppt/slides/slide60.xml" ContentType="application/vnd.openxmlformats-officedocument.presentationml.slide+xml"/>
  <Override PartName="/ppt/slides/slide58.xml" ContentType="application/vnd.openxmlformats-officedocument.presentationml.slide+xml"/>
  <Override PartName="/ppt/slides/slide61.xml" ContentType="application/vnd.openxmlformats-officedocument.presentationml.slide+xml"/>
  <Override PartName="/ppt/slides/slide59.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2.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71.xml" ContentType="application/vnd.openxmlformats-officedocument.presentationml.slideLayout+xml"/>
  <Override PartName="/ppt/slideLayouts/slideLayout70.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80.xml" ContentType="application/vnd.openxmlformats-officedocument.presentationml.slideLayout+xml"/>
  <Override PartName="/ppt/slideLayouts/slideLayout79.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69.xml" ContentType="application/vnd.openxmlformats-officedocument.presentationml.slideLayout+xml"/>
  <Override PartName="/ppt/slideLayouts/slideLayout68.xml" ContentType="application/vnd.openxmlformats-officedocument.presentationml.slideLayout+xml"/>
  <Override PartName="/ppt/slideLayouts/slideLayout67.xml" ContentType="application/vnd.openxmlformats-officedocument.presentationml.slideLayout+xml"/>
  <Override PartName="/ppt/slideLayouts/slideLayout60.xml" ContentType="application/vnd.openxmlformats-officedocument.presentationml.slideLayout+xml"/>
  <Override PartName="/ppt/slideLayouts/slideLayout59.xml" ContentType="application/vnd.openxmlformats-officedocument.presentationml.slideLayout+xml"/>
  <Override PartName="/ppt/slideLayouts/slideLayout58.xml" ContentType="application/vnd.openxmlformats-officedocument.presentationml.slideLayout+xml"/>
  <Override PartName="/ppt/slideLayouts/slideLayout57.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100.xml" ContentType="application/vnd.openxmlformats-officedocument.presentationml.slideLayout+xml"/>
  <Override PartName="/ppt/slideLayouts/slideLayout99.xml" ContentType="application/vnd.openxmlformats-officedocument.presentationml.slideLayout+xml"/>
  <Override PartName="/ppt/slideLayouts/slideLayout98.xml" ContentType="application/vnd.openxmlformats-officedocument.presentationml.slideLayout+xml"/>
  <Override PartName="/ppt/slideLayouts/slideLayout97.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7.xml" ContentType="application/vnd.openxmlformats-officedocument.presentationml.slideLayout+xml"/>
  <Override PartName="/ppt/slideLayouts/slideLayout106.xml" ContentType="application/vnd.openxmlformats-officedocument.presentationml.slideLayout+xml"/>
  <Override PartName="/ppt/slideLayouts/slideLayout105.xml" ContentType="application/vnd.openxmlformats-officedocument.presentationml.slideLayout+xml"/>
  <Override PartName="/ppt/slideLayouts/slideLayout104.xml" ContentType="application/vnd.openxmlformats-officedocument.presentationml.slideLayout+xml"/>
  <Override PartName="/ppt/slideLayouts/slideLayout96.xml" ContentType="application/vnd.openxmlformats-officedocument.presentationml.slideLayout+xml"/>
  <Override PartName="/ppt/slideLayouts/slideLayout95.xml" ContentType="application/vnd.openxmlformats-officedocument.presentationml.slideLayout+xml"/>
  <Override PartName="/ppt/slideLayouts/slideLayout94.xml" ContentType="application/vnd.openxmlformats-officedocument.presentationml.slideLayout+xml"/>
  <Override PartName="/ppt/slideLayouts/slideLayout87.xml" ContentType="application/vnd.openxmlformats-officedocument.presentationml.slideLayout+xml"/>
  <Override PartName="/ppt/slideLayouts/slideLayout86.xml" ContentType="application/vnd.openxmlformats-officedocument.presentationml.slideLayout+xml"/>
  <Override PartName="/ppt/slideLayouts/slideLayout85.xml" ContentType="application/vnd.openxmlformats-officedocument.presentationml.slideLayout+xml"/>
  <Override PartName="/ppt/slideLayouts/slideLayout84.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46.xml" ContentType="application/vnd.openxmlformats-officedocument.presentationml.slideLayout+xml"/>
  <Override PartName="/ppt/slideLayouts/slideLayout45.xml" ContentType="application/vnd.openxmlformats-officedocument.presentationml.slideLayout+xml"/>
  <Override PartName="/ppt/slideLayouts/slideLayout44.xml" ContentType="application/vnd.openxmlformats-officedocument.presentationml.slideLayout+xml"/>
  <Override PartName="/ppt/slideLayouts/slideLayout43.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2.xml" ContentType="application/vnd.openxmlformats-officedocument.presentationml.slideLayout+xml"/>
  <Override PartName="/ppt/slideLayouts/slideLayout41.xml" ContentType="application/vnd.openxmlformats-officedocument.presentationml.slideLayout+xml"/>
  <Override PartName="/ppt/slideLayouts/slideLayout40.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108.xml" ContentType="application/vnd.openxmlformats-officedocument.presentationml.slideLayout+xml"/>
  <Override PartName="/ppt/slideLayouts/slideLayout11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Layouts/slideLayout120.xml" ContentType="application/vnd.openxmlformats-officedocument.presentationml.slideLayout+xml"/>
  <Override PartName="/ppt/slideLayouts/slideLayout109.xml" ContentType="application/vnd.openxmlformats-officedocument.presentationml.slideLayout+xml"/>
  <Override PartName="/ppt/slideLayouts/slideLayout118.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9.xml" ContentType="application/vnd.openxmlformats-officedocument.presentationml.slideLayout+xml"/>
  <Override PartName="/ppt/slideLayouts/slideLayout115.xml" ContentType="application/vnd.openxmlformats-officedocument.presentationml.slideLayout+xml"/>
  <Override PartName="/ppt/slideLayouts/slideLayout117.xml" ContentType="application/vnd.openxmlformats-officedocument.presentationml.slideLayout+xml"/>
  <Override PartName="/ppt/slideLayouts/slideLayout116.xml" ContentType="application/vnd.openxmlformats-officedocument.presentationml.slideLayout+xml"/>
  <Override PartName="/ppt/slideLayouts/slideLayout114.xml" ContentType="application/vnd.openxmlformats-officedocument.presentationml.slide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layout4.xml" ContentType="application/vnd.openxmlformats-officedocument.drawingml.diagramLayout+xml"/>
  <Override PartName="/ppt/diagrams/drawing3.xml" ContentType="application/vnd.ms-office.drawingml.diagramDrawing+xml"/>
  <Override PartName="/ppt/diagrams/colors3.xml" ContentType="application/vnd.openxmlformats-officedocument.drawingml.diagramColors+xml"/>
  <Override PartName="/ppt/theme/theme3.xml" ContentType="application/vnd.openxmlformats-officedocument.theme+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theme/theme1.xml" ContentType="application/vnd.openxmlformats-officedocument.theme+xml"/>
  <Override PartName="/ppt/diagrams/layout3.xml" ContentType="application/vnd.openxmlformats-officedocument.drawingml.diagramLayout+xml"/>
  <Override PartName="/ppt/diagrams/quickStyle3.xml" ContentType="application/vnd.openxmlformats-officedocument.drawingml.diagramStyle+xml"/>
  <Override PartName="/ppt/diagrams/drawing5.xml" ContentType="application/vnd.ms-office.drawingml.diagramDrawing+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diagrams/colors5.xml" ContentType="application/vnd.openxmlformats-officedocument.drawingml.diagramColors+xml"/>
  <Override PartName="/ppt/diagrams/quickStyle5.xml" ContentType="application/vnd.openxmlformats-officedocument.drawingml.diagramStyle+xml"/>
  <Override PartName="/ppt/diagrams/layout5.xml" ContentType="application/vnd.openxmlformats-officedocument.drawingml.diagramLayout+xml"/>
  <Override PartName="/ppt/theme/theme2.xml" ContentType="application/vnd.openxmlformats-officedocument.theme+xml"/>
  <Override PartName="/ppt/diagrams/drawing1.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90"/>
  </p:notesMasterIdLst>
  <p:handoutMasterIdLst>
    <p:handoutMasterId r:id="rId91"/>
  </p:handoutMasterIdLst>
  <p:sldIdLst>
    <p:sldId id="365" r:id="rId2"/>
    <p:sldId id="258" r:id="rId3"/>
    <p:sldId id="406" r:id="rId4"/>
    <p:sldId id="407" r:id="rId5"/>
    <p:sldId id="408" r:id="rId6"/>
    <p:sldId id="409" r:id="rId7"/>
    <p:sldId id="410" r:id="rId8"/>
    <p:sldId id="411" r:id="rId9"/>
    <p:sldId id="412" r:id="rId10"/>
    <p:sldId id="413" r:id="rId11"/>
    <p:sldId id="414" r:id="rId12"/>
    <p:sldId id="415" r:id="rId13"/>
    <p:sldId id="416" r:id="rId14"/>
    <p:sldId id="453" r:id="rId15"/>
    <p:sldId id="454" r:id="rId16"/>
    <p:sldId id="455" r:id="rId17"/>
    <p:sldId id="456" r:id="rId18"/>
    <p:sldId id="457" r:id="rId19"/>
    <p:sldId id="458" r:id="rId20"/>
    <p:sldId id="459" r:id="rId21"/>
    <p:sldId id="418" r:id="rId22"/>
    <p:sldId id="448" r:id="rId23"/>
    <p:sldId id="419" r:id="rId24"/>
    <p:sldId id="421" r:id="rId25"/>
    <p:sldId id="422" r:id="rId26"/>
    <p:sldId id="423" r:id="rId27"/>
    <p:sldId id="449" r:id="rId28"/>
    <p:sldId id="450" r:id="rId29"/>
    <p:sldId id="451" r:id="rId30"/>
    <p:sldId id="452" r:id="rId31"/>
    <p:sldId id="432" r:id="rId32"/>
    <p:sldId id="431" r:id="rId33"/>
    <p:sldId id="433" r:id="rId34"/>
    <p:sldId id="434" r:id="rId35"/>
    <p:sldId id="435" r:id="rId36"/>
    <p:sldId id="436" r:id="rId37"/>
    <p:sldId id="437" r:id="rId38"/>
    <p:sldId id="438" r:id="rId39"/>
    <p:sldId id="439" r:id="rId40"/>
    <p:sldId id="440" r:id="rId41"/>
    <p:sldId id="441" r:id="rId42"/>
    <p:sldId id="442" r:id="rId43"/>
    <p:sldId id="443" r:id="rId44"/>
    <p:sldId id="444" r:id="rId45"/>
    <p:sldId id="445" r:id="rId46"/>
    <p:sldId id="446" r:id="rId47"/>
    <p:sldId id="447" r:id="rId48"/>
    <p:sldId id="366" r:id="rId49"/>
    <p:sldId id="367" r:id="rId50"/>
    <p:sldId id="368" r:id="rId51"/>
    <p:sldId id="369" r:id="rId52"/>
    <p:sldId id="370" r:id="rId53"/>
    <p:sldId id="371" r:id="rId54"/>
    <p:sldId id="372" r:id="rId55"/>
    <p:sldId id="373" r:id="rId56"/>
    <p:sldId id="374" r:id="rId57"/>
    <p:sldId id="375" r:id="rId58"/>
    <p:sldId id="376" r:id="rId59"/>
    <p:sldId id="377" r:id="rId60"/>
    <p:sldId id="378" r:id="rId61"/>
    <p:sldId id="379" r:id="rId62"/>
    <p:sldId id="380" r:id="rId63"/>
    <p:sldId id="381" r:id="rId64"/>
    <p:sldId id="382" r:id="rId65"/>
    <p:sldId id="383" r:id="rId66"/>
    <p:sldId id="384" r:id="rId67"/>
    <p:sldId id="385" r:id="rId68"/>
    <p:sldId id="386" r:id="rId69"/>
    <p:sldId id="387" r:id="rId70"/>
    <p:sldId id="388" r:id="rId71"/>
    <p:sldId id="389" r:id="rId72"/>
    <p:sldId id="390" r:id="rId73"/>
    <p:sldId id="391" r:id="rId74"/>
    <p:sldId id="392" r:id="rId75"/>
    <p:sldId id="393" r:id="rId76"/>
    <p:sldId id="394" r:id="rId77"/>
    <p:sldId id="395" r:id="rId78"/>
    <p:sldId id="396" r:id="rId79"/>
    <p:sldId id="397" r:id="rId80"/>
    <p:sldId id="398" r:id="rId81"/>
    <p:sldId id="399" r:id="rId82"/>
    <p:sldId id="400" r:id="rId83"/>
    <p:sldId id="401" r:id="rId84"/>
    <p:sldId id="402" r:id="rId85"/>
    <p:sldId id="403" r:id="rId86"/>
    <p:sldId id="404" r:id="rId87"/>
    <p:sldId id="405" r:id="rId88"/>
    <p:sldId id="364" r:id="rId89"/>
  </p:sldIdLst>
  <p:sldSz cx="9144000" cy="6858000" type="screen4x3"/>
  <p:notesSz cx="6669088" cy="99266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C822C"/>
    <a:srgbClr val="A4D4B4"/>
    <a:srgbClr val="FFD243"/>
    <a:srgbClr val="FFFF9B"/>
    <a:srgbClr val="B0D0D4"/>
    <a:srgbClr val="9ED5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Stile chiaro 2 - Colore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0A15C55-8517-42AA-B614-E9B94910E393}" styleName="Stile medio 2 - Colore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Stile medio 2 - Color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autoAdjust="0"/>
    <p:restoredTop sz="94610" autoAdjust="0"/>
  </p:normalViewPr>
  <p:slideViewPr>
    <p:cSldViewPr>
      <p:cViewPr>
        <p:scale>
          <a:sx n="100" d="100"/>
          <a:sy n="100" d="100"/>
        </p:scale>
        <p:origin x="-552" y="-15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handoutMaster" Target="handoutMasters/handoutMaster1.xml"/><Relationship Id="rId96"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customXml" Target="../customXml/item2.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viewProps" Target="viewProps.xml"/><Relationship Id="rId98"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DD85DD-230E-49D9-A77C-C65B5C06A3E4}" type="doc">
      <dgm:prSet loTypeId="urn:microsoft.com/office/officeart/2005/8/layout/list1" loCatId="list" qsTypeId="urn:microsoft.com/office/officeart/2005/8/quickstyle/3d2" qsCatId="3D" csTypeId="urn:microsoft.com/office/officeart/2005/8/colors/accent2_1" csCatId="accent2" phldr="1"/>
      <dgm:spPr/>
      <dgm:t>
        <a:bodyPr/>
        <a:lstStyle/>
        <a:p>
          <a:endParaRPr lang="it-IT"/>
        </a:p>
      </dgm:t>
    </dgm:pt>
    <dgm:pt modelId="{8EE470F3-CB27-4F82-AB0D-CFBD068FE6EC}">
      <dgm:prSet phldrT="[Testo]" custT="1"/>
      <dgm:spPr/>
      <dgm:t>
        <a:bodyPr/>
        <a:lstStyle/>
        <a:p>
          <a:pPr algn="just"/>
          <a:r>
            <a:rPr lang="it-IT" sz="1600" b="1" dirty="0" smtClean="0"/>
            <a:t>Metodo del costo effettivo</a:t>
          </a:r>
          <a:r>
            <a:rPr lang="it-IT" sz="1600" dirty="0" smtClean="0"/>
            <a:t>, secondo il quale lo scarico dal magazzino si effettua a un valore pari al costo effettivamente sostenuto (è il meno utilizzato)</a:t>
          </a:r>
          <a:endParaRPr lang="it-IT" sz="1600" dirty="0"/>
        </a:p>
      </dgm:t>
    </dgm:pt>
    <dgm:pt modelId="{E6FAAEF2-9216-42EC-8FD3-566581F351CE}" type="parTrans" cxnId="{5AC0664F-9BBC-4EC6-A8B2-E282191D0229}">
      <dgm:prSet/>
      <dgm:spPr/>
      <dgm:t>
        <a:bodyPr/>
        <a:lstStyle/>
        <a:p>
          <a:endParaRPr lang="it-IT"/>
        </a:p>
      </dgm:t>
    </dgm:pt>
    <dgm:pt modelId="{18DE07DC-7068-4507-AEE2-ADEAAFDB26D8}" type="sibTrans" cxnId="{5AC0664F-9BBC-4EC6-A8B2-E282191D0229}">
      <dgm:prSet/>
      <dgm:spPr/>
      <dgm:t>
        <a:bodyPr/>
        <a:lstStyle/>
        <a:p>
          <a:endParaRPr lang="it-IT"/>
        </a:p>
      </dgm:t>
    </dgm:pt>
    <dgm:pt modelId="{2A206FE7-4DC5-48AF-8ECF-A39F477DA257}">
      <dgm:prSet phldrT="[Testo]" custT="1"/>
      <dgm:spPr/>
      <dgm:t>
        <a:bodyPr/>
        <a:lstStyle/>
        <a:p>
          <a:r>
            <a:rPr lang="it-IT" sz="2000" b="1" dirty="0" smtClean="0"/>
            <a:t>Metodo del costo medio ponderato</a:t>
          </a:r>
          <a:endParaRPr lang="it-IT" sz="2000" b="1" dirty="0"/>
        </a:p>
      </dgm:t>
    </dgm:pt>
    <dgm:pt modelId="{8A55BF5B-0690-4CDF-A849-BBF530276744}" type="parTrans" cxnId="{0FCCE542-212E-4E94-961A-BF6ACD5B18D9}">
      <dgm:prSet/>
      <dgm:spPr/>
      <dgm:t>
        <a:bodyPr/>
        <a:lstStyle/>
        <a:p>
          <a:endParaRPr lang="it-IT"/>
        </a:p>
      </dgm:t>
    </dgm:pt>
    <dgm:pt modelId="{8CFBF54E-C3AE-487D-912D-67DE6EEC1313}" type="sibTrans" cxnId="{0FCCE542-212E-4E94-961A-BF6ACD5B18D9}">
      <dgm:prSet/>
      <dgm:spPr/>
      <dgm:t>
        <a:bodyPr/>
        <a:lstStyle/>
        <a:p>
          <a:endParaRPr lang="it-IT"/>
        </a:p>
      </dgm:t>
    </dgm:pt>
    <dgm:pt modelId="{D7B2A086-C779-4D45-90F9-C71321C44565}">
      <dgm:prSet phldrT="[Testo]" custT="1"/>
      <dgm:spPr/>
      <dgm:t>
        <a:bodyPr/>
        <a:lstStyle/>
        <a:p>
          <a:r>
            <a:rPr lang="it-IT" sz="2000" b="1" dirty="0" smtClean="0"/>
            <a:t>Metodo LIFO</a:t>
          </a:r>
          <a:endParaRPr lang="it-IT" sz="2000" b="1" dirty="0"/>
        </a:p>
      </dgm:t>
    </dgm:pt>
    <dgm:pt modelId="{1A4BB2F7-40F0-4FA2-AA47-E5025E5D61FA}" type="parTrans" cxnId="{720554C0-C5B5-4F55-9B72-764B91D4A008}">
      <dgm:prSet/>
      <dgm:spPr/>
      <dgm:t>
        <a:bodyPr/>
        <a:lstStyle/>
        <a:p>
          <a:endParaRPr lang="it-IT"/>
        </a:p>
      </dgm:t>
    </dgm:pt>
    <dgm:pt modelId="{BC27FD6B-B71F-4257-8708-F10113BE14C5}" type="sibTrans" cxnId="{720554C0-C5B5-4F55-9B72-764B91D4A008}">
      <dgm:prSet/>
      <dgm:spPr/>
      <dgm:t>
        <a:bodyPr/>
        <a:lstStyle/>
        <a:p>
          <a:endParaRPr lang="it-IT"/>
        </a:p>
      </dgm:t>
    </dgm:pt>
    <dgm:pt modelId="{100DA0CA-83F4-4981-96EA-75D1042DE8FE}">
      <dgm:prSet custT="1"/>
      <dgm:spPr/>
      <dgm:t>
        <a:bodyPr/>
        <a:lstStyle/>
        <a:p>
          <a:r>
            <a:rPr lang="it-IT" sz="2000" b="1" dirty="0" smtClean="0"/>
            <a:t>Metodo FIFO</a:t>
          </a:r>
          <a:endParaRPr lang="it-IT" sz="2000" b="1" dirty="0"/>
        </a:p>
      </dgm:t>
    </dgm:pt>
    <dgm:pt modelId="{CADB55F1-CEF7-458E-AFF5-96060C9FF6E4}" type="parTrans" cxnId="{6316DE3A-086D-4AD0-8555-C72215E18A49}">
      <dgm:prSet/>
      <dgm:spPr/>
      <dgm:t>
        <a:bodyPr/>
        <a:lstStyle/>
        <a:p>
          <a:endParaRPr lang="it-IT"/>
        </a:p>
      </dgm:t>
    </dgm:pt>
    <dgm:pt modelId="{F11C730B-FF1C-4934-A429-517ED9C22667}" type="sibTrans" cxnId="{6316DE3A-086D-4AD0-8555-C72215E18A49}">
      <dgm:prSet/>
      <dgm:spPr/>
      <dgm:t>
        <a:bodyPr/>
        <a:lstStyle/>
        <a:p>
          <a:endParaRPr lang="it-IT"/>
        </a:p>
      </dgm:t>
    </dgm:pt>
    <dgm:pt modelId="{56A33D53-4DAE-4D53-AAAA-E94DE78A2CD5}" type="pres">
      <dgm:prSet presAssocID="{DEDD85DD-230E-49D9-A77C-C65B5C06A3E4}" presName="linear" presStyleCnt="0">
        <dgm:presLayoutVars>
          <dgm:dir/>
          <dgm:animLvl val="lvl"/>
          <dgm:resizeHandles val="exact"/>
        </dgm:presLayoutVars>
      </dgm:prSet>
      <dgm:spPr/>
    </dgm:pt>
    <dgm:pt modelId="{09785EF3-27D2-4FDD-AD8C-1AA8B6C3F220}" type="pres">
      <dgm:prSet presAssocID="{8EE470F3-CB27-4F82-AB0D-CFBD068FE6EC}" presName="parentLin" presStyleCnt="0"/>
      <dgm:spPr/>
    </dgm:pt>
    <dgm:pt modelId="{7107423A-BEA8-425F-9945-93E10B8BC0BC}" type="pres">
      <dgm:prSet presAssocID="{8EE470F3-CB27-4F82-AB0D-CFBD068FE6EC}" presName="parentLeftMargin" presStyleLbl="node1" presStyleIdx="0" presStyleCnt="4"/>
      <dgm:spPr/>
    </dgm:pt>
    <dgm:pt modelId="{578C196B-8D9A-4E5B-A7D2-0C0805A5A0EE}" type="pres">
      <dgm:prSet presAssocID="{8EE470F3-CB27-4F82-AB0D-CFBD068FE6EC}" presName="parentText" presStyleLbl="node1" presStyleIdx="0" presStyleCnt="4">
        <dgm:presLayoutVars>
          <dgm:chMax val="0"/>
          <dgm:bulletEnabled val="1"/>
        </dgm:presLayoutVars>
      </dgm:prSet>
      <dgm:spPr/>
      <dgm:t>
        <a:bodyPr/>
        <a:lstStyle/>
        <a:p>
          <a:endParaRPr lang="it-IT"/>
        </a:p>
      </dgm:t>
    </dgm:pt>
    <dgm:pt modelId="{D564C205-544A-4D30-8E22-7E37BF922BDD}" type="pres">
      <dgm:prSet presAssocID="{8EE470F3-CB27-4F82-AB0D-CFBD068FE6EC}" presName="negativeSpace" presStyleCnt="0"/>
      <dgm:spPr/>
    </dgm:pt>
    <dgm:pt modelId="{CC25744D-EA38-4847-B9CE-EC34C4C9A15C}" type="pres">
      <dgm:prSet presAssocID="{8EE470F3-CB27-4F82-AB0D-CFBD068FE6EC}" presName="childText" presStyleLbl="conFgAcc1" presStyleIdx="0" presStyleCnt="4">
        <dgm:presLayoutVars>
          <dgm:bulletEnabled val="1"/>
        </dgm:presLayoutVars>
      </dgm:prSet>
      <dgm:spPr/>
    </dgm:pt>
    <dgm:pt modelId="{BECDCEA9-270A-4B63-A3D2-3C9B15CFB550}" type="pres">
      <dgm:prSet presAssocID="{18DE07DC-7068-4507-AEE2-ADEAAFDB26D8}" presName="spaceBetweenRectangles" presStyleCnt="0"/>
      <dgm:spPr/>
    </dgm:pt>
    <dgm:pt modelId="{9D329666-861D-496D-9D1E-E1DBF4B1D336}" type="pres">
      <dgm:prSet presAssocID="{2A206FE7-4DC5-48AF-8ECF-A39F477DA257}" presName="parentLin" presStyleCnt="0"/>
      <dgm:spPr/>
    </dgm:pt>
    <dgm:pt modelId="{52170BE0-9922-4737-9EBD-B0EF2F0EDB71}" type="pres">
      <dgm:prSet presAssocID="{2A206FE7-4DC5-48AF-8ECF-A39F477DA257}" presName="parentLeftMargin" presStyleLbl="node1" presStyleIdx="0" presStyleCnt="4"/>
      <dgm:spPr/>
    </dgm:pt>
    <dgm:pt modelId="{0BE21E7F-B49F-4996-9900-9311508E8A72}" type="pres">
      <dgm:prSet presAssocID="{2A206FE7-4DC5-48AF-8ECF-A39F477DA257}" presName="parentText" presStyleLbl="node1" presStyleIdx="1" presStyleCnt="4">
        <dgm:presLayoutVars>
          <dgm:chMax val="0"/>
          <dgm:bulletEnabled val="1"/>
        </dgm:presLayoutVars>
      </dgm:prSet>
      <dgm:spPr/>
      <dgm:t>
        <a:bodyPr/>
        <a:lstStyle/>
        <a:p>
          <a:endParaRPr lang="it-IT"/>
        </a:p>
      </dgm:t>
    </dgm:pt>
    <dgm:pt modelId="{99A675C0-2880-4623-88F6-92C4A478A8ED}" type="pres">
      <dgm:prSet presAssocID="{2A206FE7-4DC5-48AF-8ECF-A39F477DA257}" presName="negativeSpace" presStyleCnt="0"/>
      <dgm:spPr/>
    </dgm:pt>
    <dgm:pt modelId="{F6C0B528-E5B1-49CA-9C9C-103FC1921A4A}" type="pres">
      <dgm:prSet presAssocID="{2A206FE7-4DC5-48AF-8ECF-A39F477DA257}" presName="childText" presStyleLbl="conFgAcc1" presStyleIdx="1" presStyleCnt="4">
        <dgm:presLayoutVars>
          <dgm:bulletEnabled val="1"/>
        </dgm:presLayoutVars>
      </dgm:prSet>
      <dgm:spPr/>
    </dgm:pt>
    <dgm:pt modelId="{FC3F134C-E5E7-476C-8725-7ACBA0D9D97D}" type="pres">
      <dgm:prSet presAssocID="{8CFBF54E-C3AE-487D-912D-67DE6EEC1313}" presName="spaceBetweenRectangles" presStyleCnt="0"/>
      <dgm:spPr/>
    </dgm:pt>
    <dgm:pt modelId="{77C989A2-CE93-4AE7-A588-E633DEC96C5F}" type="pres">
      <dgm:prSet presAssocID="{D7B2A086-C779-4D45-90F9-C71321C44565}" presName="parentLin" presStyleCnt="0"/>
      <dgm:spPr/>
    </dgm:pt>
    <dgm:pt modelId="{D9E776E4-5D4B-424A-9F10-28DB5ED4F717}" type="pres">
      <dgm:prSet presAssocID="{D7B2A086-C779-4D45-90F9-C71321C44565}" presName="parentLeftMargin" presStyleLbl="node1" presStyleIdx="1" presStyleCnt="4"/>
      <dgm:spPr/>
    </dgm:pt>
    <dgm:pt modelId="{3ACD07E9-51A1-46EC-A97A-52B39C2FB54D}" type="pres">
      <dgm:prSet presAssocID="{D7B2A086-C779-4D45-90F9-C71321C44565}" presName="parentText" presStyleLbl="node1" presStyleIdx="2" presStyleCnt="4">
        <dgm:presLayoutVars>
          <dgm:chMax val="0"/>
          <dgm:bulletEnabled val="1"/>
        </dgm:presLayoutVars>
      </dgm:prSet>
      <dgm:spPr/>
    </dgm:pt>
    <dgm:pt modelId="{0582E2EA-82C2-4B16-8270-C5BD445E3166}" type="pres">
      <dgm:prSet presAssocID="{D7B2A086-C779-4D45-90F9-C71321C44565}" presName="negativeSpace" presStyleCnt="0"/>
      <dgm:spPr/>
    </dgm:pt>
    <dgm:pt modelId="{73F2A9F5-EBD1-46B5-BF59-EC5D0CF6CBA9}" type="pres">
      <dgm:prSet presAssocID="{D7B2A086-C779-4D45-90F9-C71321C44565}" presName="childText" presStyleLbl="conFgAcc1" presStyleIdx="2" presStyleCnt="4">
        <dgm:presLayoutVars>
          <dgm:bulletEnabled val="1"/>
        </dgm:presLayoutVars>
      </dgm:prSet>
      <dgm:spPr/>
    </dgm:pt>
    <dgm:pt modelId="{32029060-FB40-466C-96C3-A7998D9515C4}" type="pres">
      <dgm:prSet presAssocID="{BC27FD6B-B71F-4257-8708-F10113BE14C5}" presName="spaceBetweenRectangles" presStyleCnt="0"/>
      <dgm:spPr/>
    </dgm:pt>
    <dgm:pt modelId="{9D36672C-3B45-4D79-A079-68C87A9E1D51}" type="pres">
      <dgm:prSet presAssocID="{100DA0CA-83F4-4981-96EA-75D1042DE8FE}" presName="parentLin" presStyleCnt="0"/>
      <dgm:spPr/>
    </dgm:pt>
    <dgm:pt modelId="{24B396AD-CDF5-4BEF-B9B2-CF67A1A4A2CF}" type="pres">
      <dgm:prSet presAssocID="{100DA0CA-83F4-4981-96EA-75D1042DE8FE}" presName="parentLeftMargin" presStyleLbl="node1" presStyleIdx="2" presStyleCnt="4"/>
      <dgm:spPr/>
    </dgm:pt>
    <dgm:pt modelId="{FFE9A83C-0063-45B2-98B5-D80BCFFF79B1}" type="pres">
      <dgm:prSet presAssocID="{100DA0CA-83F4-4981-96EA-75D1042DE8FE}" presName="parentText" presStyleLbl="node1" presStyleIdx="3" presStyleCnt="4">
        <dgm:presLayoutVars>
          <dgm:chMax val="0"/>
          <dgm:bulletEnabled val="1"/>
        </dgm:presLayoutVars>
      </dgm:prSet>
      <dgm:spPr/>
      <dgm:t>
        <a:bodyPr/>
        <a:lstStyle/>
        <a:p>
          <a:endParaRPr lang="it-IT"/>
        </a:p>
      </dgm:t>
    </dgm:pt>
    <dgm:pt modelId="{81AF9AF7-6D93-4F9E-AC7E-795786748D5F}" type="pres">
      <dgm:prSet presAssocID="{100DA0CA-83F4-4981-96EA-75D1042DE8FE}" presName="negativeSpace" presStyleCnt="0"/>
      <dgm:spPr/>
    </dgm:pt>
    <dgm:pt modelId="{F15D9AC4-F2FE-4329-90DE-42B909DCF5B2}" type="pres">
      <dgm:prSet presAssocID="{100DA0CA-83F4-4981-96EA-75D1042DE8FE}" presName="childText" presStyleLbl="conFgAcc1" presStyleIdx="3" presStyleCnt="4">
        <dgm:presLayoutVars>
          <dgm:bulletEnabled val="1"/>
        </dgm:presLayoutVars>
      </dgm:prSet>
      <dgm:spPr/>
    </dgm:pt>
  </dgm:ptLst>
  <dgm:cxnLst>
    <dgm:cxn modelId="{0FCCE542-212E-4E94-961A-BF6ACD5B18D9}" srcId="{DEDD85DD-230E-49D9-A77C-C65B5C06A3E4}" destId="{2A206FE7-4DC5-48AF-8ECF-A39F477DA257}" srcOrd="1" destOrd="0" parTransId="{8A55BF5B-0690-4CDF-A849-BBF530276744}" sibTransId="{8CFBF54E-C3AE-487D-912D-67DE6EEC1313}"/>
    <dgm:cxn modelId="{698CBE97-B11D-476F-9B13-3E4496F48C2F}" type="presOf" srcId="{100DA0CA-83F4-4981-96EA-75D1042DE8FE}" destId="{FFE9A83C-0063-45B2-98B5-D80BCFFF79B1}" srcOrd="1" destOrd="0" presId="urn:microsoft.com/office/officeart/2005/8/layout/list1"/>
    <dgm:cxn modelId="{5AC0664F-9BBC-4EC6-A8B2-E282191D0229}" srcId="{DEDD85DD-230E-49D9-A77C-C65B5C06A3E4}" destId="{8EE470F3-CB27-4F82-AB0D-CFBD068FE6EC}" srcOrd="0" destOrd="0" parTransId="{E6FAAEF2-9216-42EC-8FD3-566581F351CE}" sibTransId="{18DE07DC-7068-4507-AEE2-ADEAAFDB26D8}"/>
    <dgm:cxn modelId="{706C4C46-7B10-4C47-85EF-2B620F7606AD}" type="presOf" srcId="{8EE470F3-CB27-4F82-AB0D-CFBD068FE6EC}" destId="{7107423A-BEA8-425F-9945-93E10B8BC0BC}" srcOrd="0" destOrd="0" presId="urn:microsoft.com/office/officeart/2005/8/layout/list1"/>
    <dgm:cxn modelId="{E0DDB85D-DDCC-415E-912B-1AE19C14AFE4}" type="presOf" srcId="{8EE470F3-CB27-4F82-AB0D-CFBD068FE6EC}" destId="{578C196B-8D9A-4E5B-A7D2-0C0805A5A0EE}" srcOrd="1" destOrd="0" presId="urn:microsoft.com/office/officeart/2005/8/layout/list1"/>
    <dgm:cxn modelId="{3368B8D3-DA9E-4F36-A4DF-63E9DD0CBF6E}" type="presOf" srcId="{D7B2A086-C779-4D45-90F9-C71321C44565}" destId="{D9E776E4-5D4B-424A-9F10-28DB5ED4F717}" srcOrd="0" destOrd="0" presId="urn:microsoft.com/office/officeart/2005/8/layout/list1"/>
    <dgm:cxn modelId="{33E57B18-4919-4D27-9A69-664F150D7680}" type="presOf" srcId="{2A206FE7-4DC5-48AF-8ECF-A39F477DA257}" destId="{52170BE0-9922-4737-9EBD-B0EF2F0EDB71}" srcOrd="0" destOrd="0" presId="urn:microsoft.com/office/officeart/2005/8/layout/list1"/>
    <dgm:cxn modelId="{6316DE3A-086D-4AD0-8555-C72215E18A49}" srcId="{DEDD85DD-230E-49D9-A77C-C65B5C06A3E4}" destId="{100DA0CA-83F4-4981-96EA-75D1042DE8FE}" srcOrd="3" destOrd="0" parTransId="{CADB55F1-CEF7-458E-AFF5-96060C9FF6E4}" sibTransId="{F11C730B-FF1C-4934-A429-517ED9C22667}"/>
    <dgm:cxn modelId="{7592B73E-2192-45F3-9C93-4C73573AD758}" type="presOf" srcId="{2A206FE7-4DC5-48AF-8ECF-A39F477DA257}" destId="{0BE21E7F-B49F-4996-9900-9311508E8A72}" srcOrd="1" destOrd="0" presId="urn:microsoft.com/office/officeart/2005/8/layout/list1"/>
    <dgm:cxn modelId="{5463107E-FE0C-4205-BFBD-1A39978E422A}" type="presOf" srcId="{D7B2A086-C779-4D45-90F9-C71321C44565}" destId="{3ACD07E9-51A1-46EC-A97A-52B39C2FB54D}" srcOrd="1" destOrd="0" presId="urn:microsoft.com/office/officeart/2005/8/layout/list1"/>
    <dgm:cxn modelId="{653ACD1E-4F5A-4BA4-8395-2E407081D7E4}" type="presOf" srcId="{DEDD85DD-230E-49D9-A77C-C65B5C06A3E4}" destId="{56A33D53-4DAE-4D53-AAAA-E94DE78A2CD5}" srcOrd="0" destOrd="0" presId="urn:microsoft.com/office/officeart/2005/8/layout/list1"/>
    <dgm:cxn modelId="{720554C0-C5B5-4F55-9B72-764B91D4A008}" srcId="{DEDD85DD-230E-49D9-A77C-C65B5C06A3E4}" destId="{D7B2A086-C779-4D45-90F9-C71321C44565}" srcOrd="2" destOrd="0" parTransId="{1A4BB2F7-40F0-4FA2-AA47-E5025E5D61FA}" sibTransId="{BC27FD6B-B71F-4257-8708-F10113BE14C5}"/>
    <dgm:cxn modelId="{03FB9125-5DE6-4A03-B361-FE530D9B5A19}" type="presOf" srcId="{100DA0CA-83F4-4981-96EA-75D1042DE8FE}" destId="{24B396AD-CDF5-4BEF-B9B2-CF67A1A4A2CF}" srcOrd="0" destOrd="0" presId="urn:microsoft.com/office/officeart/2005/8/layout/list1"/>
    <dgm:cxn modelId="{F253E570-A296-4A27-8B22-0CA584069A08}" type="presParOf" srcId="{56A33D53-4DAE-4D53-AAAA-E94DE78A2CD5}" destId="{09785EF3-27D2-4FDD-AD8C-1AA8B6C3F220}" srcOrd="0" destOrd="0" presId="urn:microsoft.com/office/officeart/2005/8/layout/list1"/>
    <dgm:cxn modelId="{EA22CB4A-DE22-41D5-BFEB-A64CD8135FEC}" type="presParOf" srcId="{09785EF3-27D2-4FDD-AD8C-1AA8B6C3F220}" destId="{7107423A-BEA8-425F-9945-93E10B8BC0BC}" srcOrd="0" destOrd="0" presId="urn:microsoft.com/office/officeart/2005/8/layout/list1"/>
    <dgm:cxn modelId="{E4630C0B-7B66-44EE-8509-D0F248015908}" type="presParOf" srcId="{09785EF3-27D2-4FDD-AD8C-1AA8B6C3F220}" destId="{578C196B-8D9A-4E5B-A7D2-0C0805A5A0EE}" srcOrd="1" destOrd="0" presId="urn:microsoft.com/office/officeart/2005/8/layout/list1"/>
    <dgm:cxn modelId="{F894955F-076D-4AAF-A1DD-CC2B13334DA8}" type="presParOf" srcId="{56A33D53-4DAE-4D53-AAAA-E94DE78A2CD5}" destId="{D564C205-544A-4D30-8E22-7E37BF922BDD}" srcOrd="1" destOrd="0" presId="urn:microsoft.com/office/officeart/2005/8/layout/list1"/>
    <dgm:cxn modelId="{A7F3F16E-980C-467D-9F79-36A99A95B14C}" type="presParOf" srcId="{56A33D53-4DAE-4D53-AAAA-E94DE78A2CD5}" destId="{CC25744D-EA38-4847-B9CE-EC34C4C9A15C}" srcOrd="2" destOrd="0" presId="urn:microsoft.com/office/officeart/2005/8/layout/list1"/>
    <dgm:cxn modelId="{0053FB25-1B66-4DB8-9030-97FD2D01B07C}" type="presParOf" srcId="{56A33D53-4DAE-4D53-AAAA-E94DE78A2CD5}" destId="{BECDCEA9-270A-4B63-A3D2-3C9B15CFB550}" srcOrd="3" destOrd="0" presId="urn:microsoft.com/office/officeart/2005/8/layout/list1"/>
    <dgm:cxn modelId="{C4670858-BD48-4CD7-8E40-497F540D50FB}" type="presParOf" srcId="{56A33D53-4DAE-4D53-AAAA-E94DE78A2CD5}" destId="{9D329666-861D-496D-9D1E-E1DBF4B1D336}" srcOrd="4" destOrd="0" presId="urn:microsoft.com/office/officeart/2005/8/layout/list1"/>
    <dgm:cxn modelId="{BAED2401-CCEB-4787-8570-B756B2250CE8}" type="presParOf" srcId="{9D329666-861D-496D-9D1E-E1DBF4B1D336}" destId="{52170BE0-9922-4737-9EBD-B0EF2F0EDB71}" srcOrd="0" destOrd="0" presId="urn:microsoft.com/office/officeart/2005/8/layout/list1"/>
    <dgm:cxn modelId="{32D48DD4-AD1C-4AFC-B2A5-B8FDAEA9AE3D}" type="presParOf" srcId="{9D329666-861D-496D-9D1E-E1DBF4B1D336}" destId="{0BE21E7F-B49F-4996-9900-9311508E8A72}" srcOrd="1" destOrd="0" presId="urn:microsoft.com/office/officeart/2005/8/layout/list1"/>
    <dgm:cxn modelId="{68E2BF25-83E1-4548-A1BD-4A0687690591}" type="presParOf" srcId="{56A33D53-4DAE-4D53-AAAA-E94DE78A2CD5}" destId="{99A675C0-2880-4623-88F6-92C4A478A8ED}" srcOrd="5" destOrd="0" presId="urn:microsoft.com/office/officeart/2005/8/layout/list1"/>
    <dgm:cxn modelId="{83542791-B2C1-4C3F-8FF4-DB8264D87D9B}" type="presParOf" srcId="{56A33D53-4DAE-4D53-AAAA-E94DE78A2CD5}" destId="{F6C0B528-E5B1-49CA-9C9C-103FC1921A4A}" srcOrd="6" destOrd="0" presId="urn:microsoft.com/office/officeart/2005/8/layout/list1"/>
    <dgm:cxn modelId="{65412854-D429-4929-8E37-FE9384FC07DD}" type="presParOf" srcId="{56A33D53-4DAE-4D53-AAAA-E94DE78A2CD5}" destId="{FC3F134C-E5E7-476C-8725-7ACBA0D9D97D}" srcOrd="7" destOrd="0" presId="urn:microsoft.com/office/officeart/2005/8/layout/list1"/>
    <dgm:cxn modelId="{6437C2E5-DA83-453A-B98F-51F583EF721B}" type="presParOf" srcId="{56A33D53-4DAE-4D53-AAAA-E94DE78A2CD5}" destId="{77C989A2-CE93-4AE7-A588-E633DEC96C5F}" srcOrd="8" destOrd="0" presId="urn:microsoft.com/office/officeart/2005/8/layout/list1"/>
    <dgm:cxn modelId="{D5EC277D-DB40-4A71-B185-CEE16E67D9B4}" type="presParOf" srcId="{77C989A2-CE93-4AE7-A588-E633DEC96C5F}" destId="{D9E776E4-5D4B-424A-9F10-28DB5ED4F717}" srcOrd="0" destOrd="0" presId="urn:microsoft.com/office/officeart/2005/8/layout/list1"/>
    <dgm:cxn modelId="{A3EA04E2-371A-421A-A13B-9B33165DD64A}" type="presParOf" srcId="{77C989A2-CE93-4AE7-A588-E633DEC96C5F}" destId="{3ACD07E9-51A1-46EC-A97A-52B39C2FB54D}" srcOrd="1" destOrd="0" presId="urn:microsoft.com/office/officeart/2005/8/layout/list1"/>
    <dgm:cxn modelId="{26BD2E2C-DB92-4EAB-84A0-1DDE48051502}" type="presParOf" srcId="{56A33D53-4DAE-4D53-AAAA-E94DE78A2CD5}" destId="{0582E2EA-82C2-4B16-8270-C5BD445E3166}" srcOrd="9" destOrd="0" presId="urn:microsoft.com/office/officeart/2005/8/layout/list1"/>
    <dgm:cxn modelId="{798FD675-FD74-4C2F-B28F-322F06899175}" type="presParOf" srcId="{56A33D53-4DAE-4D53-AAAA-E94DE78A2CD5}" destId="{73F2A9F5-EBD1-46B5-BF59-EC5D0CF6CBA9}" srcOrd="10" destOrd="0" presId="urn:microsoft.com/office/officeart/2005/8/layout/list1"/>
    <dgm:cxn modelId="{FA0E364B-78C6-46FB-87D1-B6BF1B1D8542}" type="presParOf" srcId="{56A33D53-4DAE-4D53-AAAA-E94DE78A2CD5}" destId="{32029060-FB40-466C-96C3-A7998D9515C4}" srcOrd="11" destOrd="0" presId="urn:microsoft.com/office/officeart/2005/8/layout/list1"/>
    <dgm:cxn modelId="{050B754E-8B48-46D7-B03B-AEDD75E86919}" type="presParOf" srcId="{56A33D53-4DAE-4D53-AAAA-E94DE78A2CD5}" destId="{9D36672C-3B45-4D79-A079-68C87A9E1D51}" srcOrd="12" destOrd="0" presId="urn:microsoft.com/office/officeart/2005/8/layout/list1"/>
    <dgm:cxn modelId="{DD646542-B25E-40D7-B3A3-078836106922}" type="presParOf" srcId="{9D36672C-3B45-4D79-A079-68C87A9E1D51}" destId="{24B396AD-CDF5-4BEF-B9B2-CF67A1A4A2CF}" srcOrd="0" destOrd="0" presId="urn:microsoft.com/office/officeart/2005/8/layout/list1"/>
    <dgm:cxn modelId="{5B7F7E66-C38F-4EE3-A478-51702B55883A}" type="presParOf" srcId="{9D36672C-3B45-4D79-A079-68C87A9E1D51}" destId="{FFE9A83C-0063-45B2-98B5-D80BCFFF79B1}" srcOrd="1" destOrd="0" presId="urn:microsoft.com/office/officeart/2005/8/layout/list1"/>
    <dgm:cxn modelId="{28974717-6832-4314-B4AE-297B14E7AB6C}" type="presParOf" srcId="{56A33D53-4DAE-4D53-AAAA-E94DE78A2CD5}" destId="{81AF9AF7-6D93-4F9E-AC7E-795786748D5F}" srcOrd="13" destOrd="0" presId="urn:microsoft.com/office/officeart/2005/8/layout/list1"/>
    <dgm:cxn modelId="{06BA1651-2A5F-4DC3-A1C6-ABC27A0384EA}" type="presParOf" srcId="{56A33D53-4DAE-4D53-AAAA-E94DE78A2CD5}" destId="{F15D9AC4-F2FE-4329-90DE-42B909DCF5B2}"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2DEB8C3-FD01-4E05-BCF2-6E084C12F357}" type="doc">
      <dgm:prSet loTypeId="urn:microsoft.com/office/officeart/2005/8/layout/list1" loCatId="list" qsTypeId="urn:microsoft.com/office/officeart/2005/8/quickstyle/3d3" qsCatId="3D" csTypeId="urn:microsoft.com/office/officeart/2005/8/colors/accent5_1" csCatId="accent5" phldr="1"/>
      <dgm:spPr/>
      <dgm:t>
        <a:bodyPr/>
        <a:lstStyle/>
        <a:p>
          <a:endParaRPr lang="it-IT"/>
        </a:p>
      </dgm:t>
    </dgm:pt>
    <dgm:pt modelId="{84CC5535-6CE9-4BD7-A48F-E282F4CA5343}">
      <dgm:prSet phldrT="[Testo]" custT="1"/>
      <dgm:spPr/>
      <dgm:t>
        <a:bodyPr/>
        <a:lstStyle/>
        <a:p>
          <a:pPr algn="ctr"/>
          <a:r>
            <a:rPr lang="it-IT" sz="1600" smtClean="0"/>
            <a:t>Media aritmetica dei vari livelli di giacenza ponderati per le rispettive durate (quantità di ogni articolo per i giorni in cui ciascuno è presente in inventario); questo calcolo  non è semplice e richiede un’accurata e dettagliata contabilità</a:t>
          </a:r>
          <a:endParaRPr lang="it-IT" sz="1600" dirty="0"/>
        </a:p>
      </dgm:t>
    </dgm:pt>
    <dgm:pt modelId="{0ABF7C8C-37D3-42F1-92D2-BD90855C518B}" type="parTrans" cxnId="{1B506248-829C-489E-92C8-3112FC7B6ED6}">
      <dgm:prSet/>
      <dgm:spPr/>
      <dgm:t>
        <a:bodyPr/>
        <a:lstStyle/>
        <a:p>
          <a:endParaRPr lang="it-IT" sz="1600">
            <a:solidFill>
              <a:schemeClr val="tx1"/>
            </a:solidFill>
          </a:endParaRPr>
        </a:p>
      </dgm:t>
    </dgm:pt>
    <dgm:pt modelId="{C7A86676-05BD-4B72-A7BF-7789830BD2BA}" type="sibTrans" cxnId="{1B506248-829C-489E-92C8-3112FC7B6ED6}">
      <dgm:prSet/>
      <dgm:spPr/>
      <dgm:t>
        <a:bodyPr/>
        <a:lstStyle/>
        <a:p>
          <a:endParaRPr lang="it-IT" sz="1600">
            <a:solidFill>
              <a:schemeClr val="tx1"/>
            </a:solidFill>
          </a:endParaRPr>
        </a:p>
      </dgm:t>
    </dgm:pt>
    <dgm:pt modelId="{D778D4FD-62F7-4E7F-A3F1-9D6C7986BCA0}">
      <dgm:prSet phldrT="[Testo]" custT="1"/>
      <dgm:spPr/>
      <dgm:t>
        <a:bodyPr/>
        <a:lstStyle/>
        <a:p>
          <a:pPr algn="ctr"/>
          <a:r>
            <a:rPr lang="it-IT" sz="1600" smtClean="0"/>
            <a:t>Un metodo più veloce ma che conduce a risultati accettabili consiste nel supporre un andamento lineare delle uscite e nell’effettuare la semplice media aritmetica tra il massimo (valore che la scorta raggiunge al versamento a magazzino di un ordine) ed il minimo (valore immediatamente prima del versamento successivo)</a:t>
          </a:r>
          <a:endParaRPr lang="it-IT" sz="1600" dirty="0"/>
        </a:p>
      </dgm:t>
    </dgm:pt>
    <dgm:pt modelId="{6E62D4C5-1364-4D15-9F67-3C83596084B0}" type="parTrans" cxnId="{16639BC8-0655-4442-B4CD-86C6DB5B2622}">
      <dgm:prSet/>
      <dgm:spPr/>
      <dgm:t>
        <a:bodyPr/>
        <a:lstStyle/>
        <a:p>
          <a:endParaRPr lang="it-IT" sz="1600">
            <a:solidFill>
              <a:schemeClr val="tx1"/>
            </a:solidFill>
          </a:endParaRPr>
        </a:p>
      </dgm:t>
    </dgm:pt>
    <dgm:pt modelId="{81CCCD77-D8DC-4DA9-96D2-4AA8748A635C}" type="sibTrans" cxnId="{16639BC8-0655-4442-B4CD-86C6DB5B2622}">
      <dgm:prSet/>
      <dgm:spPr/>
      <dgm:t>
        <a:bodyPr/>
        <a:lstStyle/>
        <a:p>
          <a:endParaRPr lang="it-IT" sz="1600">
            <a:solidFill>
              <a:schemeClr val="tx1"/>
            </a:solidFill>
          </a:endParaRPr>
        </a:p>
      </dgm:t>
    </dgm:pt>
    <dgm:pt modelId="{CAC3961C-1B22-4576-847C-15A564EC6846}">
      <dgm:prSet phldrT="[Testo]" custT="1"/>
      <dgm:spPr/>
      <dgm:t>
        <a:bodyPr/>
        <a:lstStyle/>
        <a:p>
          <a:pPr algn="ctr"/>
          <a:r>
            <a:rPr lang="it-IT" sz="1600" smtClean="0"/>
            <a:t>Un terzo metodo consiste nel valutare i valori di inventario ad inizio e fine mese e fare la media aritmetica tra questi due valori; in genere si adotta quest’ultima alternativa</a:t>
          </a:r>
          <a:endParaRPr lang="it-IT" sz="1600" dirty="0"/>
        </a:p>
      </dgm:t>
    </dgm:pt>
    <dgm:pt modelId="{AF0A644E-283B-4869-8DC2-5232280E0697}" type="parTrans" cxnId="{DBBC59DA-E0C8-4383-9C5F-ECC445CEC260}">
      <dgm:prSet/>
      <dgm:spPr/>
      <dgm:t>
        <a:bodyPr/>
        <a:lstStyle/>
        <a:p>
          <a:endParaRPr lang="it-IT" sz="1600">
            <a:solidFill>
              <a:schemeClr val="tx1"/>
            </a:solidFill>
          </a:endParaRPr>
        </a:p>
      </dgm:t>
    </dgm:pt>
    <dgm:pt modelId="{2A046472-AA05-4E29-9DDA-02A52E55A2E5}" type="sibTrans" cxnId="{DBBC59DA-E0C8-4383-9C5F-ECC445CEC260}">
      <dgm:prSet/>
      <dgm:spPr/>
      <dgm:t>
        <a:bodyPr/>
        <a:lstStyle/>
        <a:p>
          <a:endParaRPr lang="it-IT" sz="1600">
            <a:solidFill>
              <a:schemeClr val="tx1"/>
            </a:solidFill>
          </a:endParaRPr>
        </a:p>
      </dgm:t>
    </dgm:pt>
    <dgm:pt modelId="{C5ED2D0D-1677-41E7-809A-AF61C37A2309}" type="pres">
      <dgm:prSet presAssocID="{32DEB8C3-FD01-4E05-BCF2-6E084C12F357}" presName="linear" presStyleCnt="0">
        <dgm:presLayoutVars>
          <dgm:dir/>
          <dgm:animLvl val="lvl"/>
          <dgm:resizeHandles val="exact"/>
        </dgm:presLayoutVars>
      </dgm:prSet>
      <dgm:spPr/>
      <dgm:t>
        <a:bodyPr/>
        <a:lstStyle/>
        <a:p>
          <a:endParaRPr lang="it-IT"/>
        </a:p>
      </dgm:t>
    </dgm:pt>
    <dgm:pt modelId="{E34F8C2D-F589-4413-85C8-CBD8BBE33943}" type="pres">
      <dgm:prSet presAssocID="{84CC5535-6CE9-4BD7-A48F-E282F4CA5343}" presName="parentLin" presStyleCnt="0"/>
      <dgm:spPr/>
    </dgm:pt>
    <dgm:pt modelId="{76B9E8B7-528A-4BF8-90F4-C63568527E8F}" type="pres">
      <dgm:prSet presAssocID="{84CC5535-6CE9-4BD7-A48F-E282F4CA5343}" presName="parentLeftMargin" presStyleLbl="node1" presStyleIdx="0" presStyleCnt="3"/>
      <dgm:spPr/>
      <dgm:t>
        <a:bodyPr/>
        <a:lstStyle/>
        <a:p>
          <a:endParaRPr lang="it-IT"/>
        </a:p>
      </dgm:t>
    </dgm:pt>
    <dgm:pt modelId="{2A79FA6E-1946-4B4D-A522-A0E249FF5C17}" type="pres">
      <dgm:prSet presAssocID="{84CC5535-6CE9-4BD7-A48F-E282F4CA5343}" presName="parentText" presStyleLbl="node1" presStyleIdx="0" presStyleCnt="3" custScaleX="128572">
        <dgm:presLayoutVars>
          <dgm:chMax val="0"/>
          <dgm:bulletEnabled val="1"/>
        </dgm:presLayoutVars>
      </dgm:prSet>
      <dgm:spPr/>
      <dgm:t>
        <a:bodyPr/>
        <a:lstStyle/>
        <a:p>
          <a:endParaRPr lang="it-IT"/>
        </a:p>
      </dgm:t>
    </dgm:pt>
    <dgm:pt modelId="{E0201C4D-AFBF-49D7-8F72-98F40B6E6E0C}" type="pres">
      <dgm:prSet presAssocID="{84CC5535-6CE9-4BD7-A48F-E282F4CA5343}" presName="negativeSpace" presStyleCnt="0"/>
      <dgm:spPr/>
    </dgm:pt>
    <dgm:pt modelId="{25794329-B2F7-4E3D-877A-58B55CD549F0}" type="pres">
      <dgm:prSet presAssocID="{84CC5535-6CE9-4BD7-A48F-E282F4CA5343}" presName="childText" presStyleLbl="conFgAcc1" presStyleIdx="0" presStyleCnt="3">
        <dgm:presLayoutVars>
          <dgm:bulletEnabled val="1"/>
        </dgm:presLayoutVars>
      </dgm:prSet>
      <dgm:spPr/>
    </dgm:pt>
    <dgm:pt modelId="{A2D08FE1-8A86-4A5B-ABB3-A3708F35A6E4}" type="pres">
      <dgm:prSet presAssocID="{C7A86676-05BD-4B72-A7BF-7789830BD2BA}" presName="spaceBetweenRectangles" presStyleCnt="0"/>
      <dgm:spPr/>
    </dgm:pt>
    <dgm:pt modelId="{E70EB186-8B47-4CB8-AC79-77B89C7AC65A}" type="pres">
      <dgm:prSet presAssocID="{D778D4FD-62F7-4E7F-A3F1-9D6C7986BCA0}" presName="parentLin" presStyleCnt="0"/>
      <dgm:spPr/>
    </dgm:pt>
    <dgm:pt modelId="{618157FA-1BE3-41D4-A76A-C7A692AB498C}" type="pres">
      <dgm:prSet presAssocID="{D778D4FD-62F7-4E7F-A3F1-9D6C7986BCA0}" presName="parentLeftMargin" presStyleLbl="node1" presStyleIdx="0" presStyleCnt="3"/>
      <dgm:spPr/>
      <dgm:t>
        <a:bodyPr/>
        <a:lstStyle/>
        <a:p>
          <a:endParaRPr lang="it-IT"/>
        </a:p>
      </dgm:t>
    </dgm:pt>
    <dgm:pt modelId="{23A42185-C01A-4766-AA5F-A8911D287275}" type="pres">
      <dgm:prSet presAssocID="{D778D4FD-62F7-4E7F-A3F1-9D6C7986BCA0}" presName="parentText" presStyleLbl="node1" presStyleIdx="1" presStyleCnt="3" custScaleX="128572">
        <dgm:presLayoutVars>
          <dgm:chMax val="0"/>
          <dgm:bulletEnabled val="1"/>
        </dgm:presLayoutVars>
      </dgm:prSet>
      <dgm:spPr/>
      <dgm:t>
        <a:bodyPr/>
        <a:lstStyle/>
        <a:p>
          <a:endParaRPr lang="it-IT"/>
        </a:p>
      </dgm:t>
    </dgm:pt>
    <dgm:pt modelId="{4EAD9698-99F9-4870-AE24-7135DEFF2106}" type="pres">
      <dgm:prSet presAssocID="{D778D4FD-62F7-4E7F-A3F1-9D6C7986BCA0}" presName="negativeSpace" presStyleCnt="0"/>
      <dgm:spPr/>
    </dgm:pt>
    <dgm:pt modelId="{D14D26AA-998E-4B8C-9538-D3DD40DADA1E}" type="pres">
      <dgm:prSet presAssocID="{D778D4FD-62F7-4E7F-A3F1-9D6C7986BCA0}" presName="childText" presStyleLbl="conFgAcc1" presStyleIdx="1" presStyleCnt="3">
        <dgm:presLayoutVars>
          <dgm:bulletEnabled val="1"/>
        </dgm:presLayoutVars>
      </dgm:prSet>
      <dgm:spPr/>
    </dgm:pt>
    <dgm:pt modelId="{183D958B-FFE2-4D59-AC94-549C7B4E4A09}" type="pres">
      <dgm:prSet presAssocID="{81CCCD77-D8DC-4DA9-96D2-4AA8748A635C}" presName="spaceBetweenRectangles" presStyleCnt="0"/>
      <dgm:spPr/>
    </dgm:pt>
    <dgm:pt modelId="{9D53B894-444E-4A07-AC47-6FBA1475239D}" type="pres">
      <dgm:prSet presAssocID="{CAC3961C-1B22-4576-847C-15A564EC6846}" presName="parentLin" presStyleCnt="0"/>
      <dgm:spPr/>
    </dgm:pt>
    <dgm:pt modelId="{4DBCD66B-0332-4FD1-AC15-02A7CC71250F}" type="pres">
      <dgm:prSet presAssocID="{CAC3961C-1B22-4576-847C-15A564EC6846}" presName="parentLeftMargin" presStyleLbl="node1" presStyleIdx="1" presStyleCnt="3"/>
      <dgm:spPr/>
      <dgm:t>
        <a:bodyPr/>
        <a:lstStyle/>
        <a:p>
          <a:endParaRPr lang="it-IT"/>
        </a:p>
      </dgm:t>
    </dgm:pt>
    <dgm:pt modelId="{D451C816-CF55-41AD-A487-6B2BD208D57F}" type="pres">
      <dgm:prSet presAssocID="{CAC3961C-1B22-4576-847C-15A564EC6846}" presName="parentText" presStyleLbl="node1" presStyleIdx="2" presStyleCnt="3" custScaleX="128572">
        <dgm:presLayoutVars>
          <dgm:chMax val="0"/>
          <dgm:bulletEnabled val="1"/>
        </dgm:presLayoutVars>
      </dgm:prSet>
      <dgm:spPr/>
      <dgm:t>
        <a:bodyPr/>
        <a:lstStyle/>
        <a:p>
          <a:endParaRPr lang="it-IT"/>
        </a:p>
      </dgm:t>
    </dgm:pt>
    <dgm:pt modelId="{E5AC7655-8764-40FA-8788-2862EB71C255}" type="pres">
      <dgm:prSet presAssocID="{CAC3961C-1B22-4576-847C-15A564EC6846}" presName="negativeSpace" presStyleCnt="0"/>
      <dgm:spPr/>
    </dgm:pt>
    <dgm:pt modelId="{6A979AF9-AB79-4FBE-AF77-DC2C281D8685}" type="pres">
      <dgm:prSet presAssocID="{CAC3961C-1B22-4576-847C-15A564EC6846}" presName="childText" presStyleLbl="conFgAcc1" presStyleIdx="2" presStyleCnt="3">
        <dgm:presLayoutVars>
          <dgm:bulletEnabled val="1"/>
        </dgm:presLayoutVars>
      </dgm:prSet>
      <dgm:spPr/>
    </dgm:pt>
  </dgm:ptLst>
  <dgm:cxnLst>
    <dgm:cxn modelId="{C6CF2815-0296-4F30-918B-EB01729A1A6D}" type="presOf" srcId="{CAC3961C-1B22-4576-847C-15A564EC6846}" destId="{4DBCD66B-0332-4FD1-AC15-02A7CC71250F}" srcOrd="0" destOrd="0" presId="urn:microsoft.com/office/officeart/2005/8/layout/list1"/>
    <dgm:cxn modelId="{E9EF8CF9-B376-4C29-AD00-0D04F43D6944}" type="presOf" srcId="{32DEB8C3-FD01-4E05-BCF2-6E084C12F357}" destId="{C5ED2D0D-1677-41E7-809A-AF61C37A2309}" srcOrd="0" destOrd="0" presId="urn:microsoft.com/office/officeart/2005/8/layout/list1"/>
    <dgm:cxn modelId="{D74B7E8B-EDEB-4A45-A37F-652291A99E03}" type="presOf" srcId="{D778D4FD-62F7-4E7F-A3F1-9D6C7986BCA0}" destId="{618157FA-1BE3-41D4-A76A-C7A692AB498C}" srcOrd="0" destOrd="0" presId="urn:microsoft.com/office/officeart/2005/8/layout/list1"/>
    <dgm:cxn modelId="{53DFA0C8-7FC7-4335-A954-0D7C25518563}" type="presOf" srcId="{84CC5535-6CE9-4BD7-A48F-E282F4CA5343}" destId="{2A79FA6E-1946-4B4D-A522-A0E249FF5C17}" srcOrd="1" destOrd="0" presId="urn:microsoft.com/office/officeart/2005/8/layout/list1"/>
    <dgm:cxn modelId="{1B506248-829C-489E-92C8-3112FC7B6ED6}" srcId="{32DEB8C3-FD01-4E05-BCF2-6E084C12F357}" destId="{84CC5535-6CE9-4BD7-A48F-E282F4CA5343}" srcOrd="0" destOrd="0" parTransId="{0ABF7C8C-37D3-42F1-92D2-BD90855C518B}" sibTransId="{C7A86676-05BD-4B72-A7BF-7789830BD2BA}"/>
    <dgm:cxn modelId="{16639BC8-0655-4442-B4CD-86C6DB5B2622}" srcId="{32DEB8C3-FD01-4E05-BCF2-6E084C12F357}" destId="{D778D4FD-62F7-4E7F-A3F1-9D6C7986BCA0}" srcOrd="1" destOrd="0" parTransId="{6E62D4C5-1364-4D15-9F67-3C83596084B0}" sibTransId="{81CCCD77-D8DC-4DA9-96D2-4AA8748A635C}"/>
    <dgm:cxn modelId="{C9791CB0-0256-434F-9D25-4FDF3BD02836}" type="presOf" srcId="{CAC3961C-1B22-4576-847C-15A564EC6846}" destId="{D451C816-CF55-41AD-A487-6B2BD208D57F}" srcOrd="1" destOrd="0" presId="urn:microsoft.com/office/officeart/2005/8/layout/list1"/>
    <dgm:cxn modelId="{DBBC59DA-E0C8-4383-9C5F-ECC445CEC260}" srcId="{32DEB8C3-FD01-4E05-BCF2-6E084C12F357}" destId="{CAC3961C-1B22-4576-847C-15A564EC6846}" srcOrd="2" destOrd="0" parTransId="{AF0A644E-283B-4869-8DC2-5232280E0697}" sibTransId="{2A046472-AA05-4E29-9DDA-02A52E55A2E5}"/>
    <dgm:cxn modelId="{77876F44-0F3A-4494-B1A9-97C27CAC9B21}" type="presOf" srcId="{D778D4FD-62F7-4E7F-A3F1-9D6C7986BCA0}" destId="{23A42185-C01A-4766-AA5F-A8911D287275}" srcOrd="1" destOrd="0" presId="urn:microsoft.com/office/officeart/2005/8/layout/list1"/>
    <dgm:cxn modelId="{6625F378-101B-4D4C-8BF1-E4BA24FC1601}" type="presOf" srcId="{84CC5535-6CE9-4BD7-A48F-E282F4CA5343}" destId="{76B9E8B7-528A-4BF8-90F4-C63568527E8F}" srcOrd="0" destOrd="0" presId="urn:microsoft.com/office/officeart/2005/8/layout/list1"/>
    <dgm:cxn modelId="{78937F2C-67A3-41D5-8ACC-DA7CBAC7744B}" type="presParOf" srcId="{C5ED2D0D-1677-41E7-809A-AF61C37A2309}" destId="{E34F8C2D-F589-4413-85C8-CBD8BBE33943}" srcOrd="0" destOrd="0" presId="urn:microsoft.com/office/officeart/2005/8/layout/list1"/>
    <dgm:cxn modelId="{540EF3A5-3398-4280-8CB2-97B03C609CD6}" type="presParOf" srcId="{E34F8C2D-F589-4413-85C8-CBD8BBE33943}" destId="{76B9E8B7-528A-4BF8-90F4-C63568527E8F}" srcOrd="0" destOrd="0" presId="urn:microsoft.com/office/officeart/2005/8/layout/list1"/>
    <dgm:cxn modelId="{2BB86AE2-B9E9-443F-BF30-5D784C679D8C}" type="presParOf" srcId="{E34F8C2D-F589-4413-85C8-CBD8BBE33943}" destId="{2A79FA6E-1946-4B4D-A522-A0E249FF5C17}" srcOrd="1" destOrd="0" presId="urn:microsoft.com/office/officeart/2005/8/layout/list1"/>
    <dgm:cxn modelId="{40D3A552-36AD-4D67-958F-FDF31B973852}" type="presParOf" srcId="{C5ED2D0D-1677-41E7-809A-AF61C37A2309}" destId="{E0201C4D-AFBF-49D7-8F72-98F40B6E6E0C}" srcOrd="1" destOrd="0" presId="urn:microsoft.com/office/officeart/2005/8/layout/list1"/>
    <dgm:cxn modelId="{316B69E2-B4DD-4DC0-AE45-61AC444A9E7D}" type="presParOf" srcId="{C5ED2D0D-1677-41E7-809A-AF61C37A2309}" destId="{25794329-B2F7-4E3D-877A-58B55CD549F0}" srcOrd="2" destOrd="0" presId="urn:microsoft.com/office/officeart/2005/8/layout/list1"/>
    <dgm:cxn modelId="{395E7149-6C7A-46BC-B137-DC42ABA6F796}" type="presParOf" srcId="{C5ED2D0D-1677-41E7-809A-AF61C37A2309}" destId="{A2D08FE1-8A86-4A5B-ABB3-A3708F35A6E4}" srcOrd="3" destOrd="0" presId="urn:microsoft.com/office/officeart/2005/8/layout/list1"/>
    <dgm:cxn modelId="{E529D1FC-FACD-467B-B799-D3FB49B2C17D}" type="presParOf" srcId="{C5ED2D0D-1677-41E7-809A-AF61C37A2309}" destId="{E70EB186-8B47-4CB8-AC79-77B89C7AC65A}" srcOrd="4" destOrd="0" presId="urn:microsoft.com/office/officeart/2005/8/layout/list1"/>
    <dgm:cxn modelId="{D9ADA725-142D-4216-8FE3-0EF6294B9D74}" type="presParOf" srcId="{E70EB186-8B47-4CB8-AC79-77B89C7AC65A}" destId="{618157FA-1BE3-41D4-A76A-C7A692AB498C}" srcOrd="0" destOrd="0" presId="urn:microsoft.com/office/officeart/2005/8/layout/list1"/>
    <dgm:cxn modelId="{61FC1127-5880-44C4-8121-8AB4F15EAC79}" type="presParOf" srcId="{E70EB186-8B47-4CB8-AC79-77B89C7AC65A}" destId="{23A42185-C01A-4766-AA5F-A8911D287275}" srcOrd="1" destOrd="0" presId="urn:microsoft.com/office/officeart/2005/8/layout/list1"/>
    <dgm:cxn modelId="{FE0A1832-24EE-46CA-8080-71909F3C60D5}" type="presParOf" srcId="{C5ED2D0D-1677-41E7-809A-AF61C37A2309}" destId="{4EAD9698-99F9-4870-AE24-7135DEFF2106}" srcOrd="5" destOrd="0" presId="urn:microsoft.com/office/officeart/2005/8/layout/list1"/>
    <dgm:cxn modelId="{DAF81CCE-AB82-4597-B69C-C41B06CEAED9}" type="presParOf" srcId="{C5ED2D0D-1677-41E7-809A-AF61C37A2309}" destId="{D14D26AA-998E-4B8C-9538-D3DD40DADA1E}" srcOrd="6" destOrd="0" presId="urn:microsoft.com/office/officeart/2005/8/layout/list1"/>
    <dgm:cxn modelId="{BAEB2644-881D-4CAE-BC4D-82DED9D37385}" type="presParOf" srcId="{C5ED2D0D-1677-41E7-809A-AF61C37A2309}" destId="{183D958B-FFE2-4D59-AC94-549C7B4E4A09}" srcOrd="7" destOrd="0" presId="urn:microsoft.com/office/officeart/2005/8/layout/list1"/>
    <dgm:cxn modelId="{8B25E8BF-F779-476C-815C-B28ABF32F80C}" type="presParOf" srcId="{C5ED2D0D-1677-41E7-809A-AF61C37A2309}" destId="{9D53B894-444E-4A07-AC47-6FBA1475239D}" srcOrd="8" destOrd="0" presId="urn:microsoft.com/office/officeart/2005/8/layout/list1"/>
    <dgm:cxn modelId="{05082546-286D-424F-8E91-B35FA82DB4AE}" type="presParOf" srcId="{9D53B894-444E-4A07-AC47-6FBA1475239D}" destId="{4DBCD66B-0332-4FD1-AC15-02A7CC71250F}" srcOrd="0" destOrd="0" presId="urn:microsoft.com/office/officeart/2005/8/layout/list1"/>
    <dgm:cxn modelId="{3A5D5336-BAEE-4746-96E1-62526850152E}" type="presParOf" srcId="{9D53B894-444E-4A07-AC47-6FBA1475239D}" destId="{D451C816-CF55-41AD-A487-6B2BD208D57F}" srcOrd="1" destOrd="0" presId="urn:microsoft.com/office/officeart/2005/8/layout/list1"/>
    <dgm:cxn modelId="{43E97B12-B61B-4634-AEBF-810D2C50DDEB}" type="presParOf" srcId="{C5ED2D0D-1677-41E7-809A-AF61C37A2309}" destId="{E5AC7655-8764-40FA-8788-2862EB71C255}" srcOrd="9" destOrd="0" presId="urn:microsoft.com/office/officeart/2005/8/layout/list1"/>
    <dgm:cxn modelId="{734D1108-98B2-4D58-876D-CD46F4969DA4}" type="presParOf" srcId="{C5ED2D0D-1677-41E7-809A-AF61C37A2309}" destId="{6A979AF9-AB79-4FBE-AF77-DC2C281D8685}"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F21B42C-190A-4BD2-9082-DA415142602F}" type="doc">
      <dgm:prSet loTypeId="urn:microsoft.com/office/officeart/2008/layout/AlternatingHexagons" loCatId="list" qsTypeId="urn:microsoft.com/office/officeart/2005/8/quickstyle/3d2" qsCatId="3D" csTypeId="urn:microsoft.com/office/officeart/2005/8/colors/colorful3" csCatId="colorful" phldr="1"/>
      <dgm:spPr/>
      <dgm:t>
        <a:bodyPr/>
        <a:lstStyle/>
        <a:p>
          <a:endParaRPr lang="it-IT"/>
        </a:p>
      </dgm:t>
    </dgm:pt>
    <dgm:pt modelId="{72DCDC79-7DE3-4D1D-AEA4-BD9D9840B344}">
      <dgm:prSet phldrT="[Testo]" custT="1"/>
      <dgm:spPr>
        <a:solidFill>
          <a:srgbClr val="C2B094"/>
        </a:solidFill>
      </dgm:spPr>
      <dgm:t>
        <a:bodyPr/>
        <a:lstStyle/>
        <a:p>
          <a:r>
            <a:rPr lang="it-IT" sz="1300" b="1" dirty="0" smtClean="0">
              <a:solidFill>
                <a:schemeClr val="tx1"/>
              </a:solidFill>
            </a:rPr>
            <a:t>Scorta corrente</a:t>
          </a:r>
          <a:endParaRPr lang="it-IT" sz="1300" b="1" dirty="0">
            <a:solidFill>
              <a:schemeClr val="tx1"/>
            </a:solidFill>
          </a:endParaRPr>
        </a:p>
      </dgm:t>
    </dgm:pt>
    <dgm:pt modelId="{80C98718-BE0C-41CA-8436-D34DAA957F47}" type="parTrans" cxnId="{A85FD492-BBBF-4C4E-8BD9-9EB3CBDDB8DE}">
      <dgm:prSet/>
      <dgm:spPr/>
      <dgm:t>
        <a:bodyPr/>
        <a:lstStyle/>
        <a:p>
          <a:endParaRPr lang="it-IT"/>
        </a:p>
      </dgm:t>
    </dgm:pt>
    <dgm:pt modelId="{C64F1571-BC02-431A-9B25-A24CF44D6B40}" type="sibTrans" cxnId="{A85FD492-BBBF-4C4E-8BD9-9EB3CBDDB8DE}">
      <dgm:prSet custT="1"/>
      <dgm:spPr>
        <a:solidFill>
          <a:srgbClr val="A5C096"/>
        </a:solidFill>
      </dgm:spPr>
      <dgm:t>
        <a:bodyPr/>
        <a:lstStyle/>
        <a:p>
          <a:r>
            <a:rPr lang="it-IT" sz="1300" b="1" dirty="0" smtClean="0">
              <a:solidFill>
                <a:schemeClr val="tx1"/>
              </a:solidFill>
            </a:rPr>
            <a:t>Un componente prevedibile</a:t>
          </a:r>
          <a:endParaRPr lang="it-IT" sz="1300" b="1" dirty="0">
            <a:solidFill>
              <a:schemeClr val="tx1"/>
            </a:solidFill>
          </a:endParaRPr>
        </a:p>
      </dgm:t>
    </dgm:pt>
    <dgm:pt modelId="{2A5330CB-D7DA-4D6C-A0A8-63829630C882}">
      <dgm:prSet phldrT="[Testo]" custT="1"/>
      <dgm:spPr>
        <a:solidFill>
          <a:srgbClr val="9FC1B6"/>
        </a:solidFill>
      </dgm:spPr>
      <dgm:t>
        <a:bodyPr/>
        <a:lstStyle/>
        <a:p>
          <a:r>
            <a:rPr lang="it-IT" sz="1300" b="1" dirty="0" smtClean="0">
              <a:solidFill>
                <a:schemeClr val="tx1"/>
              </a:solidFill>
            </a:rPr>
            <a:t>Un componente imprevedibile</a:t>
          </a:r>
          <a:endParaRPr lang="it-IT" sz="1300" b="1" dirty="0">
            <a:solidFill>
              <a:schemeClr val="tx1"/>
            </a:solidFill>
          </a:endParaRPr>
        </a:p>
      </dgm:t>
    </dgm:pt>
    <dgm:pt modelId="{46D66D22-37F0-40B6-8F60-573097C79148}" type="parTrans" cxnId="{FC143B66-40C0-4484-B27B-365C18E7BAD1}">
      <dgm:prSet/>
      <dgm:spPr/>
      <dgm:t>
        <a:bodyPr/>
        <a:lstStyle/>
        <a:p>
          <a:endParaRPr lang="it-IT"/>
        </a:p>
      </dgm:t>
    </dgm:pt>
    <dgm:pt modelId="{F84ACB3F-FDA4-41FA-A9A1-07CC3C3682AA}" type="sibTrans" cxnId="{FC143B66-40C0-4484-B27B-365C18E7BAD1}">
      <dgm:prSet custT="1"/>
      <dgm:spPr>
        <a:solidFill>
          <a:srgbClr val="AFB7C9"/>
        </a:solidFill>
      </dgm:spPr>
      <dgm:t>
        <a:bodyPr/>
        <a:lstStyle/>
        <a:p>
          <a:r>
            <a:rPr lang="it-IT" sz="1300" b="1" dirty="0" smtClean="0">
              <a:solidFill>
                <a:schemeClr val="tx1"/>
              </a:solidFill>
            </a:rPr>
            <a:t>Scorta di sicurezza</a:t>
          </a:r>
          <a:endParaRPr lang="it-IT" sz="1300" b="1" dirty="0">
            <a:solidFill>
              <a:schemeClr val="tx1"/>
            </a:solidFill>
          </a:endParaRPr>
        </a:p>
      </dgm:t>
    </dgm:pt>
    <dgm:pt modelId="{2D7A41B6-9CFA-47A4-B2D9-DB44D8D4965E}" type="pres">
      <dgm:prSet presAssocID="{6F21B42C-190A-4BD2-9082-DA415142602F}" presName="Name0" presStyleCnt="0">
        <dgm:presLayoutVars>
          <dgm:chMax/>
          <dgm:chPref/>
          <dgm:dir/>
          <dgm:animLvl val="lvl"/>
        </dgm:presLayoutVars>
      </dgm:prSet>
      <dgm:spPr/>
      <dgm:t>
        <a:bodyPr/>
        <a:lstStyle/>
        <a:p>
          <a:endParaRPr lang="it-IT"/>
        </a:p>
      </dgm:t>
    </dgm:pt>
    <dgm:pt modelId="{6E136E2D-0C3A-4D49-B3AD-B3CEF88B292F}" type="pres">
      <dgm:prSet presAssocID="{72DCDC79-7DE3-4D1D-AEA4-BD9D9840B344}" presName="composite" presStyleCnt="0"/>
      <dgm:spPr/>
    </dgm:pt>
    <dgm:pt modelId="{0D6A50D2-36BA-43BB-BA2A-1E140B59679E}" type="pres">
      <dgm:prSet presAssocID="{72DCDC79-7DE3-4D1D-AEA4-BD9D9840B344}" presName="Parent1" presStyleLbl="node1" presStyleIdx="0" presStyleCnt="4">
        <dgm:presLayoutVars>
          <dgm:chMax val="1"/>
          <dgm:chPref val="1"/>
          <dgm:bulletEnabled val="1"/>
        </dgm:presLayoutVars>
      </dgm:prSet>
      <dgm:spPr/>
      <dgm:t>
        <a:bodyPr/>
        <a:lstStyle/>
        <a:p>
          <a:endParaRPr lang="it-IT"/>
        </a:p>
      </dgm:t>
    </dgm:pt>
    <dgm:pt modelId="{C8A6AEB3-0815-4069-865C-5B05580CF2F6}" type="pres">
      <dgm:prSet presAssocID="{72DCDC79-7DE3-4D1D-AEA4-BD9D9840B344}" presName="Childtext1" presStyleLbl="revTx" presStyleIdx="0" presStyleCnt="2">
        <dgm:presLayoutVars>
          <dgm:chMax val="0"/>
          <dgm:chPref val="0"/>
          <dgm:bulletEnabled val="1"/>
        </dgm:presLayoutVars>
      </dgm:prSet>
      <dgm:spPr/>
      <dgm:t>
        <a:bodyPr/>
        <a:lstStyle/>
        <a:p>
          <a:endParaRPr lang="it-IT"/>
        </a:p>
      </dgm:t>
    </dgm:pt>
    <dgm:pt modelId="{71384891-0BF1-499A-9DC5-9FC589724D67}" type="pres">
      <dgm:prSet presAssocID="{72DCDC79-7DE3-4D1D-AEA4-BD9D9840B344}" presName="BalanceSpacing" presStyleCnt="0"/>
      <dgm:spPr/>
    </dgm:pt>
    <dgm:pt modelId="{43245906-CB0F-432E-8932-18A10744D05E}" type="pres">
      <dgm:prSet presAssocID="{72DCDC79-7DE3-4D1D-AEA4-BD9D9840B344}" presName="BalanceSpacing1" presStyleCnt="0"/>
      <dgm:spPr/>
    </dgm:pt>
    <dgm:pt modelId="{69C52D1E-96DC-4E7C-9F6B-119FC62BDCAA}" type="pres">
      <dgm:prSet presAssocID="{C64F1571-BC02-431A-9B25-A24CF44D6B40}" presName="Accent1Text" presStyleLbl="node1" presStyleIdx="1" presStyleCnt="4"/>
      <dgm:spPr/>
      <dgm:t>
        <a:bodyPr/>
        <a:lstStyle/>
        <a:p>
          <a:endParaRPr lang="it-IT"/>
        </a:p>
      </dgm:t>
    </dgm:pt>
    <dgm:pt modelId="{DF2C8836-40B4-4B74-A822-8B70D916AD94}" type="pres">
      <dgm:prSet presAssocID="{C64F1571-BC02-431A-9B25-A24CF44D6B40}" presName="spaceBetweenRectangles" presStyleCnt="0"/>
      <dgm:spPr/>
    </dgm:pt>
    <dgm:pt modelId="{C7C50A60-EB9B-41A3-A1AB-30E77E5595C3}" type="pres">
      <dgm:prSet presAssocID="{2A5330CB-D7DA-4D6C-A0A8-63829630C882}" presName="composite" presStyleCnt="0"/>
      <dgm:spPr/>
    </dgm:pt>
    <dgm:pt modelId="{2DFBCCF8-A005-4AE0-A9FA-805E3206C23C}" type="pres">
      <dgm:prSet presAssocID="{2A5330CB-D7DA-4D6C-A0A8-63829630C882}" presName="Parent1" presStyleLbl="node1" presStyleIdx="2" presStyleCnt="4">
        <dgm:presLayoutVars>
          <dgm:chMax val="1"/>
          <dgm:chPref val="1"/>
          <dgm:bulletEnabled val="1"/>
        </dgm:presLayoutVars>
      </dgm:prSet>
      <dgm:spPr/>
      <dgm:t>
        <a:bodyPr/>
        <a:lstStyle/>
        <a:p>
          <a:endParaRPr lang="it-IT"/>
        </a:p>
      </dgm:t>
    </dgm:pt>
    <dgm:pt modelId="{EC53E8A2-46BA-40C2-986A-2EA220E677F4}" type="pres">
      <dgm:prSet presAssocID="{2A5330CB-D7DA-4D6C-A0A8-63829630C882}" presName="Childtext1" presStyleLbl="revTx" presStyleIdx="1" presStyleCnt="2">
        <dgm:presLayoutVars>
          <dgm:chMax val="0"/>
          <dgm:chPref val="0"/>
          <dgm:bulletEnabled val="1"/>
        </dgm:presLayoutVars>
      </dgm:prSet>
      <dgm:spPr/>
      <dgm:t>
        <a:bodyPr/>
        <a:lstStyle/>
        <a:p>
          <a:endParaRPr lang="it-IT"/>
        </a:p>
      </dgm:t>
    </dgm:pt>
    <dgm:pt modelId="{D83844E1-5529-406A-841D-772D4AC00693}" type="pres">
      <dgm:prSet presAssocID="{2A5330CB-D7DA-4D6C-A0A8-63829630C882}" presName="BalanceSpacing" presStyleCnt="0"/>
      <dgm:spPr/>
    </dgm:pt>
    <dgm:pt modelId="{8ADBD8F2-9CB2-4375-B28E-69E9E0DE0BD6}" type="pres">
      <dgm:prSet presAssocID="{2A5330CB-D7DA-4D6C-A0A8-63829630C882}" presName="BalanceSpacing1" presStyleCnt="0"/>
      <dgm:spPr/>
    </dgm:pt>
    <dgm:pt modelId="{9B5CD2FD-DF7B-4FAB-AE6A-131B9037D2F4}" type="pres">
      <dgm:prSet presAssocID="{F84ACB3F-FDA4-41FA-A9A1-07CC3C3682AA}" presName="Accent1Text" presStyleLbl="node1" presStyleIdx="3" presStyleCnt="4"/>
      <dgm:spPr/>
      <dgm:t>
        <a:bodyPr/>
        <a:lstStyle/>
        <a:p>
          <a:endParaRPr lang="it-IT"/>
        </a:p>
      </dgm:t>
    </dgm:pt>
  </dgm:ptLst>
  <dgm:cxnLst>
    <dgm:cxn modelId="{00192871-E566-40FA-9E58-E9D9963D2D5E}" type="presOf" srcId="{F84ACB3F-FDA4-41FA-A9A1-07CC3C3682AA}" destId="{9B5CD2FD-DF7B-4FAB-AE6A-131B9037D2F4}" srcOrd="0" destOrd="0" presId="urn:microsoft.com/office/officeart/2008/layout/AlternatingHexagons"/>
    <dgm:cxn modelId="{956DFB3A-7B64-4628-BC3B-84B513FB5107}" type="presOf" srcId="{6F21B42C-190A-4BD2-9082-DA415142602F}" destId="{2D7A41B6-9CFA-47A4-B2D9-DB44D8D4965E}" srcOrd="0" destOrd="0" presId="urn:microsoft.com/office/officeart/2008/layout/AlternatingHexagons"/>
    <dgm:cxn modelId="{A85FD492-BBBF-4C4E-8BD9-9EB3CBDDB8DE}" srcId="{6F21B42C-190A-4BD2-9082-DA415142602F}" destId="{72DCDC79-7DE3-4D1D-AEA4-BD9D9840B344}" srcOrd="0" destOrd="0" parTransId="{80C98718-BE0C-41CA-8436-D34DAA957F47}" sibTransId="{C64F1571-BC02-431A-9B25-A24CF44D6B40}"/>
    <dgm:cxn modelId="{78E32A6B-41DA-4C0D-9162-37966B708C94}" type="presOf" srcId="{2A5330CB-D7DA-4D6C-A0A8-63829630C882}" destId="{2DFBCCF8-A005-4AE0-A9FA-805E3206C23C}" srcOrd="0" destOrd="0" presId="urn:microsoft.com/office/officeart/2008/layout/AlternatingHexagons"/>
    <dgm:cxn modelId="{2FA8143F-8596-47DB-AAD6-353876EAA157}" type="presOf" srcId="{C64F1571-BC02-431A-9B25-A24CF44D6B40}" destId="{69C52D1E-96DC-4E7C-9F6B-119FC62BDCAA}" srcOrd="0" destOrd="0" presId="urn:microsoft.com/office/officeart/2008/layout/AlternatingHexagons"/>
    <dgm:cxn modelId="{FC143B66-40C0-4484-B27B-365C18E7BAD1}" srcId="{6F21B42C-190A-4BD2-9082-DA415142602F}" destId="{2A5330CB-D7DA-4D6C-A0A8-63829630C882}" srcOrd="1" destOrd="0" parTransId="{46D66D22-37F0-40B6-8F60-573097C79148}" sibTransId="{F84ACB3F-FDA4-41FA-A9A1-07CC3C3682AA}"/>
    <dgm:cxn modelId="{9EF80E1E-FFCF-4F4A-99FB-F46CC7773178}" type="presOf" srcId="{72DCDC79-7DE3-4D1D-AEA4-BD9D9840B344}" destId="{0D6A50D2-36BA-43BB-BA2A-1E140B59679E}" srcOrd="0" destOrd="0" presId="urn:microsoft.com/office/officeart/2008/layout/AlternatingHexagons"/>
    <dgm:cxn modelId="{A5E92772-073C-45DA-AE77-2A883AC9988F}" type="presParOf" srcId="{2D7A41B6-9CFA-47A4-B2D9-DB44D8D4965E}" destId="{6E136E2D-0C3A-4D49-B3AD-B3CEF88B292F}" srcOrd="0" destOrd="0" presId="urn:microsoft.com/office/officeart/2008/layout/AlternatingHexagons"/>
    <dgm:cxn modelId="{3002AAFA-4E05-43C7-BE1D-FF8BF3DC8708}" type="presParOf" srcId="{6E136E2D-0C3A-4D49-B3AD-B3CEF88B292F}" destId="{0D6A50D2-36BA-43BB-BA2A-1E140B59679E}" srcOrd="0" destOrd="0" presId="urn:microsoft.com/office/officeart/2008/layout/AlternatingHexagons"/>
    <dgm:cxn modelId="{E4E99F8F-B58F-4360-97CF-B384884C8E43}" type="presParOf" srcId="{6E136E2D-0C3A-4D49-B3AD-B3CEF88B292F}" destId="{C8A6AEB3-0815-4069-865C-5B05580CF2F6}" srcOrd="1" destOrd="0" presId="urn:microsoft.com/office/officeart/2008/layout/AlternatingHexagons"/>
    <dgm:cxn modelId="{EAAC9D4C-EBD7-426E-9490-FAFDB67F7C9C}" type="presParOf" srcId="{6E136E2D-0C3A-4D49-B3AD-B3CEF88B292F}" destId="{71384891-0BF1-499A-9DC5-9FC589724D67}" srcOrd="2" destOrd="0" presId="urn:microsoft.com/office/officeart/2008/layout/AlternatingHexagons"/>
    <dgm:cxn modelId="{7E834C20-F230-4F19-95E3-AE40FC248487}" type="presParOf" srcId="{6E136E2D-0C3A-4D49-B3AD-B3CEF88B292F}" destId="{43245906-CB0F-432E-8932-18A10744D05E}" srcOrd="3" destOrd="0" presId="urn:microsoft.com/office/officeart/2008/layout/AlternatingHexagons"/>
    <dgm:cxn modelId="{4F3E3B45-C7CD-482C-83AA-DF6F179E2F5B}" type="presParOf" srcId="{6E136E2D-0C3A-4D49-B3AD-B3CEF88B292F}" destId="{69C52D1E-96DC-4E7C-9F6B-119FC62BDCAA}" srcOrd="4" destOrd="0" presId="urn:microsoft.com/office/officeart/2008/layout/AlternatingHexagons"/>
    <dgm:cxn modelId="{4DB306A8-B88D-461A-8D22-98CD4B0EC69E}" type="presParOf" srcId="{2D7A41B6-9CFA-47A4-B2D9-DB44D8D4965E}" destId="{DF2C8836-40B4-4B74-A822-8B70D916AD94}" srcOrd="1" destOrd="0" presId="urn:microsoft.com/office/officeart/2008/layout/AlternatingHexagons"/>
    <dgm:cxn modelId="{A00E7409-CA2C-4F14-BAA0-A7E8AB959E9F}" type="presParOf" srcId="{2D7A41B6-9CFA-47A4-B2D9-DB44D8D4965E}" destId="{C7C50A60-EB9B-41A3-A1AB-30E77E5595C3}" srcOrd="2" destOrd="0" presId="urn:microsoft.com/office/officeart/2008/layout/AlternatingHexagons"/>
    <dgm:cxn modelId="{3D9C040F-FD70-450A-8C69-2B8E8D256EFC}" type="presParOf" srcId="{C7C50A60-EB9B-41A3-A1AB-30E77E5595C3}" destId="{2DFBCCF8-A005-4AE0-A9FA-805E3206C23C}" srcOrd="0" destOrd="0" presId="urn:microsoft.com/office/officeart/2008/layout/AlternatingHexagons"/>
    <dgm:cxn modelId="{E72267E0-1900-4803-B66C-0BF36289A759}" type="presParOf" srcId="{C7C50A60-EB9B-41A3-A1AB-30E77E5595C3}" destId="{EC53E8A2-46BA-40C2-986A-2EA220E677F4}" srcOrd="1" destOrd="0" presId="urn:microsoft.com/office/officeart/2008/layout/AlternatingHexagons"/>
    <dgm:cxn modelId="{4F65E445-7C2D-4D95-9395-25DF0ABDE6CC}" type="presParOf" srcId="{C7C50A60-EB9B-41A3-A1AB-30E77E5595C3}" destId="{D83844E1-5529-406A-841D-772D4AC00693}" srcOrd="2" destOrd="0" presId="urn:microsoft.com/office/officeart/2008/layout/AlternatingHexagons"/>
    <dgm:cxn modelId="{F778C0A7-331A-4AF9-90F5-0FA256DF70E2}" type="presParOf" srcId="{C7C50A60-EB9B-41A3-A1AB-30E77E5595C3}" destId="{8ADBD8F2-9CB2-4375-B28E-69E9E0DE0BD6}" srcOrd="3" destOrd="0" presId="urn:microsoft.com/office/officeart/2008/layout/AlternatingHexagons"/>
    <dgm:cxn modelId="{467B5640-2198-4E13-951F-27608051E07F}" type="presParOf" srcId="{C7C50A60-EB9B-41A3-A1AB-30E77E5595C3}" destId="{9B5CD2FD-DF7B-4FAB-AE6A-131B9037D2F4}" srcOrd="4" destOrd="0" presId="urn:microsoft.com/office/officeart/2008/layout/AlternatingHexagon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C174B73-36CC-4912-8FBD-1F59C6F4BE41}"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it-IT"/>
        </a:p>
      </dgm:t>
    </dgm:pt>
    <dgm:pt modelId="{CBE49A68-6473-4BA7-9775-83AE82B666F2}">
      <dgm:prSet phldrT="[Testo]">
        <dgm:style>
          <a:lnRef idx="2">
            <a:schemeClr val="accent6"/>
          </a:lnRef>
          <a:fillRef idx="1">
            <a:schemeClr val="lt1"/>
          </a:fillRef>
          <a:effectRef idx="0">
            <a:schemeClr val="accent6"/>
          </a:effectRef>
          <a:fontRef idx="minor">
            <a:schemeClr val="dk1"/>
          </a:fontRef>
        </dgm:style>
      </dgm:prSet>
      <dgm:spPr>
        <a:ln>
          <a:solidFill>
            <a:srgbClr val="AD5D4D"/>
          </a:solidFill>
        </a:ln>
      </dgm:spPr>
      <dgm:t>
        <a:bodyPr/>
        <a:lstStyle/>
        <a:p>
          <a:pPr algn="ctr"/>
          <a:r>
            <a:rPr lang="it-IT" dirty="0" smtClean="0"/>
            <a:t>La funzione delle scorte è quella di assicurare continuità all’attività per cui sono state create (produzione, vendite). Nello svolgimento di queste attività vi sarà sempre un determinato obiettivo da cogliere</a:t>
          </a:r>
          <a:endParaRPr lang="it-IT" dirty="0"/>
        </a:p>
      </dgm:t>
    </dgm:pt>
    <dgm:pt modelId="{2E989388-7EC5-4674-84AE-80B182651D8A}" type="parTrans" cxnId="{307BB222-8C4B-4F9B-9EBF-F7798C329F1E}">
      <dgm:prSet/>
      <dgm:spPr/>
      <dgm:t>
        <a:bodyPr/>
        <a:lstStyle/>
        <a:p>
          <a:pPr algn="just"/>
          <a:endParaRPr lang="it-IT"/>
        </a:p>
      </dgm:t>
    </dgm:pt>
    <dgm:pt modelId="{E46887F3-1936-4BEE-BFA2-A0D9BC9DF843}" type="sibTrans" cxnId="{307BB222-8C4B-4F9B-9EBF-F7798C329F1E}">
      <dgm:prSet/>
      <dgm:spPr/>
      <dgm:t>
        <a:bodyPr/>
        <a:lstStyle/>
        <a:p>
          <a:pPr algn="just"/>
          <a:endParaRPr lang="it-IT"/>
        </a:p>
      </dgm:t>
    </dgm:pt>
    <dgm:pt modelId="{323D7D59-0F8A-4F67-A3D7-3B4F43CCFA27}">
      <dgm:prSet phldrT="[Testo]"/>
      <dgm:spPr/>
      <dgm:t>
        <a:bodyPr/>
        <a:lstStyle/>
        <a:p>
          <a:pPr algn="just"/>
          <a:r>
            <a:rPr lang="it-IT" dirty="0" smtClean="0"/>
            <a:t>Se si sta producendo un prodotto, lo si sta producendo in «quella» quantità (e non in un’altra) in un certo tempo</a:t>
          </a:r>
          <a:endParaRPr lang="it-IT" dirty="0"/>
        </a:p>
      </dgm:t>
    </dgm:pt>
    <dgm:pt modelId="{DDD812FD-3DCD-43B7-9B93-BA9B3A6E1B1E}" type="parTrans" cxnId="{F50266C1-F000-4BF0-A15F-8FF11A082856}">
      <dgm:prSet/>
      <dgm:spPr/>
      <dgm:t>
        <a:bodyPr/>
        <a:lstStyle/>
        <a:p>
          <a:pPr algn="just"/>
          <a:endParaRPr lang="it-IT"/>
        </a:p>
      </dgm:t>
    </dgm:pt>
    <dgm:pt modelId="{389D3646-8448-4E57-BEC0-A5DAB93B1BE1}" type="sibTrans" cxnId="{F50266C1-F000-4BF0-A15F-8FF11A082856}">
      <dgm:prSet/>
      <dgm:spPr/>
      <dgm:t>
        <a:bodyPr/>
        <a:lstStyle/>
        <a:p>
          <a:pPr algn="just"/>
          <a:endParaRPr lang="it-IT"/>
        </a:p>
      </dgm:t>
    </dgm:pt>
    <dgm:pt modelId="{E476590C-522B-4AD3-8C57-7110B0816601}">
      <dgm:prSet phldrT="[Testo]"/>
      <dgm:spPr/>
      <dgm:t>
        <a:bodyPr/>
        <a:lstStyle/>
        <a:p>
          <a:pPr algn="just"/>
          <a:r>
            <a:rPr lang="it-IT" dirty="0" smtClean="0"/>
            <a:t>Se si sta acquistando un materiale, lo si acquista pensando di riceverlo in «un certo lasso di tempo» (e non in un altro) ed «in quella quantità» (e non in un’altra)</a:t>
          </a:r>
          <a:endParaRPr lang="it-IT" dirty="0"/>
        </a:p>
      </dgm:t>
    </dgm:pt>
    <dgm:pt modelId="{F84F5BF0-646C-4ECA-BDE9-FF9047452D3C}" type="parTrans" cxnId="{0919FCB0-6C1E-4B0A-918E-7D02A75797EE}">
      <dgm:prSet/>
      <dgm:spPr/>
      <dgm:t>
        <a:bodyPr/>
        <a:lstStyle/>
        <a:p>
          <a:pPr algn="just"/>
          <a:endParaRPr lang="it-IT"/>
        </a:p>
      </dgm:t>
    </dgm:pt>
    <dgm:pt modelId="{66E4E621-BB23-4553-B2C8-3D3E2A4FB61A}" type="sibTrans" cxnId="{0919FCB0-6C1E-4B0A-918E-7D02A75797EE}">
      <dgm:prSet/>
      <dgm:spPr/>
      <dgm:t>
        <a:bodyPr/>
        <a:lstStyle/>
        <a:p>
          <a:pPr algn="just"/>
          <a:endParaRPr lang="it-IT"/>
        </a:p>
      </dgm:t>
    </dgm:pt>
    <dgm:pt modelId="{0008FF4D-1C57-4BA9-AB1C-D35A9BCDB240}">
      <dgm:prSet phldrT="[Testo]"/>
      <dgm:spPr/>
      <dgm:t>
        <a:bodyPr/>
        <a:lstStyle/>
        <a:p>
          <a:pPr algn="just"/>
          <a:r>
            <a:rPr lang="it-IT" dirty="0" smtClean="0"/>
            <a:t>Se si vende un prodotto, si pensa di vendere «quel quantitativo o quel valore» (e non un altro)</a:t>
          </a:r>
          <a:endParaRPr lang="it-IT" dirty="0"/>
        </a:p>
      </dgm:t>
    </dgm:pt>
    <dgm:pt modelId="{488529A4-431D-45D4-9786-05BE2915B955}" type="parTrans" cxnId="{1EF58F67-34B1-4115-ADE6-652AC9DB8AF0}">
      <dgm:prSet/>
      <dgm:spPr/>
      <dgm:t>
        <a:bodyPr/>
        <a:lstStyle/>
        <a:p>
          <a:pPr algn="just"/>
          <a:endParaRPr lang="it-IT"/>
        </a:p>
      </dgm:t>
    </dgm:pt>
    <dgm:pt modelId="{9D49C53F-E51F-44F1-A0BB-C9A08F2B7225}" type="sibTrans" cxnId="{1EF58F67-34B1-4115-ADE6-652AC9DB8AF0}">
      <dgm:prSet/>
      <dgm:spPr/>
      <dgm:t>
        <a:bodyPr/>
        <a:lstStyle/>
        <a:p>
          <a:pPr algn="just"/>
          <a:endParaRPr lang="it-IT"/>
        </a:p>
      </dgm:t>
    </dgm:pt>
    <dgm:pt modelId="{BA7AA21A-6591-4760-B2B4-393E8298B631}" type="pres">
      <dgm:prSet presAssocID="{7C174B73-36CC-4912-8FBD-1F59C6F4BE41}" presName="vert0" presStyleCnt="0">
        <dgm:presLayoutVars>
          <dgm:dir/>
          <dgm:animOne val="branch"/>
          <dgm:animLvl val="lvl"/>
        </dgm:presLayoutVars>
      </dgm:prSet>
      <dgm:spPr/>
      <dgm:t>
        <a:bodyPr/>
        <a:lstStyle/>
        <a:p>
          <a:endParaRPr lang="it-IT"/>
        </a:p>
      </dgm:t>
    </dgm:pt>
    <dgm:pt modelId="{9168AE55-B7DF-41FB-979A-707532B4BD71}" type="pres">
      <dgm:prSet presAssocID="{CBE49A68-6473-4BA7-9775-83AE82B666F2}" presName="thickLine" presStyleLbl="alignNode1" presStyleIdx="0" presStyleCnt="1"/>
      <dgm:spPr/>
    </dgm:pt>
    <dgm:pt modelId="{507459E2-9530-4AA2-8134-F564CA8048DE}" type="pres">
      <dgm:prSet presAssocID="{CBE49A68-6473-4BA7-9775-83AE82B666F2}" presName="horz1" presStyleCnt="0"/>
      <dgm:spPr/>
    </dgm:pt>
    <dgm:pt modelId="{5BDB3121-E44A-47F8-B784-B3FE860D5F25}" type="pres">
      <dgm:prSet presAssocID="{CBE49A68-6473-4BA7-9775-83AE82B666F2}" presName="tx1" presStyleLbl="revTx" presStyleIdx="0" presStyleCnt="4" custScaleX="174690" custScaleY="98447"/>
      <dgm:spPr/>
      <dgm:t>
        <a:bodyPr/>
        <a:lstStyle/>
        <a:p>
          <a:endParaRPr lang="it-IT"/>
        </a:p>
      </dgm:t>
    </dgm:pt>
    <dgm:pt modelId="{2D4BA955-F3C0-4960-AB22-39BB643F795E}" type="pres">
      <dgm:prSet presAssocID="{CBE49A68-6473-4BA7-9775-83AE82B666F2}" presName="vert1" presStyleCnt="0"/>
      <dgm:spPr/>
    </dgm:pt>
    <dgm:pt modelId="{53A2F81B-76C6-4109-B474-BB191CB469C6}" type="pres">
      <dgm:prSet presAssocID="{323D7D59-0F8A-4F67-A3D7-3B4F43CCFA27}" presName="vertSpace2a" presStyleCnt="0"/>
      <dgm:spPr/>
    </dgm:pt>
    <dgm:pt modelId="{A4FA0224-ACBC-475E-BAE0-E3A6D4FC23B3}" type="pres">
      <dgm:prSet presAssocID="{323D7D59-0F8A-4F67-A3D7-3B4F43CCFA27}" presName="horz2" presStyleCnt="0"/>
      <dgm:spPr/>
    </dgm:pt>
    <dgm:pt modelId="{ECEF21FB-9EE4-4509-80A8-DCFE6E556EEB}" type="pres">
      <dgm:prSet presAssocID="{323D7D59-0F8A-4F67-A3D7-3B4F43CCFA27}" presName="horzSpace2" presStyleCnt="0"/>
      <dgm:spPr/>
    </dgm:pt>
    <dgm:pt modelId="{84E28106-2603-4B47-86FB-FE821B02A8C2}" type="pres">
      <dgm:prSet presAssocID="{323D7D59-0F8A-4F67-A3D7-3B4F43CCFA27}" presName="tx2" presStyleLbl="revTx" presStyleIdx="1" presStyleCnt="4"/>
      <dgm:spPr/>
      <dgm:t>
        <a:bodyPr/>
        <a:lstStyle/>
        <a:p>
          <a:endParaRPr lang="it-IT"/>
        </a:p>
      </dgm:t>
    </dgm:pt>
    <dgm:pt modelId="{E52681FA-690D-4575-ACD6-83E51A46CE20}" type="pres">
      <dgm:prSet presAssocID="{323D7D59-0F8A-4F67-A3D7-3B4F43CCFA27}" presName="vert2" presStyleCnt="0"/>
      <dgm:spPr/>
    </dgm:pt>
    <dgm:pt modelId="{719B61F4-92B3-4E0E-8449-7CBBB3DAE63D}" type="pres">
      <dgm:prSet presAssocID="{323D7D59-0F8A-4F67-A3D7-3B4F43CCFA27}" presName="thinLine2b" presStyleLbl="callout" presStyleIdx="0" presStyleCnt="3"/>
      <dgm:spPr/>
    </dgm:pt>
    <dgm:pt modelId="{CD244F59-A7F5-42EF-A278-6F1A52557D61}" type="pres">
      <dgm:prSet presAssocID="{323D7D59-0F8A-4F67-A3D7-3B4F43CCFA27}" presName="vertSpace2b" presStyleCnt="0"/>
      <dgm:spPr/>
    </dgm:pt>
    <dgm:pt modelId="{48224F9B-89C8-4256-A12A-FC46E9087AD0}" type="pres">
      <dgm:prSet presAssocID="{E476590C-522B-4AD3-8C57-7110B0816601}" presName="horz2" presStyleCnt="0"/>
      <dgm:spPr/>
    </dgm:pt>
    <dgm:pt modelId="{24BF171C-D2DE-48F6-9CBF-2BD395FF0C37}" type="pres">
      <dgm:prSet presAssocID="{E476590C-522B-4AD3-8C57-7110B0816601}" presName="horzSpace2" presStyleCnt="0"/>
      <dgm:spPr/>
    </dgm:pt>
    <dgm:pt modelId="{5DE7E673-D9CB-4047-AB08-5F50FDA48A7D}" type="pres">
      <dgm:prSet presAssocID="{E476590C-522B-4AD3-8C57-7110B0816601}" presName="tx2" presStyleLbl="revTx" presStyleIdx="2" presStyleCnt="4"/>
      <dgm:spPr/>
      <dgm:t>
        <a:bodyPr/>
        <a:lstStyle/>
        <a:p>
          <a:endParaRPr lang="it-IT"/>
        </a:p>
      </dgm:t>
    </dgm:pt>
    <dgm:pt modelId="{FC4C77DD-0D00-470A-AEA4-D5CE667EC289}" type="pres">
      <dgm:prSet presAssocID="{E476590C-522B-4AD3-8C57-7110B0816601}" presName="vert2" presStyleCnt="0"/>
      <dgm:spPr/>
    </dgm:pt>
    <dgm:pt modelId="{E59F9E0C-39D8-4AA5-B8AD-A8B4253FF540}" type="pres">
      <dgm:prSet presAssocID="{E476590C-522B-4AD3-8C57-7110B0816601}" presName="thinLine2b" presStyleLbl="callout" presStyleIdx="1" presStyleCnt="3"/>
      <dgm:spPr/>
    </dgm:pt>
    <dgm:pt modelId="{4F887FB8-EA1C-49E4-B352-4547BB682761}" type="pres">
      <dgm:prSet presAssocID="{E476590C-522B-4AD3-8C57-7110B0816601}" presName="vertSpace2b" presStyleCnt="0"/>
      <dgm:spPr/>
    </dgm:pt>
    <dgm:pt modelId="{5FD3E862-54C3-4632-9841-A0F1A93319F7}" type="pres">
      <dgm:prSet presAssocID="{0008FF4D-1C57-4BA9-AB1C-D35A9BCDB240}" presName="horz2" presStyleCnt="0"/>
      <dgm:spPr/>
    </dgm:pt>
    <dgm:pt modelId="{30112B3E-8D10-4694-B708-2849FD39D2E3}" type="pres">
      <dgm:prSet presAssocID="{0008FF4D-1C57-4BA9-AB1C-D35A9BCDB240}" presName="horzSpace2" presStyleCnt="0"/>
      <dgm:spPr/>
    </dgm:pt>
    <dgm:pt modelId="{8A39790B-F3E9-41AC-92D6-A2FE0728CE51}" type="pres">
      <dgm:prSet presAssocID="{0008FF4D-1C57-4BA9-AB1C-D35A9BCDB240}" presName="tx2" presStyleLbl="revTx" presStyleIdx="3" presStyleCnt="4"/>
      <dgm:spPr/>
      <dgm:t>
        <a:bodyPr/>
        <a:lstStyle/>
        <a:p>
          <a:endParaRPr lang="it-IT"/>
        </a:p>
      </dgm:t>
    </dgm:pt>
    <dgm:pt modelId="{F1C78DA7-E175-4C48-97DB-889D8C7D2447}" type="pres">
      <dgm:prSet presAssocID="{0008FF4D-1C57-4BA9-AB1C-D35A9BCDB240}" presName="vert2" presStyleCnt="0"/>
      <dgm:spPr/>
    </dgm:pt>
    <dgm:pt modelId="{D4382E4F-33E6-4606-A226-0742E91788F5}" type="pres">
      <dgm:prSet presAssocID="{0008FF4D-1C57-4BA9-AB1C-D35A9BCDB240}" presName="thinLine2b" presStyleLbl="callout" presStyleIdx="2" presStyleCnt="3"/>
      <dgm:spPr/>
    </dgm:pt>
    <dgm:pt modelId="{322DA5E2-FF87-4B6D-A6E1-495405CD0CBD}" type="pres">
      <dgm:prSet presAssocID="{0008FF4D-1C57-4BA9-AB1C-D35A9BCDB240}" presName="vertSpace2b" presStyleCnt="0"/>
      <dgm:spPr/>
    </dgm:pt>
  </dgm:ptLst>
  <dgm:cxnLst>
    <dgm:cxn modelId="{0919FCB0-6C1E-4B0A-918E-7D02A75797EE}" srcId="{CBE49A68-6473-4BA7-9775-83AE82B666F2}" destId="{E476590C-522B-4AD3-8C57-7110B0816601}" srcOrd="1" destOrd="0" parTransId="{F84F5BF0-646C-4ECA-BDE9-FF9047452D3C}" sibTransId="{66E4E621-BB23-4553-B2C8-3D3E2A4FB61A}"/>
    <dgm:cxn modelId="{307BB222-8C4B-4F9B-9EBF-F7798C329F1E}" srcId="{7C174B73-36CC-4912-8FBD-1F59C6F4BE41}" destId="{CBE49A68-6473-4BA7-9775-83AE82B666F2}" srcOrd="0" destOrd="0" parTransId="{2E989388-7EC5-4674-84AE-80B182651D8A}" sibTransId="{E46887F3-1936-4BEE-BFA2-A0D9BC9DF843}"/>
    <dgm:cxn modelId="{CF150D13-4941-4D9D-A7AD-118015A02247}" type="presOf" srcId="{0008FF4D-1C57-4BA9-AB1C-D35A9BCDB240}" destId="{8A39790B-F3E9-41AC-92D6-A2FE0728CE51}" srcOrd="0" destOrd="0" presId="urn:microsoft.com/office/officeart/2008/layout/LinedList"/>
    <dgm:cxn modelId="{F50266C1-F000-4BF0-A15F-8FF11A082856}" srcId="{CBE49A68-6473-4BA7-9775-83AE82B666F2}" destId="{323D7D59-0F8A-4F67-A3D7-3B4F43CCFA27}" srcOrd="0" destOrd="0" parTransId="{DDD812FD-3DCD-43B7-9B93-BA9B3A6E1B1E}" sibTransId="{389D3646-8448-4E57-BEC0-A5DAB93B1BE1}"/>
    <dgm:cxn modelId="{A9D528E0-6648-491D-8FA7-CA1711010E2F}" type="presOf" srcId="{CBE49A68-6473-4BA7-9775-83AE82B666F2}" destId="{5BDB3121-E44A-47F8-B784-B3FE860D5F25}" srcOrd="0" destOrd="0" presId="urn:microsoft.com/office/officeart/2008/layout/LinedList"/>
    <dgm:cxn modelId="{165D19BA-709D-4B3B-A3B6-4BFA01D06C31}" type="presOf" srcId="{323D7D59-0F8A-4F67-A3D7-3B4F43CCFA27}" destId="{84E28106-2603-4B47-86FB-FE821B02A8C2}" srcOrd="0" destOrd="0" presId="urn:microsoft.com/office/officeart/2008/layout/LinedList"/>
    <dgm:cxn modelId="{B164C71E-3C38-463B-ACBF-B740EDE83D72}" type="presOf" srcId="{E476590C-522B-4AD3-8C57-7110B0816601}" destId="{5DE7E673-D9CB-4047-AB08-5F50FDA48A7D}" srcOrd="0" destOrd="0" presId="urn:microsoft.com/office/officeart/2008/layout/LinedList"/>
    <dgm:cxn modelId="{A4751415-EE93-43AB-9E8D-98EF48AC4523}" type="presOf" srcId="{7C174B73-36CC-4912-8FBD-1F59C6F4BE41}" destId="{BA7AA21A-6591-4760-B2B4-393E8298B631}" srcOrd="0" destOrd="0" presId="urn:microsoft.com/office/officeart/2008/layout/LinedList"/>
    <dgm:cxn modelId="{1EF58F67-34B1-4115-ADE6-652AC9DB8AF0}" srcId="{CBE49A68-6473-4BA7-9775-83AE82B666F2}" destId="{0008FF4D-1C57-4BA9-AB1C-D35A9BCDB240}" srcOrd="2" destOrd="0" parTransId="{488529A4-431D-45D4-9786-05BE2915B955}" sibTransId="{9D49C53F-E51F-44F1-A0BB-C9A08F2B7225}"/>
    <dgm:cxn modelId="{92328742-0501-4CA5-9940-B46BBD13AEBD}" type="presParOf" srcId="{BA7AA21A-6591-4760-B2B4-393E8298B631}" destId="{9168AE55-B7DF-41FB-979A-707532B4BD71}" srcOrd="0" destOrd="0" presId="urn:microsoft.com/office/officeart/2008/layout/LinedList"/>
    <dgm:cxn modelId="{19AE0FF0-A467-489F-BA62-2D091618D63F}" type="presParOf" srcId="{BA7AA21A-6591-4760-B2B4-393E8298B631}" destId="{507459E2-9530-4AA2-8134-F564CA8048DE}" srcOrd="1" destOrd="0" presId="urn:microsoft.com/office/officeart/2008/layout/LinedList"/>
    <dgm:cxn modelId="{C8574288-06CA-4489-8679-747576087D58}" type="presParOf" srcId="{507459E2-9530-4AA2-8134-F564CA8048DE}" destId="{5BDB3121-E44A-47F8-B784-B3FE860D5F25}" srcOrd="0" destOrd="0" presId="urn:microsoft.com/office/officeart/2008/layout/LinedList"/>
    <dgm:cxn modelId="{26697859-B2CC-4078-84CE-9203695D1FF5}" type="presParOf" srcId="{507459E2-9530-4AA2-8134-F564CA8048DE}" destId="{2D4BA955-F3C0-4960-AB22-39BB643F795E}" srcOrd="1" destOrd="0" presId="urn:microsoft.com/office/officeart/2008/layout/LinedList"/>
    <dgm:cxn modelId="{4F58C7AE-DC7D-408B-8280-48A303A9AD21}" type="presParOf" srcId="{2D4BA955-F3C0-4960-AB22-39BB643F795E}" destId="{53A2F81B-76C6-4109-B474-BB191CB469C6}" srcOrd="0" destOrd="0" presId="urn:microsoft.com/office/officeart/2008/layout/LinedList"/>
    <dgm:cxn modelId="{57391B8D-FF39-455F-98D8-7A123AD09F58}" type="presParOf" srcId="{2D4BA955-F3C0-4960-AB22-39BB643F795E}" destId="{A4FA0224-ACBC-475E-BAE0-E3A6D4FC23B3}" srcOrd="1" destOrd="0" presId="urn:microsoft.com/office/officeart/2008/layout/LinedList"/>
    <dgm:cxn modelId="{44A87DFF-677A-48B2-AA97-533CDD14D148}" type="presParOf" srcId="{A4FA0224-ACBC-475E-BAE0-E3A6D4FC23B3}" destId="{ECEF21FB-9EE4-4509-80A8-DCFE6E556EEB}" srcOrd="0" destOrd="0" presId="urn:microsoft.com/office/officeart/2008/layout/LinedList"/>
    <dgm:cxn modelId="{CF6D5B13-8598-40E5-A400-45C88BABA117}" type="presParOf" srcId="{A4FA0224-ACBC-475E-BAE0-E3A6D4FC23B3}" destId="{84E28106-2603-4B47-86FB-FE821B02A8C2}" srcOrd="1" destOrd="0" presId="urn:microsoft.com/office/officeart/2008/layout/LinedList"/>
    <dgm:cxn modelId="{7282F017-C94D-4DEF-A9BD-4113438C3596}" type="presParOf" srcId="{A4FA0224-ACBC-475E-BAE0-E3A6D4FC23B3}" destId="{E52681FA-690D-4575-ACD6-83E51A46CE20}" srcOrd="2" destOrd="0" presId="urn:microsoft.com/office/officeart/2008/layout/LinedList"/>
    <dgm:cxn modelId="{858F98BC-A6FA-4747-9FFC-8D66601F2218}" type="presParOf" srcId="{2D4BA955-F3C0-4960-AB22-39BB643F795E}" destId="{719B61F4-92B3-4E0E-8449-7CBBB3DAE63D}" srcOrd="2" destOrd="0" presId="urn:microsoft.com/office/officeart/2008/layout/LinedList"/>
    <dgm:cxn modelId="{342C1A21-E16F-42B7-B1D1-F134CB61F4A1}" type="presParOf" srcId="{2D4BA955-F3C0-4960-AB22-39BB643F795E}" destId="{CD244F59-A7F5-42EF-A278-6F1A52557D61}" srcOrd="3" destOrd="0" presId="urn:microsoft.com/office/officeart/2008/layout/LinedList"/>
    <dgm:cxn modelId="{4FA21D71-4D71-4F87-8B47-4C7E6D761DC7}" type="presParOf" srcId="{2D4BA955-F3C0-4960-AB22-39BB643F795E}" destId="{48224F9B-89C8-4256-A12A-FC46E9087AD0}" srcOrd="4" destOrd="0" presId="urn:microsoft.com/office/officeart/2008/layout/LinedList"/>
    <dgm:cxn modelId="{963F2EFE-79C6-4C25-B3BD-75249A649DB9}" type="presParOf" srcId="{48224F9B-89C8-4256-A12A-FC46E9087AD0}" destId="{24BF171C-D2DE-48F6-9CBF-2BD395FF0C37}" srcOrd="0" destOrd="0" presId="urn:microsoft.com/office/officeart/2008/layout/LinedList"/>
    <dgm:cxn modelId="{0494D2DD-D085-4446-8310-04E93571E343}" type="presParOf" srcId="{48224F9B-89C8-4256-A12A-FC46E9087AD0}" destId="{5DE7E673-D9CB-4047-AB08-5F50FDA48A7D}" srcOrd="1" destOrd="0" presId="urn:microsoft.com/office/officeart/2008/layout/LinedList"/>
    <dgm:cxn modelId="{F8D6BDA2-AB8D-4FEB-8F7F-EC5B1ECA7BBA}" type="presParOf" srcId="{48224F9B-89C8-4256-A12A-FC46E9087AD0}" destId="{FC4C77DD-0D00-470A-AEA4-D5CE667EC289}" srcOrd="2" destOrd="0" presId="urn:microsoft.com/office/officeart/2008/layout/LinedList"/>
    <dgm:cxn modelId="{5795A9FD-4BE6-4C4E-A874-6FD72D811897}" type="presParOf" srcId="{2D4BA955-F3C0-4960-AB22-39BB643F795E}" destId="{E59F9E0C-39D8-4AA5-B8AD-A8B4253FF540}" srcOrd="5" destOrd="0" presId="urn:microsoft.com/office/officeart/2008/layout/LinedList"/>
    <dgm:cxn modelId="{E2489AF3-FB90-4737-8E29-3DCC1E45D3D3}" type="presParOf" srcId="{2D4BA955-F3C0-4960-AB22-39BB643F795E}" destId="{4F887FB8-EA1C-49E4-B352-4547BB682761}" srcOrd="6" destOrd="0" presId="urn:microsoft.com/office/officeart/2008/layout/LinedList"/>
    <dgm:cxn modelId="{AB9F859E-30F3-4ED5-91D2-543061920ADB}" type="presParOf" srcId="{2D4BA955-F3C0-4960-AB22-39BB643F795E}" destId="{5FD3E862-54C3-4632-9841-A0F1A93319F7}" srcOrd="7" destOrd="0" presId="urn:microsoft.com/office/officeart/2008/layout/LinedList"/>
    <dgm:cxn modelId="{193B895A-5E61-4A24-BCF8-23EBDDB212D2}" type="presParOf" srcId="{5FD3E862-54C3-4632-9841-A0F1A93319F7}" destId="{30112B3E-8D10-4694-B708-2849FD39D2E3}" srcOrd="0" destOrd="0" presId="urn:microsoft.com/office/officeart/2008/layout/LinedList"/>
    <dgm:cxn modelId="{1EFADE3F-58C1-466E-8FB8-300F8431ABAB}" type="presParOf" srcId="{5FD3E862-54C3-4632-9841-A0F1A93319F7}" destId="{8A39790B-F3E9-41AC-92D6-A2FE0728CE51}" srcOrd="1" destOrd="0" presId="urn:microsoft.com/office/officeart/2008/layout/LinedList"/>
    <dgm:cxn modelId="{03B2891C-340F-41D2-ACC7-7BDF048628E2}" type="presParOf" srcId="{5FD3E862-54C3-4632-9841-A0F1A93319F7}" destId="{F1C78DA7-E175-4C48-97DB-889D8C7D2447}" srcOrd="2" destOrd="0" presId="urn:microsoft.com/office/officeart/2008/layout/LinedList"/>
    <dgm:cxn modelId="{F1460E93-B10A-493E-82B7-D33F1203564C}" type="presParOf" srcId="{2D4BA955-F3C0-4960-AB22-39BB643F795E}" destId="{D4382E4F-33E6-4606-A226-0742E91788F5}" srcOrd="8" destOrd="0" presId="urn:microsoft.com/office/officeart/2008/layout/LinedList"/>
    <dgm:cxn modelId="{893487C0-9036-4863-A89C-0CB94BFD766A}" type="presParOf" srcId="{2D4BA955-F3C0-4960-AB22-39BB643F795E}" destId="{322DA5E2-FF87-4B6D-A6E1-495405CD0CBD}" srcOrd="9"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02730F3-9D7F-48CB-8619-66A2D5A21F60}" type="doc">
      <dgm:prSet loTypeId="urn:microsoft.com/office/officeart/2005/8/layout/hList1" loCatId="list" qsTypeId="urn:microsoft.com/office/officeart/2005/8/quickstyle/simple1" qsCatId="simple" csTypeId="urn:microsoft.com/office/officeart/2005/8/colors/colorful3" csCatId="colorful" phldr="1"/>
      <dgm:spPr/>
      <dgm:t>
        <a:bodyPr/>
        <a:lstStyle/>
        <a:p>
          <a:endParaRPr lang="fr-FR"/>
        </a:p>
      </dgm:t>
    </dgm:pt>
    <dgm:pt modelId="{6389D78B-027C-4BE0-8A37-B7B869EAC072}">
      <dgm:prSet phldrT="[Testo]" custT="1"/>
      <dgm:spPr/>
      <dgm:t>
        <a:bodyPr/>
        <a:lstStyle/>
        <a:p>
          <a:r>
            <a:rPr lang="it-IT" sz="2000" u="sng" dirty="0" smtClean="0">
              <a:solidFill>
                <a:schemeClr val="tx1"/>
              </a:solidFill>
            </a:rPr>
            <a:t>CASO A</a:t>
          </a:r>
          <a:endParaRPr lang="fr-FR" sz="2000" u="sng" dirty="0">
            <a:solidFill>
              <a:schemeClr val="tx1"/>
            </a:solidFill>
          </a:endParaRPr>
        </a:p>
      </dgm:t>
    </dgm:pt>
    <dgm:pt modelId="{3BD2BE23-3B47-45C6-979D-987B89BA0E77}" type="parTrans" cxnId="{AFE49C4A-9E53-4162-9C35-FC5CF74EBAD0}">
      <dgm:prSet/>
      <dgm:spPr/>
      <dgm:t>
        <a:bodyPr/>
        <a:lstStyle/>
        <a:p>
          <a:endParaRPr lang="fr-FR"/>
        </a:p>
      </dgm:t>
    </dgm:pt>
    <dgm:pt modelId="{AC18388E-1375-4B94-B213-20A13205C7A7}" type="sibTrans" cxnId="{AFE49C4A-9E53-4162-9C35-FC5CF74EBAD0}">
      <dgm:prSet/>
      <dgm:spPr/>
      <dgm:t>
        <a:bodyPr/>
        <a:lstStyle/>
        <a:p>
          <a:endParaRPr lang="fr-FR"/>
        </a:p>
      </dgm:t>
    </dgm:pt>
    <dgm:pt modelId="{5A0443B1-118D-47B8-A0B8-B6A0B8BA809F}">
      <dgm:prSet phldrT="[Testo]" custT="1"/>
      <dgm:spPr/>
      <dgm:t>
        <a:bodyPr/>
        <a:lstStyle/>
        <a:p>
          <a:r>
            <a:rPr lang="it-IT" sz="2000" dirty="0" smtClean="0"/>
            <a:t>Non si hanno previsioni di vendita e non si vuole trattare la questione su basi matematiche</a:t>
          </a:r>
          <a:endParaRPr lang="fr-FR" sz="2000" dirty="0"/>
        </a:p>
      </dgm:t>
    </dgm:pt>
    <dgm:pt modelId="{578B740C-3472-4028-80B5-A63DEAE73A70}" type="parTrans" cxnId="{C66A320E-E44B-408F-A518-7A7B37B69940}">
      <dgm:prSet/>
      <dgm:spPr/>
      <dgm:t>
        <a:bodyPr/>
        <a:lstStyle/>
        <a:p>
          <a:endParaRPr lang="fr-FR"/>
        </a:p>
      </dgm:t>
    </dgm:pt>
    <dgm:pt modelId="{EC25DA15-1098-47E0-88EE-474FB3C214FC}" type="sibTrans" cxnId="{C66A320E-E44B-408F-A518-7A7B37B69940}">
      <dgm:prSet/>
      <dgm:spPr/>
      <dgm:t>
        <a:bodyPr/>
        <a:lstStyle/>
        <a:p>
          <a:endParaRPr lang="fr-FR"/>
        </a:p>
      </dgm:t>
    </dgm:pt>
    <dgm:pt modelId="{3E5B08C1-1B94-4948-AC56-D48AA5011F1D}">
      <dgm:prSet phldrT="[Testo]" custT="1"/>
      <dgm:spPr/>
      <dgm:t>
        <a:bodyPr/>
        <a:lstStyle/>
        <a:p>
          <a:r>
            <a:rPr lang="it-IT" sz="2000" u="sng" dirty="0" smtClean="0">
              <a:solidFill>
                <a:schemeClr val="tx1"/>
              </a:solidFill>
            </a:rPr>
            <a:t>CASO B</a:t>
          </a:r>
          <a:endParaRPr lang="fr-FR" sz="2000" u="sng" dirty="0">
            <a:solidFill>
              <a:schemeClr val="tx1"/>
            </a:solidFill>
          </a:endParaRPr>
        </a:p>
      </dgm:t>
    </dgm:pt>
    <dgm:pt modelId="{F4CC8293-87C5-403A-B98E-F2A698E4D3BE}" type="parTrans" cxnId="{BA5B90B9-AA05-490F-864E-C0989856FA9C}">
      <dgm:prSet/>
      <dgm:spPr/>
      <dgm:t>
        <a:bodyPr/>
        <a:lstStyle/>
        <a:p>
          <a:endParaRPr lang="fr-FR"/>
        </a:p>
      </dgm:t>
    </dgm:pt>
    <dgm:pt modelId="{60E037AE-278B-46C0-BCEF-E3E62058530A}" type="sibTrans" cxnId="{BA5B90B9-AA05-490F-864E-C0989856FA9C}">
      <dgm:prSet/>
      <dgm:spPr/>
      <dgm:t>
        <a:bodyPr/>
        <a:lstStyle/>
        <a:p>
          <a:endParaRPr lang="fr-FR"/>
        </a:p>
      </dgm:t>
    </dgm:pt>
    <dgm:pt modelId="{51E7EE55-5725-4A3D-8698-7681E79FCC69}">
      <dgm:prSet phldrT="[Testo]" custT="1"/>
      <dgm:spPr/>
      <dgm:t>
        <a:bodyPr/>
        <a:lstStyle/>
        <a:p>
          <a:r>
            <a:rPr lang="it-IT" sz="2000" dirty="0" smtClean="0"/>
            <a:t>Non si hanno previsioni di vendita e si vuole trattare la questione su basi matematiche</a:t>
          </a:r>
          <a:endParaRPr lang="fr-FR" sz="2000" dirty="0"/>
        </a:p>
      </dgm:t>
    </dgm:pt>
    <dgm:pt modelId="{C4F66199-1F51-45E7-9E13-F44F0EAD3691}" type="parTrans" cxnId="{20FF7B1A-D1AB-4870-9328-EB5714F1CB90}">
      <dgm:prSet/>
      <dgm:spPr/>
      <dgm:t>
        <a:bodyPr/>
        <a:lstStyle/>
        <a:p>
          <a:endParaRPr lang="fr-FR"/>
        </a:p>
      </dgm:t>
    </dgm:pt>
    <dgm:pt modelId="{82828CA4-C11E-439C-9D0B-C1B53D2E65DF}" type="sibTrans" cxnId="{20FF7B1A-D1AB-4870-9328-EB5714F1CB90}">
      <dgm:prSet/>
      <dgm:spPr/>
      <dgm:t>
        <a:bodyPr/>
        <a:lstStyle/>
        <a:p>
          <a:endParaRPr lang="fr-FR"/>
        </a:p>
      </dgm:t>
    </dgm:pt>
    <dgm:pt modelId="{C0D63964-865E-46A6-A5AF-95C992FD7C03}">
      <dgm:prSet phldrT="[Testo]" custT="1"/>
      <dgm:spPr/>
      <dgm:t>
        <a:bodyPr/>
        <a:lstStyle/>
        <a:p>
          <a:r>
            <a:rPr lang="it-IT" sz="2000" u="sng" dirty="0" smtClean="0">
              <a:solidFill>
                <a:schemeClr val="tx1"/>
              </a:solidFill>
            </a:rPr>
            <a:t>CASO C</a:t>
          </a:r>
          <a:endParaRPr lang="fr-FR" sz="2000" u="sng" dirty="0">
            <a:solidFill>
              <a:schemeClr val="tx1"/>
            </a:solidFill>
          </a:endParaRPr>
        </a:p>
      </dgm:t>
    </dgm:pt>
    <dgm:pt modelId="{B18AE85C-44D3-4784-BBDB-B7D4C829A273}" type="parTrans" cxnId="{88E5A473-298C-4EBF-9818-FA0DE5E402A4}">
      <dgm:prSet/>
      <dgm:spPr/>
      <dgm:t>
        <a:bodyPr/>
        <a:lstStyle/>
        <a:p>
          <a:endParaRPr lang="fr-FR"/>
        </a:p>
      </dgm:t>
    </dgm:pt>
    <dgm:pt modelId="{FB4EE9C9-1908-4A88-85BE-E48B7CD9E34F}" type="sibTrans" cxnId="{88E5A473-298C-4EBF-9818-FA0DE5E402A4}">
      <dgm:prSet/>
      <dgm:spPr/>
      <dgm:t>
        <a:bodyPr/>
        <a:lstStyle/>
        <a:p>
          <a:endParaRPr lang="fr-FR"/>
        </a:p>
      </dgm:t>
    </dgm:pt>
    <dgm:pt modelId="{AC3BCFF1-BE33-4B01-8A77-2632FD8BE606}">
      <dgm:prSet phldrT="[Testo]"/>
      <dgm:spPr/>
      <dgm:t>
        <a:bodyPr/>
        <a:lstStyle/>
        <a:p>
          <a:r>
            <a:rPr lang="it-IT" dirty="0" smtClean="0"/>
            <a:t>Si hanno previsioni di vendita; in questo caso sarà opportuno e necessario utilizzare un approccio matematico statistico, che peraltro è alquanto intuitivo e semplice e che può essere impiegato utilizzando direttamente i risultati senza badare troppo ai procedimenti</a:t>
          </a:r>
          <a:endParaRPr lang="fr-FR" dirty="0"/>
        </a:p>
      </dgm:t>
    </dgm:pt>
    <dgm:pt modelId="{670CBA5F-62ED-431E-A172-18F01EE89455}" type="parTrans" cxnId="{F8CC9C51-58CE-4418-8B2A-769514F5EF5B}">
      <dgm:prSet/>
      <dgm:spPr/>
      <dgm:t>
        <a:bodyPr/>
        <a:lstStyle/>
        <a:p>
          <a:endParaRPr lang="fr-FR"/>
        </a:p>
      </dgm:t>
    </dgm:pt>
    <dgm:pt modelId="{9A6D7CBE-02F5-40FA-BA93-8E53CBB77522}" type="sibTrans" cxnId="{F8CC9C51-58CE-4418-8B2A-769514F5EF5B}">
      <dgm:prSet/>
      <dgm:spPr/>
      <dgm:t>
        <a:bodyPr/>
        <a:lstStyle/>
        <a:p>
          <a:endParaRPr lang="fr-FR"/>
        </a:p>
      </dgm:t>
    </dgm:pt>
    <dgm:pt modelId="{9639FA6D-F74A-4C97-9E6B-66210ED44846}" type="pres">
      <dgm:prSet presAssocID="{F02730F3-9D7F-48CB-8619-66A2D5A21F60}" presName="Name0" presStyleCnt="0">
        <dgm:presLayoutVars>
          <dgm:dir/>
          <dgm:animLvl val="lvl"/>
          <dgm:resizeHandles val="exact"/>
        </dgm:presLayoutVars>
      </dgm:prSet>
      <dgm:spPr/>
      <dgm:t>
        <a:bodyPr/>
        <a:lstStyle/>
        <a:p>
          <a:endParaRPr lang="fr-FR"/>
        </a:p>
      </dgm:t>
    </dgm:pt>
    <dgm:pt modelId="{A745C1BB-0A39-4926-8674-9D8E47D472DF}" type="pres">
      <dgm:prSet presAssocID="{6389D78B-027C-4BE0-8A37-B7B869EAC072}" presName="composite" presStyleCnt="0"/>
      <dgm:spPr/>
    </dgm:pt>
    <dgm:pt modelId="{EA031033-8D43-49AB-BEA1-BF1D7EFB9173}" type="pres">
      <dgm:prSet presAssocID="{6389D78B-027C-4BE0-8A37-B7B869EAC072}" presName="parTx" presStyleLbl="alignNode1" presStyleIdx="0" presStyleCnt="3">
        <dgm:presLayoutVars>
          <dgm:chMax val="0"/>
          <dgm:chPref val="0"/>
          <dgm:bulletEnabled val="1"/>
        </dgm:presLayoutVars>
      </dgm:prSet>
      <dgm:spPr/>
      <dgm:t>
        <a:bodyPr/>
        <a:lstStyle/>
        <a:p>
          <a:endParaRPr lang="fr-FR"/>
        </a:p>
      </dgm:t>
    </dgm:pt>
    <dgm:pt modelId="{16C664B8-4622-424D-80A9-01F1C7DE9B5A}" type="pres">
      <dgm:prSet presAssocID="{6389D78B-027C-4BE0-8A37-B7B869EAC072}" presName="desTx" presStyleLbl="alignAccFollowNode1" presStyleIdx="0" presStyleCnt="3">
        <dgm:presLayoutVars>
          <dgm:bulletEnabled val="1"/>
        </dgm:presLayoutVars>
      </dgm:prSet>
      <dgm:spPr/>
      <dgm:t>
        <a:bodyPr/>
        <a:lstStyle/>
        <a:p>
          <a:endParaRPr lang="fr-FR"/>
        </a:p>
      </dgm:t>
    </dgm:pt>
    <dgm:pt modelId="{35F8E014-B76F-408F-B542-B251C4BD926E}" type="pres">
      <dgm:prSet presAssocID="{AC18388E-1375-4B94-B213-20A13205C7A7}" presName="space" presStyleCnt="0"/>
      <dgm:spPr/>
    </dgm:pt>
    <dgm:pt modelId="{AA71969D-EC5D-4558-A7EA-9E68822C6544}" type="pres">
      <dgm:prSet presAssocID="{3E5B08C1-1B94-4948-AC56-D48AA5011F1D}" presName="composite" presStyleCnt="0"/>
      <dgm:spPr/>
    </dgm:pt>
    <dgm:pt modelId="{9C982CE8-3208-4882-AA12-151A8C95B70B}" type="pres">
      <dgm:prSet presAssocID="{3E5B08C1-1B94-4948-AC56-D48AA5011F1D}" presName="parTx" presStyleLbl="alignNode1" presStyleIdx="1" presStyleCnt="3">
        <dgm:presLayoutVars>
          <dgm:chMax val="0"/>
          <dgm:chPref val="0"/>
          <dgm:bulletEnabled val="1"/>
        </dgm:presLayoutVars>
      </dgm:prSet>
      <dgm:spPr/>
      <dgm:t>
        <a:bodyPr/>
        <a:lstStyle/>
        <a:p>
          <a:endParaRPr lang="fr-FR"/>
        </a:p>
      </dgm:t>
    </dgm:pt>
    <dgm:pt modelId="{98E6EFD8-DCC9-4725-895A-708B0E1EE5C1}" type="pres">
      <dgm:prSet presAssocID="{3E5B08C1-1B94-4948-AC56-D48AA5011F1D}" presName="desTx" presStyleLbl="alignAccFollowNode1" presStyleIdx="1" presStyleCnt="3">
        <dgm:presLayoutVars>
          <dgm:bulletEnabled val="1"/>
        </dgm:presLayoutVars>
      </dgm:prSet>
      <dgm:spPr/>
      <dgm:t>
        <a:bodyPr/>
        <a:lstStyle/>
        <a:p>
          <a:endParaRPr lang="fr-FR"/>
        </a:p>
      </dgm:t>
    </dgm:pt>
    <dgm:pt modelId="{37835DF1-4C18-49B3-A7EA-FA52B169228F}" type="pres">
      <dgm:prSet presAssocID="{60E037AE-278B-46C0-BCEF-E3E62058530A}" presName="space" presStyleCnt="0"/>
      <dgm:spPr/>
    </dgm:pt>
    <dgm:pt modelId="{BE3E17BC-3EE7-4D59-A2B6-77A0616433DB}" type="pres">
      <dgm:prSet presAssocID="{C0D63964-865E-46A6-A5AF-95C992FD7C03}" presName="composite" presStyleCnt="0"/>
      <dgm:spPr/>
    </dgm:pt>
    <dgm:pt modelId="{E72F3EEB-C0BD-489A-B7D7-3CCA2DDF0C35}" type="pres">
      <dgm:prSet presAssocID="{C0D63964-865E-46A6-A5AF-95C992FD7C03}" presName="parTx" presStyleLbl="alignNode1" presStyleIdx="2" presStyleCnt="3">
        <dgm:presLayoutVars>
          <dgm:chMax val="0"/>
          <dgm:chPref val="0"/>
          <dgm:bulletEnabled val="1"/>
        </dgm:presLayoutVars>
      </dgm:prSet>
      <dgm:spPr/>
      <dgm:t>
        <a:bodyPr/>
        <a:lstStyle/>
        <a:p>
          <a:endParaRPr lang="fr-FR"/>
        </a:p>
      </dgm:t>
    </dgm:pt>
    <dgm:pt modelId="{08590137-C299-48B8-B397-ADD631A7D46E}" type="pres">
      <dgm:prSet presAssocID="{C0D63964-865E-46A6-A5AF-95C992FD7C03}" presName="desTx" presStyleLbl="alignAccFollowNode1" presStyleIdx="2" presStyleCnt="3">
        <dgm:presLayoutVars>
          <dgm:bulletEnabled val="1"/>
        </dgm:presLayoutVars>
      </dgm:prSet>
      <dgm:spPr/>
      <dgm:t>
        <a:bodyPr/>
        <a:lstStyle/>
        <a:p>
          <a:endParaRPr lang="fr-FR"/>
        </a:p>
      </dgm:t>
    </dgm:pt>
  </dgm:ptLst>
  <dgm:cxnLst>
    <dgm:cxn modelId="{20FF7B1A-D1AB-4870-9328-EB5714F1CB90}" srcId="{3E5B08C1-1B94-4948-AC56-D48AA5011F1D}" destId="{51E7EE55-5725-4A3D-8698-7681E79FCC69}" srcOrd="0" destOrd="0" parTransId="{C4F66199-1F51-45E7-9E13-F44F0EAD3691}" sibTransId="{82828CA4-C11E-439C-9D0B-C1B53D2E65DF}"/>
    <dgm:cxn modelId="{1A042F8E-F29F-480C-B302-D212FEFACC4E}" type="presOf" srcId="{5A0443B1-118D-47B8-A0B8-B6A0B8BA809F}" destId="{16C664B8-4622-424D-80A9-01F1C7DE9B5A}" srcOrd="0" destOrd="0" presId="urn:microsoft.com/office/officeart/2005/8/layout/hList1"/>
    <dgm:cxn modelId="{841E9332-92D7-4B06-BD76-857A53AC30D6}" type="presOf" srcId="{F02730F3-9D7F-48CB-8619-66A2D5A21F60}" destId="{9639FA6D-F74A-4C97-9E6B-66210ED44846}" srcOrd="0" destOrd="0" presId="urn:microsoft.com/office/officeart/2005/8/layout/hList1"/>
    <dgm:cxn modelId="{AFE49C4A-9E53-4162-9C35-FC5CF74EBAD0}" srcId="{F02730F3-9D7F-48CB-8619-66A2D5A21F60}" destId="{6389D78B-027C-4BE0-8A37-B7B869EAC072}" srcOrd="0" destOrd="0" parTransId="{3BD2BE23-3B47-45C6-979D-987B89BA0E77}" sibTransId="{AC18388E-1375-4B94-B213-20A13205C7A7}"/>
    <dgm:cxn modelId="{C66A320E-E44B-408F-A518-7A7B37B69940}" srcId="{6389D78B-027C-4BE0-8A37-B7B869EAC072}" destId="{5A0443B1-118D-47B8-A0B8-B6A0B8BA809F}" srcOrd="0" destOrd="0" parTransId="{578B740C-3472-4028-80B5-A63DEAE73A70}" sibTransId="{EC25DA15-1098-47E0-88EE-474FB3C214FC}"/>
    <dgm:cxn modelId="{DD9F3861-8A1B-4683-93CF-96E7E994CB3F}" type="presOf" srcId="{3E5B08C1-1B94-4948-AC56-D48AA5011F1D}" destId="{9C982CE8-3208-4882-AA12-151A8C95B70B}" srcOrd="0" destOrd="0" presId="urn:microsoft.com/office/officeart/2005/8/layout/hList1"/>
    <dgm:cxn modelId="{F8CC9C51-58CE-4418-8B2A-769514F5EF5B}" srcId="{C0D63964-865E-46A6-A5AF-95C992FD7C03}" destId="{AC3BCFF1-BE33-4B01-8A77-2632FD8BE606}" srcOrd="0" destOrd="0" parTransId="{670CBA5F-62ED-431E-A172-18F01EE89455}" sibTransId="{9A6D7CBE-02F5-40FA-BA93-8E53CBB77522}"/>
    <dgm:cxn modelId="{88E5A473-298C-4EBF-9818-FA0DE5E402A4}" srcId="{F02730F3-9D7F-48CB-8619-66A2D5A21F60}" destId="{C0D63964-865E-46A6-A5AF-95C992FD7C03}" srcOrd="2" destOrd="0" parTransId="{B18AE85C-44D3-4784-BBDB-B7D4C829A273}" sibTransId="{FB4EE9C9-1908-4A88-85BE-E48B7CD9E34F}"/>
    <dgm:cxn modelId="{BA5B90B9-AA05-490F-864E-C0989856FA9C}" srcId="{F02730F3-9D7F-48CB-8619-66A2D5A21F60}" destId="{3E5B08C1-1B94-4948-AC56-D48AA5011F1D}" srcOrd="1" destOrd="0" parTransId="{F4CC8293-87C5-403A-B98E-F2A698E4D3BE}" sibTransId="{60E037AE-278B-46C0-BCEF-E3E62058530A}"/>
    <dgm:cxn modelId="{26FA12EA-AFAB-4C24-91FA-FF5894807291}" type="presOf" srcId="{6389D78B-027C-4BE0-8A37-B7B869EAC072}" destId="{EA031033-8D43-49AB-BEA1-BF1D7EFB9173}" srcOrd="0" destOrd="0" presId="urn:microsoft.com/office/officeart/2005/8/layout/hList1"/>
    <dgm:cxn modelId="{F4398FDF-1C77-40D6-AE88-1617C5A4B79D}" type="presOf" srcId="{51E7EE55-5725-4A3D-8698-7681E79FCC69}" destId="{98E6EFD8-DCC9-4725-895A-708B0E1EE5C1}" srcOrd="0" destOrd="0" presId="urn:microsoft.com/office/officeart/2005/8/layout/hList1"/>
    <dgm:cxn modelId="{F1FBB1AC-1531-4104-9E85-BC7C9B24ABF7}" type="presOf" srcId="{C0D63964-865E-46A6-A5AF-95C992FD7C03}" destId="{E72F3EEB-C0BD-489A-B7D7-3CCA2DDF0C35}" srcOrd="0" destOrd="0" presId="urn:microsoft.com/office/officeart/2005/8/layout/hList1"/>
    <dgm:cxn modelId="{BC31A177-B872-4134-9E64-DF78D1B54DB0}" type="presOf" srcId="{AC3BCFF1-BE33-4B01-8A77-2632FD8BE606}" destId="{08590137-C299-48B8-B397-ADD631A7D46E}" srcOrd="0" destOrd="0" presId="urn:microsoft.com/office/officeart/2005/8/layout/hList1"/>
    <dgm:cxn modelId="{5F53A0BC-4DF3-4334-B740-C248DF3F5560}" type="presParOf" srcId="{9639FA6D-F74A-4C97-9E6B-66210ED44846}" destId="{A745C1BB-0A39-4926-8674-9D8E47D472DF}" srcOrd="0" destOrd="0" presId="urn:microsoft.com/office/officeart/2005/8/layout/hList1"/>
    <dgm:cxn modelId="{053C3EA0-AEED-499D-9309-2C0F38F68B7E}" type="presParOf" srcId="{A745C1BB-0A39-4926-8674-9D8E47D472DF}" destId="{EA031033-8D43-49AB-BEA1-BF1D7EFB9173}" srcOrd="0" destOrd="0" presId="urn:microsoft.com/office/officeart/2005/8/layout/hList1"/>
    <dgm:cxn modelId="{4B26955A-2051-40EF-BE64-AEE364B14C38}" type="presParOf" srcId="{A745C1BB-0A39-4926-8674-9D8E47D472DF}" destId="{16C664B8-4622-424D-80A9-01F1C7DE9B5A}" srcOrd="1" destOrd="0" presId="urn:microsoft.com/office/officeart/2005/8/layout/hList1"/>
    <dgm:cxn modelId="{95494EF0-7E0A-46A8-AA77-260C4054573F}" type="presParOf" srcId="{9639FA6D-F74A-4C97-9E6B-66210ED44846}" destId="{35F8E014-B76F-408F-B542-B251C4BD926E}" srcOrd="1" destOrd="0" presId="urn:microsoft.com/office/officeart/2005/8/layout/hList1"/>
    <dgm:cxn modelId="{7EA65994-3DAF-486B-A9FC-95B63C6BDB9D}" type="presParOf" srcId="{9639FA6D-F74A-4C97-9E6B-66210ED44846}" destId="{AA71969D-EC5D-4558-A7EA-9E68822C6544}" srcOrd="2" destOrd="0" presId="urn:microsoft.com/office/officeart/2005/8/layout/hList1"/>
    <dgm:cxn modelId="{F34708CE-51BA-4E57-A529-F4FD839D81F5}" type="presParOf" srcId="{AA71969D-EC5D-4558-A7EA-9E68822C6544}" destId="{9C982CE8-3208-4882-AA12-151A8C95B70B}" srcOrd="0" destOrd="0" presId="urn:microsoft.com/office/officeart/2005/8/layout/hList1"/>
    <dgm:cxn modelId="{32B1243F-F4AF-4BB1-9582-035105345D30}" type="presParOf" srcId="{AA71969D-EC5D-4558-A7EA-9E68822C6544}" destId="{98E6EFD8-DCC9-4725-895A-708B0E1EE5C1}" srcOrd="1" destOrd="0" presId="urn:microsoft.com/office/officeart/2005/8/layout/hList1"/>
    <dgm:cxn modelId="{E8ABC882-F345-478E-A8DD-89EADE72949E}" type="presParOf" srcId="{9639FA6D-F74A-4C97-9E6B-66210ED44846}" destId="{37835DF1-4C18-49B3-A7EA-FA52B169228F}" srcOrd="3" destOrd="0" presId="urn:microsoft.com/office/officeart/2005/8/layout/hList1"/>
    <dgm:cxn modelId="{CC752224-8711-45D2-A647-87504B1DEEC2}" type="presParOf" srcId="{9639FA6D-F74A-4C97-9E6B-66210ED44846}" destId="{BE3E17BC-3EE7-4D59-A2B6-77A0616433DB}" srcOrd="4" destOrd="0" presId="urn:microsoft.com/office/officeart/2005/8/layout/hList1"/>
    <dgm:cxn modelId="{96FCAC2B-54CC-4DFE-9C8B-8A1D8D1FA83D}" type="presParOf" srcId="{BE3E17BC-3EE7-4D59-A2B6-77A0616433DB}" destId="{E72F3EEB-C0BD-489A-B7D7-3CCA2DDF0C35}" srcOrd="0" destOrd="0" presId="urn:microsoft.com/office/officeart/2005/8/layout/hList1"/>
    <dgm:cxn modelId="{30805501-F4DE-48AE-A2F3-923106A27D44}" type="presParOf" srcId="{BE3E17BC-3EE7-4D59-A2B6-77A0616433DB}" destId="{08590137-C299-48B8-B397-ADD631A7D46E}"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25744D-EA38-4847-B9CE-EC34C4C9A15C}">
      <dsp:nvSpPr>
        <dsp:cNvPr id="0" name=""/>
        <dsp:cNvSpPr/>
      </dsp:nvSpPr>
      <dsp:spPr>
        <a:xfrm>
          <a:off x="0" y="347020"/>
          <a:ext cx="7200799" cy="5796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ln>
        <a:effectLst>
          <a:outerShdw blurRad="50800" dist="25400" algn="bl" rotWithShape="0">
            <a:srgbClr val="000000">
              <a:alpha val="60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578C196B-8D9A-4E5B-A7D2-0C0805A5A0EE}">
      <dsp:nvSpPr>
        <dsp:cNvPr id="0" name=""/>
        <dsp:cNvSpPr/>
      </dsp:nvSpPr>
      <dsp:spPr>
        <a:xfrm>
          <a:off x="360040" y="7539"/>
          <a:ext cx="5040559" cy="678960"/>
        </a:xfrm>
        <a:prstGeom prst="roundRect">
          <a:avLst/>
        </a:prstGeom>
        <a:solidFill>
          <a:schemeClr val="lt1">
            <a:hueOff val="0"/>
            <a:satOff val="0"/>
            <a:lumOff val="0"/>
            <a:alphaOff val="0"/>
          </a:schemeClr>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21" tIns="0" rIns="190521" bIns="0" numCol="1" spcCol="1270" anchor="ctr" anchorCtr="0">
          <a:noAutofit/>
        </a:bodyPr>
        <a:lstStyle/>
        <a:p>
          <a:pPr lvl="0" algn="just" defTabSz="711200">
            <a:lnSpc>
              <a:spcPct val="90000"/>
            </a:lnSpc>
            <a:spcBef>
              <a:spcPct val="0"/>
            </a:spcBef>
            <a:spcAft>
              <a:spcPct val="35000"/>
            </a:spcAft>
          </a:pPr>
          <a:r>
            <a:rPr lang="it-IT" sz="1600" b="1" kern="1200" dirty="0" smtClean="0"/>
            <a:t>Metodo del costo effettivo</a:t>
          </a:r>
          <a:r>
            <a:rPr lang="it-IT" sz="1600" kern="1200" dirty="0" smtClean="0"/>
            <a:t>, secondo il quale lo scarico dal magazzino si effettua a un valore pari al costo effettivamente sostenuto (è il meno utilizzato)</a:t>
          </a:r>
          <a:endParaRPr lang="it-IT" sz="1600" kern="1200" dirty="0"/>
        </a:p>
      </dsp:txBody>
      <dsp:txXfrm>
        <a:off x="393184" y="40683"/>
        <a:ext cx="4974271" cy="612672"/>
      </dsp:txXfrm>
    </dsp:sp>
    <dsp:sp modelId="{F6C0B528-E5B1-49CA-9C9C-103FC1921A4A}">
      <dsp:nvSpPr>
        <dsp:cNvPr id="0" name=""/>
        <dsp:cNvSpPr/>
      </dsp:nvSpPr>
      <dsp:spPr>
        <a:xfrm>
          <a:off x="0" y="1390300"/>
          <a:ext cx="7200799" cy="5796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ln>
        <a:effectLst>
          <a:outerShdw blurRad="50800" dist="25400" algn="bl" rotWithShape="0">
            <a:srgbClr val="000000">
              <a:alpha val="60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0BE21E7F-B49F-4996-9900-9311508E8A72}">
      <dsp:nvSpPr>
        <dsp:cNvPr id="0" name=""/>
        <dsp:cNvSpPr/>
      </dsp:nvSpPr>
      <dsp:spPr>
        <a:xfrm>
          <a:off x="360040" y="1050819"/>
          <a:ext cx="5040559" cy="678960"/>
        </a:xfrm>
        <a:prstGeom prst="roundRect">
          <a:avLst/>
        </a:prstGeom>
        <a:solidFill>
          <a:schemeClr val="lt1">
            <a:hueOff val="0"/>
            <a:satOff val="0"/>
            <a:lumOff val="0"/>
            <a:alphaOff val="0"/>
          </a:schemeClr>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21" tIns="0" rIns="190521" bIns="0" numCol="1" spcCol="1270" anchor="ctr" anchorCtr="0">
          <a:noAutofit/>
        </a:bodyPr>
        <a:lstStyle/>
        <a:p>
          <a:pPr lvl="0" algn="l" defTabSz="889000">
            <a:lnSpc>
              <a:spcPct val="90000"/>
            </a:lnSpc>
            <a:spcBef>
              <a:spcPct val="0"/>
            </a:spcBef>
            <a:spcAft>
              <a:spcPct val="35000"/>
            </a:spcAft>
          </a:pPr>
          <a:r>
            <a:rPr lang="it-IT" sz="2000" b="1" kern="1200" dirty="0" smtClean="0"/>
            <a:t>Metodo del costo medio ponderato</a:t>
          </a:r>
          <a:endParaRPr lang="it-IT" sz="2000" b="1" kern="1200" dirty="0"/>
        </a:p>
      </dsp:txBody>
      <dsp:txXfrm>
        <a:off x="393184" y="1083963"/>
        <a:ext cx="4974271" cy="612672"/>
      </dsp:txXfrm>
    </dsp:sp>
    <dsp:sp modelId="{73F2A9F5-EBD1-46B5-BF59-EC5D0CF6CBA9}">
      <dsp:nvSpPr>
        <dsp:cNvPr id="0" name=""/>
        <dsp:cNvSpPr/>
      </dsp:nvSpPr>
      <dsp:spPr>
        <a:xfrm>
          <a:off x="0" y="2433579"/>
          <a:ext cx="7200799" cy="5796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ln>
        <a:effectLst>
          <a:outerShdw blurRad="50800" dist="25400" algn="bl" rotWithShape="0">
            <a:srgbClr val="000000">
              <a:alpha val="60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3ACD07E9-51A1-46EC-A97A-52B39C2FB54D}">
      <dsp:nvSpPr>
        <dsp:cNvPr id="0" name=""/>
        <dsp:cNvSpPr/>
      </dsp:nvSpPr>
      <dsp:spPr>
        <a:xfrm>
          <a:off x="360040" y="2094100"/>
          <a:ext cx="5040559" cy="678960"/>
        </a:xfrm>
        <a:prstGeom prst="roundRect">
          <a:avLst/>
        </a:prstGeom>
        <a:solidFill>
          <a:schemeClr val="lt1">
            <a:hueOff val="0"/>
            <a:satOff val="0"/>
            <a:lumOff val="0"/>
            <a:alphaOff val="0"/>
          </a:schemeClr>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21" tIns="0" rIns="190521" bIns="0" numCol="1" spcCol="1270" anchor="ctr" anchorCtr="0">
          <a:noAutofit/>
        </a:bodyPr>
        <a:lstStyle/>
        <a:p>
          <a:pPr lvl="0" algn="l" defTabSz="889000">
            <a:lnSpc>
              <a:spcPct val="90000"/>
            </a:lnSpc>
            <a:spcBef>
              <a:spcPct val="0"/>
            </a:spcBef>
            <a:spcAft>
              <a:spcPct val="35000"/>
            </a:spcAft>
          </a:pPr>
          <a:r>
            <a:rPr lang="it-IT" sz="2000" b="1" kern="1200" dirty="0" smtClean="0"/>
            <a:t>Metodo LIFO</a:t>
          </a:r>
          <a:endParaRPr lang="it-IT" sz="2000" b="1" kern="1200" dirty="0"/>
        </a:p>
      </dsp:txBody>
      <dsp:txXfrm>
        <a:off x="393184" y="2127244"/>
        <a:ext cx="4974271" cy="612672"/>
      </dsp:txXfrm>
    </dsp:sp>
    <dsp:sp modelId="{F15D9AC4-F2FE-4329-90DE-42B909DCF5B2}">
      <dsp:nvSpPr>
        <dsp:cNvPr id="0" name=""/>
        <dsp:cNvSpPr/>
      </dsp:nvSpPr>
      <dsp:spPr>
        <a:xfrm>
          <a:off x="0" y="3476860"/>
          <a:ext cx="7200799" cy="579600"/>
        </a:xfrm>
        <a:prstGeom prst="rect">
          <a:avLst/>
        </a:prstGeom>
        <a:solidFill>
          <a:schemeClr val="accent2">
            <a:alpha val="90000"/>
            <a:tint val="40000"/>
            <a:hueOff val="0"/>
            <a:satOff val="0"/>
            <a:lumOff val="0"/>
            <a:alphaOff val="0"/>
          </a:schemeClr>
        </a:solidFill>
        <a:ln w="12700" cap="flat" cmpd="sng" algn="ctr">
          <a:solidFill>
            <a:schemeClr val="accent2">
              <a:hueOff val="0"/>
              <a:satOff val="0"/>
              <a:lumOff val="0"/>
              <a:alphaOff val="0"/>
            </a:schemeClr>
          </a:solidFill>
          <a:prstDash val="solid"/>
        </a:ln>
        <a:effectLst>
          <a:outerShdw blurRad="50800" dist="25400" algn="bl" rotWithShape="0">
            <a:srgbClr val="000000">
              <a:alpha val="60000"/>
            </a:srgbClr>
          </a:outerShdw>
        </a:effectLst>
        <a:scene3d>
          <a:camera prst="orthographicFront"/>
          <a:lightRig rig="threePt" dir="t">
            <a:rot lat="0" lon="0" rev="7500000"/>
          </a:lightRig>
        </a:scene3d>
        <a:sp3d z="152400" extrusionH="63500" prstMaterial="dkEdge">
          <a:bevelT w="135400" h="16350" prst="relaxedInset"/>
          <a:contourClr>
            <a:schemeClr val="bg1"/>
          </a:contourClr>
        </a:sp3d>
      </dsp:spPr>
      <dsp:style>
        <a:lnRef idx="1">
          <a:scrgbClr r="0" g="0" b="0"/>
        </a:lnRef>
        <a:fillRef idx="1">
          <a:scrgbClr r="0" g="0" b="0"/>
        </a:fillRef>
        <a:effectRef idx="2">
          <a:scrgbClr r="0" g="0" b="0"/>
        </a:effectRef>
        <a:fontRef idx="minor"/>
      </dsp:style>
    </dsp:sp>
    <dsp:sp modelId="{FFE9A83C-0063-45B2-98B5-D80BCFFF79B1}">
      <dsp:nvSpPr>
        <dsp:cNvPr id="0" name=""/>
        <dsp:cNvSpPr/>
      </dsp:nvSpPr>
      <dsp:spPr>
        <a:xfrm>
          <a:off x="360040" y="3137380"/>
          <a:ext cx="5040559" cy="678960"/>
        </a:xfrm>
        <a:prstGeom prst="roundRect">
          <a:avLst/>
        </a:prstGeom>
        <a:solidFill>
          <a:schemeClr val="lt1">
            <a:hueOff val="0"/>
            <a:satOff val="0"/>
            <a:lumOff val="0"/>
            <a:alphaOff val="0"/>
          </a:schemeClr>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90521" tIns="0" rIns="190521" bIns="0" numCol="1" spcCol="1270" anchor="ctr" anchorCtr="0">
          <a:noAutofit/>
        </a:bodyPr>
        <a:lstStyle/>
        <a:p>
          <a:pPr lvl="0" algn="l" defTabSz="889000">
            <a:lnSpc>
              <a:spcPct val="90000"/>
            </a:lnSpc>
            <a:spcBef>
              <a:spcPct val="0"/>
            </a:spcBef>
            <a:spcAft>
              <a:spcPct val="35000"/>
            </a:spcAft>
          </a:pPr>
          <a:r>
            <a:rPr lang="it-IT" sz="2000" b="1" kern="1200" dirty="0" smtClean="0"/>
            <a:t>Metodo FIFO</a:t>
          </a:r>
          <a:endParaRPr lang="it-IT" sz="2000" b="1" kern="1200" dirty="0"/>
        </a:p>
      </dsp:txBody>
      <dsp:txXfrm>
        <a:off x="393184" y="3170524"/>
        <a:ext cx="4974271"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794329-B2F7-4E3D-877A-58B55CD549F0}">
      <dsp:nvSpPr>
        <dsp:cNvPr id="0" name=""/>
        <dsp:cNvSpPr/>
      </dsp:nvSpPr>
      <dsp:spPr>
        <a:xfrm>
          <a:off x="0" y="562235"/>
          <a:ext cx="7920879" cy="957600"/>
        </a:xfrm>
        <a:prstGeom prst="rect">
          <a:avLst/>
        </a:prstGeom>
        <a:solidFill>
          <a:schemeClr val="accent5">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2A79FA6E-1946-4B4D-A522-A0E249FF5C17}">
      <dsp:nvSpPr>
        <dsp:cNvPr id="0" name=""/>
        <dsp:cNvSpPr/>
      </dsp:nvSpPr>
      <dsp:spPr>
        <a:xfrm>
          <a:off x="396044" y="1355"/>
          <a:ext cx="7128823" cy="1121760"/>
        </a:xfrm>
        <a:prstGeom prst="roundRect">
          <a:avLst/>
        </a:prstGeom>
        <a:solidFill>
          <a:schemeClr val="lt1">
            <a:hueOff val="0"/>
            <a:satOff val="0"/>
            <a:lumOff val="0"/>
            <a:alphaOff val="0"/>
          </a:schemeClr>
        </a:solidFill>
        <a:ln>
          <a:noFill/>
        </a:ln>
        <a:effectLst>
          <a:outerShdw blurRad="50800" dist="25400" algn="bl"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09573" tIns="0" rIns="209573" bIns="0" numCol="1" spcCol="1270" anchor="ctr" anchorCtr="0">
          <a:noAutofit/>
        </a:bodyPr>
        <a:lstStyle/>
        <a:p>
          <a:pPr lvl="0" algn="ctr" defTabSz="711200">
            <a:lnSpc>
              <a:spcPct val="90000"/>
            </a:lnSpc>
            <a:spcBef>
              <a:spcPct val="0"/>
            </a:spcBef>
            <a:spcAft>
              <a:spcPct val="35000"/>
            </a:spcAft>
          </a:pPr>
          <a:r>
            <a:rPr lang="it-IT" sz="1600" kern="1200" smtClean="0"/>
            <a:t>Media aritmetica dei vari livelli di giacenza ponderati per le rispettive durate (quantità di ogni articolo per i giorni in cui ciascuno è presente in inventario); questo calcolo  non è semplice e richiede un’accurata e dettagliata contabilità</a:t>
          </a:r>
          <a:endParaRPr lang="it-IT" sz="1600" kern="1200" dirty="0"/>
        </a:p>
      </dsp:txBody>
      <dsp:txXfrm>
        <a:off x="450804" y="56115"/>
        <a:ext cx="7019303" cy="1012240"/>
      </dsp:txXfrm>
    </dsp:sp>
    <dsp:sp modelId="{D14D26AA-998E-4B8C-9538-D3DD40DADA1E}">
      <dsp:nvSpPr>
        <dsp:cNvPr id="0" name=""/>
        <dsp:cNvSpPr/>
      </dsp:nvSpPr>
      <dsp:spPr>
        <a:xfrm>
          <a:off x="0" y="2285915"/>
          <a:ext cx="7920879" cy="957600"/>
        </a:xfrm>
        <a:prstGeom prst="rect">
          <a:avLst/>
        </a:prstGeom>
        <a:solidFill>
          <a:schemeClr val="accent5">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23A42185-C01A-4766-AA5F-A8911D287275}">
      <dsp:nvSpPr>
        <dsp:cNvPr id="0" name=""/>
        <dsp:cNvSpPr/>
      </dsp:nvSpPr>
      <dsp:spPr>
        <a:xfrm>
          <a:off x="396044" y="1725035"/>
          <a:ext cx="7128823" cy="1121760"/>
        </a:xfrm>
        <a:prstGeom prst="roundRect">
          <a:avLst/>
        </a:prstGeom>
        <a:solidFill>
          <a:schemeClr val="lt1">
            <a:hueOff val="0"/>
            <a:satOff val="0"/>
            <a:lumOff val="0"/>
            <a:alphaOff val="0"/>
          </a:schemeClr>
        </a:solidFill>
        <a:ln>
          <a:noFill/>
        </a:ln>
        <a:effectLst>
          <a:outerShdw blurRad="50800" dist="25400" algn="bl"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09573" tIns="0" rIns="209573" bIns="0" numCol="1" spcCol="1270" anchor="ctr" anchorCtr="0">
          <a:noAutofit/>
        </a:bodyPr>
        <a:lstStyle/>
        <a:p>
          <a:pPr lvl="0" algn="ctr" defTabSz="711200">
            <a:lnSpc>
              <a:spcPct val="90000"/>
            </a:lnSpc>
            <a:spcBef>
              <a:spcPct val="0"/>
            </a:spcBef>
            <a:spcAft>
              <a:spcPct val="35000"/>
            </a:spcAft>
          </a:pPr>
          <a:r>
            <a:rPr lang="it-IT" sz="1600" kern="1200" smtClean="0"/>
            <a:t>Un metodo più veloce ma che conduce a risultati accettabili consiste nel supporre un andamento lineare delle uscite e nell’effettuare la semplice media aritmetica tra il massimo (valore che la scorta raggiunge al versamento a magazzino di un ordine) ed il minimo (valore immediatamente prima del versamento successivo)</a:t>
          </a:r>
          <a:endParaRPr lang="it-IT" sz="1600" kern="1200" dirty="0"/>
        </a:p>
      </dsp:txBody>
      <dsp:txXfrm>
        <a:off x="450804" y="1779795"/>
        <a:ext cx="7019303" cy="1012240"/>
      </dsp:txXfrm>
    </dsp:sp>
    <dsp:sp modelId="{6A979AF9-AB79-4FBE-AF77-DC2C281D8685}">
      <dsp:nvSpPr>
        <dsp:cNvPr id="0" name=""/>
        <dsp:cNvSpPr/>
      </dsp:nvSpPr>
      <dsp:spPr>
        <a:xfrm>
          <a:off x="0" y="4009596"/>
          <a:ext cx="7920879" cy="957600"/>
        </a:xfrm>
        <a:prstGeom prst="rect">
          <a:avLst/>
        </a:prstGeom>
        <a:solidFill>
          <a:schemeClr val="accent5">
            <a:alpha val="90000"/>
            <a:tint val="4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sp>
    <dsp:sp modelId="{D451C816-CF55-41AD-A487-6B2BD208D57F}">
      <dsp:nvSpPr>
        <dsp:cNvPr id="0" name=""/>
        <dsp:cNvSpPr/>
      </dsp:nvSpPr>
      <dsp:spPr>
        <a:xfrm>
          <a:off x="396044" y="3448716"/>
          <a:ext cx="7128823" cy="1121760"/>
        </a:xfrm>
        <a:prstGeom prst="roundRect">
          <a:avLst/>
        </a:prstGeom>
        <a:solidFill>
          <a:schemeClr val="lt1">
            <a:hueOff val="0"/>
            <a:satOff val="0"/>
            <a:lumOff val="0"/>
            <a:alphaOff val="0"/>
          </a:schemeClr>
        </a:solidFill>
        <a:ln>
          <a:noFill/>
        </a:ln>
        <a:effectLst>
          <a:outerShdw blurRad="50800" dist="25400" algn="bl" rotWithShape="0">
            <a:srgbClr val="000000">
              <a:alpha val="6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09573" tIns="0" rIns="209573" bIns="0" numCol="1" spcCol="1270" anchor="ctr" anchorCtr="0">
          <a:noAutofit/>
        </a:bodyPr>
        <a:lstStyle/>
        <a:p>
          <a:pPr lvl="0" algn="ctr" defTabSz="711200">
            <a:lnSpc>
              <a:spcPct val="90000"/>
            </a:lnSpc>
            <a:spcBef>
              <a:spcPct val="0"/>
            </a:spcBef>
            <a:spcAft>
              <a:spcPct val="35000"/>
            </a:spcAft>
          </a:pPr>
          <a:r>
            <a:rPr lang="it-IT" sz="1600" kern="1200" smtClean="0"/>
            <a:t>Un terzo metodo consiste nel valutare i valori di inventario ad inizio e fine mese e fare la media aritmetica tra questi due valori; in genere si adotta quest’ultima alternativa</a:t>
          </a:r>
          <a:endParaRPr lang="it-IT" sz="1600" kern="1200" dirty="0"/>
        </a:p>
      </dsp:txBody>
      <dsp:txXfrm>
        <a:off x="450804" y="3503476"/>
        <a:ext cx="7019303" cy="1012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6A50D2-36BA-43BB-BA2A-1E140B59679E}">
      <dsp:nvSpPr>
        <dsp:cNvPr id="0" name=""/>
        <dsp:cNvSpPr/>
      </dsp:nvSpPr>
      <dsp:spPr>
        <a:xfrm rot="5400000">
          <a:off x="2740984" y="361120"/>
          <a:ext cx="1800200" cy="1566174"/>
        </a:xfrm>
        <a:prstGeom prst="hexagon">
          <a:avLst>
            <a:gd name="adj" fmla="val 25000"/>
            <a:gd name="vf" fmla="val 115470"/>
          </a:avLst>
        </a:prstGeom>
        <a:solidFill>
          <a:srgbClr val="C2B094"/>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it-IT" sz="1300" b="1" kern="1200" dirty="0" smtClean="0">
              <a:solidFill>
                <a:schemeClr val="tx1"/>
              </a:solidFill>
            </a:rPr>
            <a:t>Scorta corrente</a:t>
          </a:r>
          <a:endParaRPr lang="it-IT" sz="1300" b="1" kern="1200" dirty="0">
            <a:solidFill>
              <a:schemeClr val="tx1"/>
            </a:solidFill>
          </a:endParaRPr>
        </a:p>
      </dsp:txBody>
      <dsp:txXfrm rot="-5400000">
        <a:off x="3102059" y="524638"/>
        <a:ext cx="1078050" cy="1239138"/>
      </dsp:txXfrm>
    </dsp:sp>
    <dsp:sp modelId="{C8A6AEB3-0815-4069-865C-5B05580CF2F6}">
      <dsp:nvSpPr>
        <dsp:cNvPr id="0" name=""/>
        <dsp:cNvSpPr/>
      </dsp:nvSpPr>
      <dsp:spPr>
        <a:xfrm>
          <a:off x="4471696" y="604147"/>
          <a:ext cx="2009023" cy="1080120"/>
        </a:xfrm>
        <a:prstGeom prst="rect">
          <a:avLst/>
        </a:prstGeom>
        <a:noFill/>
        <a:ln>
          <a:noFill/>
        </a:ln>
        <a:effectLst/>
      </dsp:spPr>
      <dsp:style>
        <a:lnRef idx="0">
          <a:scrgbClr r="0" g="0" b="0"/>
        </a:lnRef>
        <a:fillRef idx="0">
          <a:scrgbClr r="0" g="0" b="0"/>
        </a:fillRef>
        <a:effectRef idx="0">
          <a:scrgbClr r="0" g="0" b="0"/>
        </a:effectRef>
        <a:fontRef idx="minor"/>
      </dsp:style>
    </dsp:sp>
    <dsp:sp modelId="{69C52D1E-96DC-4E7C-9F6B-119FC62BDCAA}">
      <dsp:nvSpPr>
        <dsp:cNvPr id="0" name=""/>
        <dsp:cNvSpPr/>
      </dsp:nvSpPr>
      <dsp:spPr>
        <a:xfrm rot="5400000">
          <a:off x="1049516" y="361120"/>
          <a:ext cx="1800200" cy="1566174"/>
        </a:xfrm>
        <a:prstGeom prst="hexagon">
          <a:avLst>
            <a:gd name="adj" fmla="val 25000"/>
            <a:gd name="vf" fmla="val 115470"/>
          </a:avLst>
        </a:prstGeom>
        <a:solidFill>
          <a:srgbClr val="A5C096"/>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r>
            <a:rPr lang="it-IT" sz="1300" b="1" kern="1200" dirty="0" smtClean="0">
              <a:solidFill>
                <a:schemeClr val="tx1"/>
              </a:solidFill>
            </a:rPr>
            <a:t>Un componente prevedibile</a:t>
          </a:r>
          <a:endParaRPr lang="it-IT" sz="1300" b="1" kern="1200" dirty="0">
            <a:solidFill>
              <a:schemeClr val="tx1"/>
            </a:solidFill>
          </a:endParaRPr>
        </a:p>
      </dsp:txBody>
      <dsp:txXfrm rot="-5400000">
        <a:off x="1410591" y="524638"/>
        <a:ext cx="1078050" cy="1239138"/>
      </dsp:txXfrm>
    </dsp:sp>
    <dsp:sp modelId="{2DFBCCF8-A005-4AE0-A9FA-805E3206C23C}">
      <dsp:nvSpPr>
        <dsp:cNvPr id="0" name=""/>
        <dsp:cNvSpPr/>
      </dsp:nvSpPr>
      <dsp:spPr>
        <a:xfrm rot="5400000">
          <a:off x="1892010" y="1889129"/>
          <a:ext cx="1800200" cy="1566174"/>
        </a:xfrm>
        <a:prstGeom prst="hexagon">
          <a:avLst>
            <a:gd name="adj" fmla="val 25000"/>
            <a:gd name="vf" fmla="val 115470"/>
          </a:avLst>
        </a:prstGeom>
        <a:solidFill>
          <a:srgbClr val="9FC1B6"/>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it-IT" sz="1300" b="1" kern="1200" dirty="0" smtClean="0">
              <a:solidFill>
                <a:schemeClr val="tx1"/>
              </a:solidFill>
            </a:rPr>
            <a:t>Un componente imprevedibile</a:t>
          </a:r>
          <a:endParaRPr lang="it-IT" sz="1300" b="1" kern="1200" dirty="0">
            <a:solidFill>
              <a:schemeClr val="tx1"/>
            </a:solidFill>
          </a:endParaRPr>
        </a:p>
      </dsp:txBody>
      <dsp:txXfrm rot="-5400000">
        <a:off x="2253085" y="2052647"/>
        <a:ext cx="1078050" cy="1239138"/>
      </dsp:txXfrm>
    </dsp:sp>
    <dsp:sp modelId="{EC53E8A2-46BA-40C2-986A-2EA220E677F4}">
      <dsp:nvSpPr>
        <dsp:cNvPr id="0" name=""/>
        <dsp:cNvSpPr/>
      </dsp:nvSpPr>
      <dsp:spPr>
        <a:xfrm>
          <a:off x="0" y="2132156"/>
          <a:ext cx="1944216" cy="1080120"/>
        </a:xfrm>
        <a:prstGeom prst="rect">
          <a:avLst/>
        </a:prstGeom>
        <a:noFill/>
        <a:ln>
          <a:noFill/>
        </a:ln>
        <a:effectLst/>
      </dsp:spPr>
      <dsp:style>
        <a:lnRef idx="0">
          <a:scrgbClr r="0" g="0" b="0"/>
        </a:lnRef>
        <a:fillRef idx="0">
          <a:scrgbClr r="0" g="0" b="0"/>
        </a:fillRef>
        <a:effectRef idx="0">
          <a:scrgbClr r="0" g="0" b="0"/>
        </a:effectRef>
        <a:fontRef idx="minor"/>
      </dsp:style>
    </dsp:sp>
    <dsp:sp modelId="{9B5CD2FD-DF7B-4FAB-AE6A-131B9037D2F4}">
      <dsp:nvSpPr>
        <dsp:cNvPr id="0" name=""/>
        <dsp:cNvSpPr/>
      </dsp:nvSpPr>
      <dsp:spPr>
        <a:xfrm rot="5400000">
          <a:off x="3583478" y="1889129"/>
          <a:ext cx="1800200" cy="1566174"/>
        </a:xfrm>
        <a:prstGeom prst="hexagon">
          <a:avLst>
            <a:gd name="adj" fmla="val 25000"/>
            <a:gd name="vf" fmla="val 115470"/>
          </a:avLst>
        </a:prstGeom>
        <a:solidFill>
          <a:srgbClr val="AFB7C9"/>
        </a:solidFill>
        <a:ln>
          <a:noFill/>
        </a:ln>
        <a:effectLst>
          <a:outerShdw blurRad="50800" dist="25400" algn="bl" rotWithShape="0">
            <a:srgbClr val="000000">
              <a:alpha val="6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r>
            <a:rPr lang="it-IT" sz="1300" b="1" kern="1200" dirty="0" smtClean="0">
              <a:solidFill>
                <a:schemeClr val="tx1"/>
              </a:solidFill>
            </a:rPr>
            <a:t>Scorta di sicurezza</a:t>
          </a:r>
          <a:endParaRPr lang="it-IT" sz="1300" b="1" kern="1200" dirty="0">
            <a:solidFill>
              <a:schemeClr val="tx1"/>
            </a:solidFill>
          </a:endParaRPr>
        </a:p>
      </dsp:txBody>
      <dsp:txXfrm rot="-5400000">
        <a:off x="3944553" y="2052647"/>
        <a:ext cx="1078050" cy="12391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68AE55-B7DF-41FB-979A-707532B4BD71}">
      <dsp:nvSpPr>
        <dsp:cNvPr id="0" name=""/>
        <dsp:cNvSpPr/>
      </dsp:nvSpPr>
      <dsp:spPr>
        <a:xfrm>
          <a:off x="0" y="0"/>
          <a:ext cx="7920879"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BDB3121-E44A-47F8-B784-B3FE860D5F25}">
      <dsp:nvSpPr>
        <dsp:cNvPr id="0" name=""/>
        <dsp:cNvSpPr/>
      </dsp:nvSpPr>
      <dsp:spPr>
        <a:xfrm>
          <a:off x="0" y="0"/>
          <a:ext cx="2405257" cy="4000886"/>
        </a:xfrm>
        <a:prstGeom prst="rect">
          <a:avLst/>
        </a:prstGeom>
        <a:solidFill>
          <a:schemeClr val="lt1"/>
        </a:solidFill>
        <a:ln w="25400" cap="flat" cmpd="sng" algn="ctr">
          <a:solidFill>
            <a:srgbClr val="AD5D4D"/>
          </a:solidFill>
          <a:prstDash val="solid"/>
        </a:ln>
        <a:effectLst/>
      </dsp:spPr>
      <dsp:style>
        <a:lnRef idx="2">
          <a:schemeClr val="accent6"/>
        </a:lnRef>
        <a:fillRef idx="1">
          <a:schemeClr val="lt1"/>
        </a:fillRef>
        <a:effectRef idx="0">
          <a:schemeClr val="accent6"/>
        </a:effectRef>
        <a:fontRef idx="minor">
          <a:schemeClr val="dk1"/>
        </a:fontRef>
      </dsp:style>
      <dsp:txBody>
        <a:bodyPr spcFirstLastPara="0" vert="horz" wrap="square" lIns="80010" tIns="80010" rIns="80010" bIns="80010" numCol="1" spcCol="1270" anchor="t" anchorCtr="0">
          <a:noAutofit/>
        </a:bodyPr>
        <a:lstStyle/>
        <a:p>
          <a:pPr lvl="0" algn="ctr" defTabSz="933450">
            <a:lnSpc>
              <a:spcPct val="90000"/>
            </a:lnSpc>
            <a:spcBef>
              <a:spcPct val="0"/>
            </a:spcBef>
            <a:spcAft>
              <a:spcPct val="35000"/>
            </a:spcAft>
          </a:pPr>
          <a:r>
            <a:rPr lang="it-IT" sz="2100" kern="1200" dirty="0" smtClean="0"/>
            <a:t>La funzione delle scorte è quella di assicurare continuità all’attività per cui sono state create (produzione, vendite). Nello svolgimento di queste attività vi sarà sempre un determinato obiettivo da cogliere</a:t>
          </a:r>
          <a:endParaRPr lang="it-IT" sz="2100" kern="1200" dirty="0"/>
        </a:p>
      </dsp:txBody>
      <dsp:txXfrm>
        <a:off x="0" y="0"/>
        <a:ext cx="2405257" cy="4000886"/>
      </dsp:txXfrm>
    </dsp:sp>
    <dsp:sp modelId="{84E28106-2603-4B47-86FB-FE821B02A8C2}">
      <dsp:nvSpPr>
        <dsp:cNvPr id="0" name=""/>
        <dsp:cNvSpPr/>
      </dsp:nvSpPr>
      <dsp:spPr>
        <a:xfrm>
          <a:off x="2508522" y="63500"/>
          <a:ext cx="5404221" cy="1269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it-IT" sz="2000" kern="1200" dirty="0" smtClean="0"/>
            <a:t>Se si sta producendo un prodotto, lo si sta producendo in «quella» quantità (e non in un’altra) in un certo tempo</a:t>
          </a:r>
          <a:endParaRPr lang="it-IT" sz="2000" kern="1200" dirty="0"/>
        </a:p>
      </dsp:txBody>
      <dsp:txXfrm>
        <a:off x="2508522" y="63500"/>
        <a:ext cx="5404221" cy="1269999"/>
      </dsp:txXfrm>
    </dsp:sp>
    <dsp:sp modelId="{719B61F4-92B3-4E0E-8449-7CBBB3DAE63D}">
      <dsp:nvSpPr>
        <dsp:cNvPr id="0" name=""/>
        <dsp:cNvSpPr/>
      </dsp:nvSpPr>
      <dsp:spPr>
        <a:xfrm>
          <a:off x="2405257" y="1333499"/>
          <a:ext cx="550748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DE7E673-D9CB-4047-AB08-5F50FDA48A7D}">
      <dsp:nvSpPr>
        <dsp:cNvPr id="0" name=""/>
        <dsp:cNvSpPr/>
      </dsp:nvSpPr>
      <dsp:spPr>
        <a:xfrm>
          <a:off x="2508522" y="1396999"/>
          <a:ext cx="5404221" cy="1269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it-IT" sz="2000" kern="1200" dirty="0" smtClean="0"/>
            <a:t>Se si sta acquistando un materiale, lo si acquista pensando di riceverlo in «un certo lasso di tempo» (e non in un altro) ed «in quella quantità» (e non in un’altra)</a:t>
          </a:r>
          <a:endParaRPr lang="it-IT" sz="2000" kern="1200" dirty="0"/>
        </a:p>
      </dsp:txBody>
      <dsp:txXfrm>
        <a:off x="2508522" y="1396999"/>
        <a:ext cx="5404221" cy="1269999"/>
      </dsp:txXfrm>
    </dsp:sp>
    <dsp:sp modelId="{E59F9E0C-39D8-4AA5-B8AD-A8B4253FF540}">
      <dsp:nvSpPr>
        <dsp:cNvPr id="0" name=""/>
        <dsp:cNvSpPr/>
      </dsp:nvSpPr>
      <dsp:spPr>
        <a:xfrm>
          <a:off x="2405257" y="2666999"/>
          <a:ext cx="550748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39790B-F3E9-41AC-92D6-A2FE0728CE51}">
      <dsp:nvSpPr>
        <dsp:cNvPr id="0" name=""/>
        <dsp:cNvSpPr/>
      </dsp:nvSpPr>
      <dsp:spPr>
        <a:xfrm>
          <a:off x="2508522" y="2730499"/>
          <a:ext cx="5404221" cy="1269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lvl="0" algn="just" defTabSz="889000">
            <a:lnSpc>
              <a:spcPct val="90000"/>
            </a:lnSpc>
            <a:spcBef>
              <a:spcPct val="0"/>
            </a:spcBef>
            <a:spcAft>
              <a:spcPct val="35000"/>
            </a:spcAft>
          </a:pPr>
          <a:r>
            <a:rPr lang="it-IT" sz="2000" kern="1200" dirty="0" smtClean="0"/>
            <a:t>Se si vende un prodotto, si pensa di vendere «quel quantitativo o quel valore» (e non un altro)</a:t>
          </a:r>
          <a:endParaRPr lang="it-IT" sz="2000" kern="1200" dirty="0"/>
        </a:p>
      </dsp:txBody>
      <dsp:txXfrm>
        <a:off x="2508522" y="2730499"/>
        <a:ext cx="5404221" cy="1269999"/>
      </dsp:txXfrm>
    </dsp:sp>
    <dsp:sp modelId="{D4382E4F-33E6-4606-A226-0742E91788F5}">
      <dsp:nvSpPr>
        <dsp:cNvPr id="0" name=""/>
        <dsp:cNvSpPr/>
      </dsp:nvSpPr>
      <dsp:spPr>
        <a:xfrm>
          <a:off x="2405257" y="4000499"/>
          <a:ext cx="5507486"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031033-8D43-49AB-BEA1-BF1D7EFB9173}">
      <dsp:nvSpPr>
        <dsp:cNvPr id="0" name=""/>
        <dsp:cNvSpPr/>
      </dsp:nvSpPr>
      <dsp:spPr>
        <a:xfrm>
          <a:off x="2475" y="62149"/>
          <a:ext cx="2413393" cy="460800"/>
        </a:xfrm>
        <a:prstGeom prst="rect">
          <a:avLst/>
        </a:prstGeom>
        <a:solidFill>
          <a:schemeClr val="accent3">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it-IT" sz="2000" u="sng" kern="1200" dirty="0" smtClean="0">
              <a:solidFill>
                <a:schemeClr val="tx1"/>
              </a:solidFill>
            </a:rPr>
            <a:t>CASO A</a:t>
          </a:r>
          <a:endParaRPr lang="fr-FR" sz="2000" u="sng" kern="1200" dirty="0">
            <a:solidFill>
              <a:schemeClr val="tx1"/>
            </a:solidFill>
          </a:endParaRPr>
        </a:p>
      </dsp:txBody>
      <dsp:txXfrm>
        <a:off x="2475" y="62149"/>
        <a:ext cx="2413393" cy="460800"/>
      </dsp:txXfrm>
    </dsp:sp>
    <dsp:sp modelId="{16C664B8-4622-424D-80A9-01F1C7DE9B5A}">
      <dsp:nvSpPr>
        <dsp:cNvPr id="0" name=""/>
        <dsp:cNvSpPr/>
      </dsp:nvSpPr>
      <dsp:spPr>
        <a:xfrm>
          <a:off x="2475" y="522949"/>
          <a:ext cx="2413393" cy="2902837"/>
        </a:xfrm>
        <a:prstGeom prst="rect">
          <a:avLst/>
        </a:prstGeom>
        <a:solidFill>
          <a:schemeClr val="accent3">
            <a:tint val="40000"/>
            <a:alpha val="90000"/>
            <a:hueOff val="0"/>
            <a:satOff val="0"/>
            <a:lumOff val="0"/>
            <a:alphaOff val="0"/>
          </a:schemeClr>
        </a:solidFill>
        <a:ln w="25400"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it-IT" sz="2000" kern="1200" dirty="0" smtClean="0"/>
            <a:t>Non si hanno previsioni di vendita e non si vuole trattare la questione su basi matematiche</a:t>
          </a:r>
          <a:endParaRPr lang="fr-FR" sz="2000" kern="1200" dirty="0"/>
        </a:p>
      </dsp:txBody>
      <dsp:txXfrm>
        <a:off x="2475" y="522949"/>
        <a:ext cx="2413393" cy="2902837"/>
      </dsp:txXfrm>
    </dsp:sp>
    <dsp:sp modelId="{9C982CE8-3208-4882-AA12-151A8C95B70B}">
      <dsp:nvSpPr>
        <dsp:cNvPr id="0" name=""/>
        <dsp:cNvSpPr/>
      </dsp:nvSpPr>
      <dsp:spPr>
        <a:xfrm>
          <a:off x="2753743" y="62149"/>
          <a:ext cx="2413393" cy="460800"/>
        </a:xfrm>
        <a:prstGeom prst="rect">
          <a:avLst/>
        </a:prstGeom>
        <a:solidFill>
          <a:schemeClr val="accent3">
            <a:hueOff val="5497000"/>
            <a:satOff val="-3971"/>
            <a:lumOff val="1471"/>
            <a:alphaOff val="0"/>
          </a:schemeClr>
        </a:solidFill>
        <a:ln w="25400" cap="flat" cmpd="sng" algn="ctr">
          <a:solidFill>
            <a:schemeClr val="accent3">
              <a:hueOff val="5497000"/>
              <a:satOff val="-3971"/>
              <a:lumOff val="147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it-IT" sz="2000" u="sng" kern="1200" dirty="0" smtClean="0">
              <a:solidFill>
                <a:schemeClr val="tx1"/>
              </a:solidFill>
            </a:rPr>
            <a:t>CASO B</a:t>
          </a:r>
          <a:endParaRPr lang="fr-FR" sz="2000" u="sng" kern="1200" dirty="0">
            <a:solidFill>
              <a:schemeClr val="tx1"/>
            </a:solidFill>
          </a:endParaRPr>
        </a:p>
      </dsp:txBody>
      <dsp:txXfrm>
        <a:off x="2753743" y="62149"/>
        <a:ext cx="2413393" cy="460800"/>
      </dsp:txXfrm>
    </dsp:sp>
    <dsp:sp modelId="{98E6EFD8-DCC9-4725-895A-708B0E1EE5C1}">
      <dsp:nvSpPr>
        <dsp:cNvPr id="0" name=""/>
        <dsp:cNvSpPr/>
      </dsp:nvSpPr>
      <dsp:spPr>
        <a:xfrm>
          <a:off x="2753743" y="522949"/>
          <a:ext cx="2413393" cy="2902837"/>
        </a:xfrm>
        <a:prstGeom prst="rect">
          <a:avLst/>
        </a:prstGeom>
        <a:solidFill>
          <a:schemeClr val="accent3">
            <a:tint val="40000"/>
            <a:alpha val="90000"/>
            <a:hueOff val="5653879"/>
            <a:satOff val="-2714"/>
            <a:lumOff val="250"/>
            <a:alphaOff val="0"/>
          </a:schemeClr>
        </a:solidFill>
        <a:ln w="25400" cap="flat" cmpd="sng" algn="ctr">
          <a:solidFill>
            <a:schemeClr val="accent3">
              <a:tint val="40000"/>
              <a:alpha val="90000"/>
              <a:hueOff val="5653879"/>
              <a:satOff val="-2714"/>
              <a:lumOff val="25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it-IT" sz="2000" kern="1200" dirty="0" smtClean="0"/>
            <a:t>Non si hanno previsioni di vendita e si vuole trattare la questione su basi matematiche</a:t>
          </a:r>
          <a:endParaRPr lang="fr-FR" sz="2000" kern="1200" dirty="0"/>
        </a:p>
      </dsp:txBody>
      <dsp:txXfrm>
        <a:off x="2753743" y="522949"/>
        <a:ext cx="2413393" cy="2902837"/>
      </dsp:txXfrm>
    </dsp:sp>
    <dsp:sp modelId="{E72F3EEB-C0BD-489A-B7D7-3CCA2DDF0C35}">
      <dsp:nvSpPr>
        <dsp:cNvPr id="0" name=""/>
        <dsp:cNvSpPr/>
      </dsp:nvSpPr>
      <dsp:spPr>
        <a:xfrm>
          <a:off x="5505011" y="62149"/>
          <a:ext cx="2413393" cy="460800"/>
        </a:xfrm>
        <a:prstGeom prst="rect">
          <a:avLst/>
        </a:prstGeom>
        <a:solidFill>
          <a:schemeClr val="accent3">
            <a:hueOff val="10993999"/>
            <a:satOff val="-7943"/>
            <a:lumOff val="2941"/>
            <a:alphaOff val="0"/>
          </a:schemeClr>
        </a:solidFill>
        <a:ln w="25400" cap="flat" cmpd="sng" algn="ctr">
          <a:solidFill>
            <a:schemeClr val="accent3">
              <a:hueOff val="10993999"/>
              <a:satOff val="-7943"/>
              <a:lumOff val="294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81280" rIns="142240" bIns="81280" numCol="1" spcCol="1270" anchor="ctr" anchorCtr="0">
          <a:noAutofit/>
        </a:bodyPr>
        <a:lstStyle/>
        <a:p>
          <a:pPr lvl="0" algn="ctr" defTabSz="889000">
            <a:lnSpc>
              <a:spcPct val="90000"/>
            </a:lnSpc>
            <a:spcBef>
              <a:spcPct val="0"/>
            </a:spcBef>
            <a:spcAft>
              <a:spcPct val="35000"/>
            </a:spcAft>
          </a:pPr>
          <a:r>
            <a:rPr lang="it-IT" sz="2000" u="sng" kern="1200" dirty="0" smtClean="0">
              <a:solidFill>
                <a:schemeClr val="tx1"/>
              </a:solidFill>
            </a:rPr>
            <a:t>CASO C</a:t>
          </a:r>
          <a:endParaRPr lang="fr-FR" sz="2000" u="sng" kern="1200" dirty="0">
            <a:solidFill>
              <a:schemeClr val="tx1"/>
            </a:solidFill>
          </a:endParaRPr>
        </a:p>
      </dsp:txBody>
      <dsp:txXfrm>
        <a:off x="5505011" y="62149"/>
        <a:ext cx="2413393" cy="460800"/>
      </dsp:txXfrm>
    </dsp:sp>
    <dsp:sp modelId="{08590137-C299-48B8-B397-ADD631A7D46E}">
      <dsp:nvSpPr>
        <dsp:cNvPr id="0" name=""/>
        <dsp:cNvSpPr/>
      </dsp:nvSpPr>
      <dsp:spPr>
        <a:xfrm>
          <a:off x="5505011" y="522949"/>
          <a:ext cx="2413393" cy="2902837"/>
        </a:xfrm>
        <a:prstGeom prst="rect">
          <a:avLst/>
        </a:prstGeom>
        <a:solidFill>
          <a:schemeClr val="accent3">
            <a:tint val="40000"/>
            <a:alpha val="90000"/>
            <a:hueOff val="11307759"/>
            <a:satOff val="-5428"/>
            <a:lumOff val="500"/>
            <a:alphaOff val="0"/>
          </a:schemeClr>
        </a:solidFill>
        <a:ln w="25400" cap="flat" cmpd="sng" algn="ctr">
          <a:solidFill>
            <a:schemeClr val="accent3">
              <a:tint val="40000"/>
              <a:alpha val="90000"/>
              <a:hueOff val="11307759"/>
              <a:satOff val="-5428"/>
              <a:lumOff val="50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it-IT" sz="1600" kern="1200" dirty="0" smtClean="0"/>
            <a:t>Si hanno previsioni di vendita; in questo caso sarà opportuno e necessario utilizzare un approccio matematico statistico, che peraltro è alquanto intuitivo e semplice e che può essere impiegato utilizzando direttamente i risultati senza badare troppo ai procedimenti</a:t>
          </a:r>
          <a:endParaRPr lang="fr-FR" sz="1600" kern="1200" dirty="0"/>
        </a:p>
      </dsp:txBody>
      <dsp:txXfrm>
        <a:off x="5505011" y="522949"/>
        <a:ext cx="2413393" cy="2902837"/>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777607" y="0"/>
            <a:ext cx="2889938" cy="496332"/>
          </a:xfrm>
          <a:prstGeom prst="rect">
            <a:avLst/>
          </a:prstGeom>
        </p:spPr>
        <p:txBody>
          <a:bodyPr vert="horz" lIns="91440" tIns="45720" rIns="91440" bIns="45720" rtlCol="0"/>
          <a:lstStyle>
            <a:lvl1pPr algn="r">
              <a:defRPr sz="1200"/>
            </a:lvl1pPr>
          </a:lstStyle>
          <a:p>
            <a:fld id="{4B4ED481-09DB-4533-BA3F-333D78B14DE4}" type="datetimeFigureOut">
              <a:rPr lang="it-IT" smtClean="0"/>
              <a:t>30/11/2015</a:t>
            </a:fld>
            <a:endParaRPr lang="it-IT"/>
          </a:p>
        </p:txBody>
      </p:sp>
      <p:sp>
        <p:nvSpPr>
          <p:cNvPr id="4" name="Segnaposto piè di pagina 3"/>
          <p:cNvSpPr>
            <a:spLocks noGrp="1"/>
          </p:cNvSpPr>
          <p:nvPr>
            <p:ph type="ftr" sz="quarter" idx="2"/>
          </p:nvPr>
        </p:nvSpPr>
        <p:spPr>
          <a:xfrm>
            <a:off x="0" y="9428583"/>
            <a:ext cx="2889938" cy="496332"/>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777607" y="9428583"/>
            <a:ext cx="2889938" cy="496332"/>
          </a:xfrm>
          <a:prstGeom prst="rect">
            <a:avLst/>
          </a:prstGeom>
        </p:spPr>
        <p:txBody>
          <a:bodyPr vert="horz" lIns="91440" tIns="45720" rIns="91440" bIns="45720" rtlCol="0" anchor="b"/>
          <a:lstStyle>
            <a:lvl1pPr algn="r">
              <a:defRPr sz="1200"/>
            </a:lvl1pPr>
          </a:lstStyle>
          <a:p>
            <a:fld id="{051BFB60-44A9-4DF0-AFF9-73B78DF5CF16}" type="slidenum">
              <a:rPr lang="it-IT" smtClean="0"/>
              <a:t>‹N›</a:t>
            </a:fld>
            <a:endParaRPr lang="it-IT"/>
          </a:p>
        </p:txBody>
      </p:sp>
    </p:spTree>
    <p:extLst>
      <p:ext uri="{BB962C8B-B14F-4D97-AF65-F5344CB8AC3E}">
        <p14:creationId xmlns:p14="http://schemas.microsoft.com/office/powerpoint/2010/main" val="233365101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889938" cy="496332"/>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777607" y="0"/>
            <a:ext cx="2889938" cy="496332"/>
          </a:xfrm>
          <a:prstGeom prst="rect">
            <a:avLst/>
          </a:prstGeom>
        </p:spPr>
        <p:txBody>
          <a:bodyPr vert="horz" lIns="91440" tIns="45720" rIns="91440" bIns="45720" rtlCol="0"/>
          <a:lstStyle>
            <a:lvl1pPr algn="r">
              <a:defRPr sz="1200"/>
            </a:lvl1pPr>
          </a:lstStyle>
          <a:p>
            <a:fld id="{67C9E330-6456-4819-8B20-6B200F5B4E10}" type="datetimeFigureOut">
              <a:rPr lang="it-IT" smtClean="0"/>
              <a:t>30/11/2015</a:t>
            </a:fld>
            <a:endParaRPr lang="it-IT"/>
          </a:p>
        </p:txBody>
      </p:sp>
      <p:sp>
        <p:nvSpPr>
          <p:cNvPr id="4" name="Segnaposto immagine diapositiva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66909" y="4715153"/>
            <a:ext cx="5335270" cy="4466987"/>
          </a:xfrm>
          <a:prstGeom prst="rect">
            <a:avLst/>
          </a:prstGeom>
        </p:spPr>
        <p:txBody>
          <a:bodyPr vert="horz" lIns="91440" tIns="45720" rIns="91440" bIns="45720" rtlCol="0"/>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piè di pagina 5"/>
          <p:cNvSpPr>
            <a:spLocks noGrp="1"/>
          </p:cNvSpPr>
          <p:nvPr>
            <p:ph type="ftr" sz="quarter" idx="4"/>
          </p:nvPr>
        </p:nvSpPr>
        <p:spPr>
          <a:xfrm>
            <a:off x="0" y="9428583"/>
            <a:ext cx="2889938" cy="496332"/>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777607" y="9428583"/>
            <a:ext cx="2889938" cy="496332"/>
          </a:xfrm>
          <a:prstGeom prst="rect">
            <a:avLst/>
          </a:prstGeom>
        </p:spPr>
        <p:txBody>
          <a:bodyPr vert="horz" lIns="91440" tIns="45720" rIns="91440" bIns="45720" rtlCol="0" anchor="b"/>
          <a:lstStyle>
            <a:lvl1pPr algn="r">
              <a:defRPr sz="1200"/>
            </a:lvl1pPr>
          </a:lstStyle>
          <a:p>
            <a:fld id="{211EB22B-94D8-467C-993D-C3D3F08BEBA7}" type="slidenum">
              <a:rPr lang="it-IT" smtClean="0"/>
              <a:t>‹N›</a:t>
            </a:fld>
            <a:endParaRPr lang="it-IT"/>
          </a:p>
        </p:txBody>
      </p:sp>
    </p:spTree>
    <p:extLst>
      <p:ext uri="{BB962C8B-B14F-4D97-AF65-F5344CB8AC3E}">
        <p14:creationId xmlns:p14="http://schemas.microsoft.com/office/powerpoint/2010/main" val="2255803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a:xfrm>
            <a:off x="854075" y="744538"/>
            <a:ext cx="4960938" cy="3722687"/>
          </a:xfrm>
        </p:spPr>
      </p:sp>
      <p:sp>
        <p:nvSpPr>
          <p:cNvPr id="3" name="Segnaposto note 2"/>
          <p:cNvSpPr>
            <a:spLocks noGrp="1"/>
          </p:cNvSpPr>
          <p:nvPr>
            <p:ph type="body" idx="1"/>
          </p:nvPr>
        </p:nvSpPr>
        <p:spPr/>
        <p:txBody>
          <a:bodyPr>
            <a:normAutofit/>
          </a:bodyPr>
          <a:lstStyle/>
          <a:p>
            <a:endParaRPr lang="it-IT" dirty="0"/>
          </a:p>
        </p:txBody>
      </p:sp>
      <p:sp>
        <p:nvSpPr>
          <p:cNvPr id="4" name="Segnaposto numero diapositiva 3"/>
          <p:cNvSpPr>
            <a:spLocks noGrp="1"/>
          </p:cNvSpPr>
          <p:nvPr>
            <p:ph type="sldNum" sz="quarter" idx="10"/>
          </p:nvPr>
        </p:nvSpPr>
        <p:spPr/>
        <p:txBody>
          <a:bodyPr/>
          <a:lstStyle/>
          <a:p>
            <a:fld id="{CF91595F-EE8B-4FA3-B8E7-46D1F8F41F7C}" type="slidenum">
              <a:rPr lang="it-IT" smtClean="0"/>
              <a:pPr/>
              <a:t>2</a:t>
            </a:fld>
            <a:endParaRPr lang="it-IT"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normAutofit/>
          </a:bodyPr>
          <a:lstStyle/>
          <a:p>
            <a:endParaRPr lang="it-IT"/>
          </a:p>
        </p:txBody>
      </p:sp>
      <p:sp>
        <p:nvSpPr>
          <p:cNvPr id="4" name="Segnaposto numero diapositiva 3"/>
          <p:cNvSpPr>
            <a:spLocks noGrp="1"/>
          </p:cNvSpPr>
          <p:nvPr>
            <p:ph type="sldNum" sz="quarter" idx="10"/>
          </p:nvPr>
        </p:nvSpPr>
        <p:spPr/>
        <p:txBody>
          <a:bodyPr/>
          <a:lstStyle/>
          <a:p>
            <a:fld id="{E687D29D-79D0-4C53-A2C4-1F30FFCD0009}" type="slidenum">
              <a:rPr lang="it-IT" smtClean="0"/>
              <a:pPr/>
              <a:t>88</a:t>
            </a:fld>
            <a:endParaRPr lang="it-IT"/>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it-IT" smtClean="0"/>
              <a:t>Fare clic per modificare lo stile del titolo</a:t>
            </a:r>
            <a:endParaRPr lang="en-US" dirty="0"/>
          </a:p>
        </p:txBody>
      </p:sp>
      <p:sp>
        <p:nvSpPr>
          <p:cNvPr id="3" name="Subtitle 2"/>
          <p:cNvSpPr>
            <a:spLocks noGrp="1"/>
          </p:cNvSpPr>
          <p:nvPr>
            <p:ph type="subTitle" idx="1"/>
          </p:nvPr>
        </p:nvSpPr>
        <p:spPr>
          <a:xfrm>
            <a:off x="685800" y="4572000"/>
            <a:ext cx="6461760" cy="1066800"/>
          </a:xfrm>
        </p:spPr>
        <p:txBody>
          <a:bodyPr>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en-US" dirty="0"/>
          </a:p>
        </p:txBody>
      </p:sp>
      <p:sp>
        <p:nvSpPr>
          <p:cNvPr id="4"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5" name="Footer Placeholder 4"/>
          <p:cNvSpPr>
            <a:spLocks noGrp="1"/>
          </p:cNvSpPr>
          <p:nvPr>
            <p:ph type="ftr" sz="quarter" idx="11"/>
          </p:nvPr>
        </p:nvSpPr>
        <p:spPr/>
        <p:txBody>
          <a:bodyPr/>
          <a:lstStyle>
            <a:lvl1pPr>
              <a:defRPr/>
            </a:lvl1pPr>
          </a:lstStyle>
          <a:p>
            <a:endParaRPr lang="it-IT"/>
          </a:p>
        </p:txBody>
      </p:sp>
      <p:sp>
        <p:nvSpPr>
          <p:cNvPr id="6" name="Date Placeholder 3"/>
          <p:cNvSpPr>
            <a:spLocks noGrp="1"/>
          </p:cNvSpPr>
          <p:nvPr>
            <p:ph type="dt" sz="half" idx="12"/>
          </p:nvPr>
        </p:nvSpPr>
        <p:spPr/>
        <p:txBody>
          <a:bodyPr/>
          <a:lstStyle>
            <a:lvl1pPr>
              <a:defRPr/>
            </a:lvl1pPr>
          </a:lstStyle>
          <a:p>
            <a:fld id="{661CC155-4532-4CD7-99BE-F3E375730C6F}"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a:xfrm>
            <a:off x="251520" y="130622"/>
            <a:ext cx="7920880" cy="562074"/>
          </a:xfrm>
        </p:spPr>
        <p:txBody>
          <a:bodyPr/>
          <a:lstStyle>
            <a:lvl1pPr algn="ctr">
              <a:defRPr sz="3600">
                <a:solidFill>
                  <a:schemeClr val="tx1">
                    <a:lumMod val="85000"/>
                    <a:lumOff val="15000"/>
                  </a:schemeClr>
                </a:solidFill>
                <a:effectLst>
                  <a:outerShdw blurRad="38100" dist="38100" dir="2700000" algn="tl">
                    <a:srgbClr val="000000">
                      <a:alpha val="43137"/>
                    </a:srgbClr>
                  </a:outerShdw>
                </a:effectLst>
              </a:defRPr>
            </a:lvl1pPr>
          </a:lstStyle>
          <a:p>
            <a:r>
              <a:rPr lang="it-IT" dirty="0" smtClean="0"/>
              <a:t>Fare clic per modificare lo stile del titolo</a:t>
            </a:r>
            <a:endParaRPr lang="en-US" dirty="0"/>
          </a:p>
        </p:txBody>
      </p:sp>
      <p:sp>
        <p:nvSpPr>
          <p:cNvPr id="3" name="Content Placeholder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5" name="Footer Placeholder 4"/>
          <p:cNvSpPr>
            <a:spLocks noGrp="1"/>
          </p:cNvSpPr>
          <p:nvPr>
            <p:ph type="ftr" sz="quarter" idx="11"/>
          </p:nvPr>
        </p:nvSpPr>
        <p:spPr/>
        <p:txBody>
          <a:bodyPr/>
          <a:lstStyle>
            <a:lvl1pPr>
              <a:defRPr/>
            </a:lvl1pPr>
          </a:lstStyle>
          <a:p>
            <a:endParaRPr lang="it-IT"/>
          </a:p>
        </p:txBody>
      </p:sp>
      <p:sp>
        <p:nvSpPr>
          <p:cNvPr id="6" name="Date Placeholder 3"/>
          <p:cNvSpPr>
            <a:spLocks noGrp="1"/>
          </p:cNvSpPr>
          <p:nvPr>
            <p:ph type="dt" sz="half" idx="12"/>
          </p:nvPr>
        </p:nvSpPr>
        <p:spPr/>
        <p:txBody>
          <a:bodyPr/>
          <a:lstStyle>
            <a:lvl1pPr>
              <a:defRPr/>
            </a:lvl1pPr>
          </a:lstStyle>
          <a:p>
            <a:fld id="{D454FA2E-2631-4A62-A1B6-4156526ACC1B}"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it-IT" smtClean="0"/>
              <a:t>Fare clic per modificare lo stile del titolo</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5" name="Footer Placeholder 4"/>
          <p:cNvSpPr>
            <a:spLocks noGrp="1"/>
          </p:cNvSpPr>
          <p:nvPr>
            <p:ph type="ftr" sz="quarter" idx="11"/>
          </p:nvPr>
        </p:nvSpPr>
        <p:spPr/>
        <p:txBody>
          <a:bodyPr/>
          <a:lstStyle>
            <a:lvl1pPr>
              <a:defRPr/>
            </a:lvl1pPr>
          </a:lstStyle>
          <a:p>
            <a:endParaRPr lang="it-IT"/>
          </a:p>
        </p:txBody>
      </p:sp>
      <p:sp>
        <p:nvSpPr>
          <p:cNvPr id="6" name="Date Placeholder 3"/>
          <p:cNvSpPr>
            <a:spLocks noGrp="1"/>
          </p:cNvSpPr>
          <p:nvPr>
            <p:ph type="dt" sz="half" idx="12"/>
          </p:nvPr>
        </p:nvSpPr>
        <p:spPr/>
        <p:txBody>
          <a:bodyPr/>
          <a:lstStyle>
            <a:lvl1pPr>
              <a:defRPr/>
            </a:lvl1pPr>
          </a:lstStyle>
          <a:p>
            <a:fld id="{3DBF2401-779B-402D-9B68-CF6FEDF8EEA3}"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6" name="Footer Placeholder 4"/>
          <p:cNvSpPr>
            <a:spLocks noGrp="1"/>
          </p:cNvSpPr>
          <p:nvPr>
            <p:ph type="ftr" sz="quarter" idx="11"/>
          </p:nvPr>
        </p:nvSpPr>
        <p:spPr/>
        <p:txBody>
          <a:bodyPr/>
          <a:lstStyle>
            <a:lvl1pPr>
              <a:defRPr/>
            </a:lvl1pPr>
          </a:lstStyle>
          <a:p>
            <a:endParaRPr lang="it-IT"/>
          </a:p>
        </p:txBody>
      </p:sp>
      <p:sp>
        <p:nvSpPr>
          <p:cNvPr id="7" name="Date Placeholder 3"/>
          <p:cNvSpPr>
            <a:spLocks noGrp="1"/>
          </p:cNvSpPr>
          <p:nvPr>
            <p:ph type="dt" sz="half" idx="12"/>
          </p:nvPr>
        </p:nvSpPr>
        <p:spPr/>
        <p:txBody>
          <a:bodyPr/>
          <a:lstStyle>
            <a:lvl1pPr>
              <a:defRPr/>
            </a:lvl1pPr>
          </a:lstStyle>
          <a:p>
            <a:fld id="{D5F71645-37CA-425B-A09C-E5362C9F8F81}"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smtClean="0"/>
              <a:t>Fare clic per modificare lo stile del titolo</a:t>
            </a:r>
            <a:endParaRPr lang="en-US"/>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7"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8" name="Footer Placeholder 4"/>
          <p:cNvSpPr>
            <a:spLocks noGrp="1"/>
          </p:cNvSpPr>
          <p:nvPr>
            <p:ph type="ftr" sz="quarter" idx="11"/>
          </p:nvPr>
        </p:nvSpPr>
        <p:spPr/>
        <p:txBody>
          <a:bodyPr/>
          <a:lstStyle>
            <a:lvl1pPr>
              <a:defRPr/>
            </a:lvl1pPr>
          </a:lstStyle>
          <a:p>
            <a:endParaRPr lang="it-IT"/>
          </a:p>
        </p:txBody>
      </p:sp>
      <p:sp>
        <p:nvSpPr>
          <p:cNvPr id="9" name="Date Placeholder 3"/>
          <p:cNvSpPr>
            <a:spLocks noGrp="1"/>
          </p:cNvSpPr>
          <p:nvPr>
            <p:ph type="dt" sz="half" idx="12"/>
          </p:nvPr>
        </p:nvSpPr>
        <p:spPr/>
        <p:txBody>
          <a:bodyPr/>
          <a:lstStyle>
            <a:lvl1pPr>
              <a:defRPr/>
            </a:lvl1pPr>
          </a:lstStyle>
          <a:p>
            <a:fld id="{BD700F2F-5842-408D-870F-C498F528E918}"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4" name="Footer Placeholder 4"/>
          <p:cNvSpPr>
            <a:spLocks noGrp="1"/>
          </p:cNvSpPr>
          <p:nvPr>
            <p:ph type="ftr" sz="quarter" idx="11"/>
          </p:nvPr>
        </p:nvSpPr>
        <p:spPr/>
        <p:txBody>
          <a:bodyPr/>
          <a:lstStyle>
            <a:lvl1pPr>
              <a:defRPr/>
            </a:lvl1pPr>
          </a:lstStyle>
          <a:p>
            <a:endParaRPr lang="it-IT"/>
          </a:p>
        </p:txBody>
      </p:sp>
      <p:sp>
        <p:nvSpPr>
          <p:cNvPr id="5" name="Date Placeholder 3"/>
          <p:cNvSpPr>
            <a:spLocks noGrp="1"/>
          </p:cNvSpPr>
          <p:nvPr>
            <p:ph type="dt" sz="half" idx="12"/>
          </p:nvPr>
        </p:nvSpPr>
        <p:spPr/>
        <p:txBody>
          <a:bodyPr/>
          <a:lstStyle>
            <a:lvl1pPr>
              <a:defRPr/>
            </a:lvl1pPr>
          </a:lstStyle>
          <a:p>
            <a:fld id="{DB85E2ED-8838-4426-ABED-DAF8DF17008C}"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3" name="Footer Placeholder 4"/>
          <p:cNvSpPr>
            <a:spLocks noGrp="1"/>
          </p:cNvSpPr>
          <p:nvPr>
            <p:ph type="ftr" sz="quarter" idx="11"/>
          </p:nvPr>
        </p:nvSpPr>
        <p:spPr/>
        <p:txBody>
          <a:bodyPr/>
          <a:lstStyle>
            <a:lvl1pPr>
              <a:defRPr/>
            </a:lvl1pPr>
          </a:lstStyle>
          <a:p>
            <a:endParaRPr lang="it-IT"/>
          </a:p>
        </p:txBody>
      </p:sp>
      <p:sp>
        <p:nvSpPr>
          <p:cNvPr id="4" name="Date Placeholder 3"/>
          <p:cNvSpPr>
            <a:spLocks noGrp="1"/>
          </p:cNvSpPr>
          <p:nvPr>
            <p:ph type="dt" sz="half" idx="12"/>
          </p:nvPr>
        </p:nvSpPr>
        <p:spPr/>
        <p:txBody>
          <a:bodyPr/>
          <a:lstStyle>
            <a:lvl1pPr>
              <a:defRPr/>
            </a:lvl1pPr>
          </a:lstStyle>
          <a:p>
            <a:fld id="{EABD1ADE-973A-4F9E-9078-B286AFF31E70}"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it-IT" smtClean="0"/>
              <a:t>Fare clic per modificare lo stile del titolo</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9" name="Content Placeholder 8"/>
          <p:cNvSpPr>
            <a:spLocks noGrp="1"/>
          </p:cNvSpPr>
          <p:nvPr>
            <p:ph sz="quarter" idx="13"/>
          </p:nvPr>
        </p:nvSpPr>
        <p:spPr>
          <a:xfrm>
            <a:off x="304800" y="381000"/>
            <a:ext cx="7772400" cy="4942840"/>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5" name="Slide Number Placeholder 5"/>
          <p:cNvSpPr>
            <a:spLocks noGrp="1"/>
          </p:cNvSpPr>
          <p:nvPr>
            <p:ph type="sldNum" sz="quarter" idx="14"/>
          </p:nvPr>
        </p:nvSpPr>
        <p:spPr>
          <a:ln/>
        </p:spPr>
        <p:txBody>
          <a:bodyPr/>
          <a:lstStyle>
            <a:lvl1pPr>
              <a:defRPr/>
            </a:lvl1pPr>
          </a:lstStyle>
          <a:p>
            <a:fld id="{7186D87E-6BCC-4852-A0F4-880991C1B137}" type="slidenum">
              <a:rPr lang="it-IT" smtClean="0"/>
              <a:t>‹N›</a:t>
            </a:fld>
            <a:endParaRPr lang="it-IT"/>
          </a:p>
        </p:txBody>
      </p:sp>
      <p:sp>
        <p:nvSpPr>
          <p:cNvPr id="6" name="Footer Placeholder 4"/>
          <p:cNvSpPr>
            <a:spLocks noGrp="1"/>
          </p:cNvSpPr>
          <p:nvPr>
            <p:ph type="ftr" sz="quarter" idx="15"/>
          </p:nvPr>
        </p:nvSpPr>
        <p:spPr/>
        <p:txBody>
          <a:bodyPr/>
          <a:lstStyle>
            <a:lvl1pPr>
              <a:defRPr/>
            </a:lvl1pPr>
          </a:lstStyle>
          <a:p>
            <a:endParaRPr lang="it-IT"/>
          </a:p>
        </p:txBody>
      </p:sp>
      <p:sp>
        <p:nvSpPr>
          <p:cNvPr id="7" name="Date Placeholder 3"/>
          <p:cNvSpPr>
            <a:spLocks noGrp="1"/>
          </p:cNvSpPr>
          <p:nvPr>
            <p:ph type="dt" sz="half" idx="16"/>
          </p:nvPr>
        </p:nvSpPr>
        <p:spPr/>
        <p:txBody>
          <a:bodyPr/>
          <a:lstStyle>
            <a:lvl1pPr>
              <a:defRPr/>
            </a:lvl1pPr>
          </a:lstStyle>
          <a:p>
            <a:fld id="{D94DE345-9007-4F4C-BD84-92727B007092}"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it-IT" smtClean="0"/>
              <a:t>Fare clic per modificare lo stile del titolo</a:t>
            </a:r>
            <a:endParaRPr lang="en-US" dirty="0"/>
          </a:p>
        </p:txBody>
      </p:sp>
      <p:sp>
        <p:nvSpPr>
          <p:cNvPr id="3" name="Picture Placeholder 2"/>
          <p:cNvSpPr>
            <a:spLocks noGrp="1"/>
          </p:cNvSpPr>
          <p:nvPr>
            <p:ph type="pic" idx="1"/>
          </p:nvPr>
        </p:nvSpPr>
        <p:spPr>
          <a:xfrm>
            <a:off x="0" y="0"/>
            <a:ext cx="8458200" cy="54864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it-IT" noProof="0" smtClean="0"/>
              <a:t>Fare clic sull'icona per inserire un'immagine</a:t>
            </a:r>
            <a:endParaRPr lang="en-US" noProof="0"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6" name="Footer Placeholder 4"/>
          <p:cNvSpPr>
            <a:spLocks noGrp="1"/>
          </p:cNvSpPr>
          <p:nvPr>
            <p:ph type="ftr" sz="quarter" idx="11"/>
          </p:nvPr>
        </p:nvSpPr>
        <p:spPr/>
        <p:txBody>
          <a:bodyPr/>
          <a:lstStyle>
            <a:lvl1pPr>
              <a:defRPr/>
            </a:lvl1pPr>
          </a:lstStyle>
          <a:p>
            <a:endParaRPr lang="it-IT"/>
          </a:p>
        </p:txBody>
      </p:sp>
      <p:sp>
        <p:nvSpPr>
          <p:cNvPr id="7" name="Date Placeholder 3"/>
          <p:cNvSpPr>
            <a:spLocks noGrp="1"/>
          </p:cNvSpPr>
          <p:nvPr>
            <p:ph type="dt" sz="half" idx="12"/>
          </p:nvPr>
        </p:nvSpPr>
        <p:spPr/>
        <p:txBody>
          <a:bodyPr/>
          <a:lstStyle>
            <a:lvl1pPr>
              <a:defRPr/>
            </a:lvl1pPr>
          </a:lstStyle>
          <a:p>
            <a:fld id="{7370A60B-041A-40D4-8D4A-08F929C835D8}"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smtClean="0"/>
              <a:t>Fare clic per modificare lo stile del titolo</a:t>
            </a:r>
            <a:endParaRPr lang="en-US"/>
          </a:p>
        </p:txBody>
      </p:sp>
      <p:sp>
        <p:nvSpPr>
          <p:cNvPr id="3" name="Vertical Text Placeholder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5" name="Footer Placeholder 4"/>
          <p:cNvSpPr>
            <a:spLocks noGrp="1"/>
          </p:cNvSpPr>
          <p:nvPr>
            <p:ph type="ftr" sz="quarter" idx="11"/>
          </p:nvPr>
        </p:nvSpPr>
        <p:spPr/>
        <p:txBody>
          <a:bodyPr/>
          <a:lstStyle>
            <a:lvl1pPr>
              <a:defRPr/>
            </a:lvl1pPr>
          </a:lstStyle>
          <a:p>
            <a:endParaRPr lang="it-IT"/>
          </a:p>
        </p:txBody>
      </p:sp>
      <p:sp>
        <p:nvSpPr>
          <p:cNvPr id="6" name="Date Placeholder 3"/>
          <p:cNvSpPr>
            <a:spLocks noGrp="1"/>
          </p:cNvSpPr>
          <p:nvPr>
            <p:ph type="dt" sz="half" idx="12"/>
          </p:nvPr>
        </p:nvSpPr>
        <p:spPr/>
        <p:txBody>
          <a:bodyPr/>
          <a:lstStyle>
            <a:lvl1pPr>
              <a:defRPr/>
            </a:lvl1pPr>
          </a:lstStyle>
          <a:p>
            <a:fld id="{E94BDA27-7C43-473A-9967-B38CD30AC271}"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it-IT" smtClean="0"/>
              <a:t>Fare clic per modificare lo stile del titolo</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a:p>
        </p:txBody>
      </p:sp>
      <p:sp>
        <p:nvSpPr>
          <p:cNvPr id="4" name="Slide Number Placeholder 5"/>
          <p:cNvSpPr>
            <a:spLocks noGrp="1"/>
          </p:cNvSpPr>
          <p:nvPr>
            <p:ph type="sldNum" sz="quarter" idx="10"/>
          </p:nvPr>
        </p:nvSpPr>
        <p:spPr>
          <a:ln/>
        </p:spPr>
        <p:txBody>
          <a:bodyPr/>
          <a:lstStyle>
            <a:lvl1pPr>
              <a:defRPr/>
            </a:lvl1pPr>
          </a:lstStyle>
          <a:p>
            <a:fld id="{7186D87E-6BCC-4852-A0F4-880991C1B137}" type="slidenum">
              <a:rPr lang="it-IT" smtClean="0"/>
              <a:t>‹N›</a:t>
            </a:fld>
            <a:endParaRPr lang="it-IT"/>
          </a:p>
        </p:txBody>
      </p:sp>
      <p:sp>
        <p:nvSpPr>
          <p:cNvPr id="5" name="Footer Placeholder 4"/>
          <p:cNvSpPr>
            <a:spLocks noGrp="1"/>
          </p:cNvSpPr>
          <p:nvPr>
            <p:ph type="ftr" sz="quarter" idx="11"/>
          </p:nvPr>
        </p:nvSpPr>
        <p:spPr/>
        <p:txBody>
          <a:bodyPr/>
          <a:lstStyle>
            <a:lvl1pPr>
              <a:defRPr/>
            </a:lvl1pPr>
          </a:lstStyle>
          <a:p>
            <a:endParaRPr lang="it-IT"/>
          </a:p>
        </p:txBody>
      </p:sp>
      <p:sp>
        <p:nvSpPr>
          <p:cNvPr id="6" name="Date Placeholder 3"/>
          <p:cNvSpPr>
            <a:spLocks noGrp="1"/>
          </p:cNvSpPr>
          <p:nvPr>
            <p:ph type="dt" sz="half" idx="12"/>
          </p:nvPr>
        </p:nvSpPr>
        <p:spPr/>
        <p:txBody>
          <a:bodyPr/>
          <a:lstStyle>
            <a:lvl1pPr>
              <a:defRPr/>
            </a:lvl1pPr>
          </a:lstStyle>
          <a:p>
            <a:fld id="{26665042-AD0F-4B3B-BDBF-B0FDE071E39B}" type="datetime1">
              <a:rPr lang="it-IT" smtClean="0"/>
              <a:t>30/11/2015</a:t>
            </a:fld>
            <a:endParaRPr lang="it-IT"/>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Vuota">
    <p:spTree>
      <p:nvGrpSpPr>
        <p:cNvPr id="1" name=""/>
        <p:cNvGrpSpPr/>
        <p:nvPr/>
      </p:nvGrpSpPr>
      <p:grpSpPr>
        <a:xfrm>
          <a:off x="0" y="0"/>
          <a:ext cx="0" cy="0"/>
          <a:chOff x="0" y="0"/>
          <a:chExt cx="0" cy="0"/>
        </a:xfrm>
      </p:grpSpPr>
      <p:sp>
        <p:nvSpPr>
          <p:cNvPr id="4" name="CasellaDiTesto 3"/>
          <p:cNvSpPr txBox="1"/>
          <p:nvPr/>
        </p:nvSpPr>
        <p:spPr>
          <a:xfrm>
            <a:off x="0" y="6134725"/>
            <a:ext cx="3357554" cy="723275"/>
          </a:xfrm>
          <a:prstGeom prst="rect">
            <a:avLst/>
          </a:prstGeom>
          <a:noFill/>
          <a:ln/>
        </p:spPr>
        <p:style>
          <a:lnRef idx="0">
            <a:schemeClr val="accent3"/>
          </a:lnRef>
          <a:fillRef idx="3">
            <a:schemeClr val="accent3"/>
          </a:fillRef>
          <a:effectRef idx="3">
            <a:schemeClr val="accent3"/>
          </a:effectRef>
          <a:fontRef idx="minor">
            <a:schemeClr val="lt1"/>
          </a:fontRef>
        </p:style>
        <p:txBody>
          <a:bodyPr>
            <a:spAutoFit/>
            <a:sp3d extrusionH="57150">
              <a:bevelT w="38100" h="38100"/>
            </a:sp3d>
          </a:bodyPr>
          <a:lstStyle/>
          <a:p>
            <a:pPr algn="r" fontAlgn="auto">
              <a:spcBef>
                <a:spcPts val="0"/>
              </a:spcBef>
              <a:spcAft>
                <a:spcPts val="0"/>
              </a:spcAft>
              <a:defRPr/>
            </a:pPr>
            <a:r>
              <a:rPr lang="it-IT" sz="3200" u="sng" dirty="0">
                <a:solidFill>
                  <a:srgbClr val="C00000"/>
                </a:solidFill>
                <a:latin typeface="Engebrechtre" pitchFamily="2" charset="0"/>
              </a:rPr>
              <a:t>       Studio Mattavelli</a:t>
            </a:r>
          </a:p>
          <a:p>
            <a:pPr algn="r" fontAlgn="auto">
              <a:spcBef>
                <a:spcPts val="0"/>
              </a:spcBef>
              <a:spcAft>
                <a:spcPts val="0"/>
              </a:spcAft>
              <a:defRPr/>
            </a:pPr>
            <a:r>
              <a:rPr lang="it-IT" sz="800" dirty="0">
                <a:solidFill>
                  <a:srgbClr val="C00000"/>
                </a:solidFill>
                <a:latin typeface="Engebrechtre" pitchFamily="2" charset="0"/>
              </a:rPr>
              <a:t>Dottore Commercialista e Revisore Contabile www.studio-mattavelli.com</a:t>
            </a:r>
          </a:p>
        </p:txBody>
      </p:sp>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17823271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95_1_">
    <p:spTree>
      <p:nvGrpSpPr>
        <p:cNvPr id="1" name=""/>
        <p:cNvGrpSpPr/>
        <p:nvPr/>
      </p:nvGrpSpPr>
      <p:grpSpPr>
        <a:xfrm>
          <a:off x="0" y="0"/>
          <a:ext cx="0" cy="0"/>
          <a:chOff x="0" y="0"/>
          <a:chExt cx="0" cy="0"/>
        </a:xfrm>
      </p:grpSpPr>
      <p:sp>
        <p:nvSpPr>
          <p:cNvPr id="615" name="Segnaposto testo 614"/>
          <p:cNvSpPr>
            <a:spLocks noGrp="1"/>
          </p:cNvSpPr>
          <p:nvPr>
            <p:ph type="body" idx="10"/>
          </p:nvPr>
        </p:nvSpPr>
        <p:spPr>
          <a:xfrm>
            <a:off x="7334827" y="3361765"/>
            <a:ext cx="853209" cy="383801"/>
          </a:xfrm>
          <a:prstGeom prst="rect">
            <a:avLst/>
          </a:prstGeom>
          <a:noFill/>
          <a:ln w="3175" cmpd="sng">
            <a:solidFill>
              <a:srgbClr val="000000"/>
            </a:solidFill>
            <a:prstDash val="solid"/>
          </a:ln>
        </p:spPr>
        <p:txBody>
          <a:bodyPr vert="horz" lIns="0" tIns="0" rIns="0" bIns="0" anchor="t"/>
          <a:lstStyle/>
          <a:p>
            <a:pPr lvl="0" algn="l"/>
            <a:r>
              <a:rPr lang="it-IT" sz="100" smtClean="0"/>
              <a:t>Fare clic per modificare stili del testo dello schema</a:t>
            </a:r>
          </a:p>
        </p:txBody>
      </p:sp>
      <p:sp>
        <p:nvSpPr>
          <p:cNvPr id="616" name="Segnaposto testo 615"/>
          <p:cNvSpPr>
            <a:spLocks noGrp="1"/>
          </p:cNvSpPr>
          <p:nvPr>
            <p:ph type="body" idx="10"/>
          </p:nvPr>
        </p:nvSpPr>
        <p:spPr>
          <a:xfrm>
            <a:off x="7337136" y="1586753"/>
            <a:ext cx="1343891" cy="94129"/>
          </a:xfrm>
          <a:prstGeom prst="rect">
            <a:avLst/>
          </a:prstGeom>
          <a:solidFill>
            <a:srgbClr val="CCCC99"/>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617" name="Segnaposto testo 616"/>
          <p:cNvSpPr>
            <a:spLocks noGrp="1"/>
          </p:cNvSpPr>
          <p:nvPr>
            <p:ph type="body" idx="10"/>
          </p:nvPr>
        </p:nvSpPr>
        <p:spPr>
          <a:xfrm>
            <a:off x="7337136" y="1382245"/>
            <a:ext cx="1343891" cy="134471"/>
          </a:xfrm>
          <a:prstGeom prst="rect">
            <a:avLst/>
          </a:prstGeom>
          <a:solidFill>
            <a:srgbClr val="CCCC99"/>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618" name="Segnaposto testo 617"/>
          <p:cNvSpPr>
            <a:spLocks noGrp="1"/>
          </p:cNvSpPr>
          <p:nvPr>
            <p:ph type="body" idx="10"/>
          </p:nvPr>
        </p:nvSpPr>
        <p:spPr>
          <a:xfrm>
            <a:off x="3657600" y="1516717"/>
            <a:ext cx="5151005" cy="70037"/>
          </a:xfrm>
          <a:prstGeom prst="rect">
            <a:avLst/>
          </a:prstGeom>
          <a:solidFill>
            <a:srgbClr val="013366"/>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619" name="Segnaposto testo 618"/>
          <p:cNvSpPr>
            <a:spLocks noGrp="1"/>
          </p:cNvSpPr>
          <p:nvPr>
            <p:ph type="body" idx="10"/>
          </p:nvPr>
        </p:nvSpPr>
        <p:spPr>
          <a:xfrm>
            <a:off x="1504373" y="510989"/>
            <a:ext cx="454891" cy="1145801"/>
          </a:xfrm>
          <a:prstGeom prst="rect">
            <a:avLst/>
          </a:prstGeom>
          <a:solidFill>
            <a:srgbClr val="CCCC99"/>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622" name="Segnaposto testo 621"/>
          <p:cNvSpPr>
            <a:spLocks noGrp="1"/>
          </p:cNvSpPr>
          <p:nvPr>
            <p:ph type="body" idx="10"/>
          </p:nvPr>
        </p:nvSpPr>
        <p:spPr>
          <a:xfrm>
            <a:off x="3097646" y="510989"/>
            <a:ext cx="5717886" cy="699807"/>
          </a:xfrm>
          <a:prstGeom prst="rect">
            <a:avLst/>
          </a:prstGeom>
          <a:noFill/>
          <a:ln w="0" cmpd="sng">
            <a:noFill/>
            <a:prstDash val="solid"/>
          </a:ln>
        </p:spPr>
        <p:txBody>
          <a:bodyPr vert="horz" lIns="0" tIns="328233" rIns="0" bIns="0" anchor="t">
            <a:normAutofit fontScale="90000"/>
          </a:bodyPr>
          <a:lstStyle>
            <a:lvl1pPr marL="0" marR="0" indent="0" algn="l">
              <a:lnSpc>
                <a:spcPct val="79679"/>
              </a:lnSpc>
              <a:spcAft>
                <a:spcPts val="162"/>
              </a:spcAft>
              <a:defRPr/>
            </a:lvl1pPr>
          </a:lstStyle>
          <a:p>
            <a:pPr marL="0" marR="0" lvl="0" indent="0" algn="l">
              <a:lnSpc>
                <a:spcPct val="79679"/>
              </a:lnSpc>
              <a:spcAft>
                <a:spcPts val="180"/>
              </a:spcAft>
            </a:pPr>
            <a:r>
              <a:rPr lang="it-IT" sz="2800" b="1" spc="0" smtClean="0">
                <a:solidFill>
                  <a:srgbClr val="003164"/>
                </a:solidFill>
                <a:latin typeface="Tahoma" panose="22635452340000000000" pitchFamily="2"/>
              </a:rPr>
              <a:t>Fare clic per modificare stili del testo dello schema</a:t>
            </a:r>
          </a:p>
        </p:txBody>
      </p:sp>
      <p:sp>
        <p:nvSpPr>
          <p:cNvPr id="623" name="Segnaposto testo 622"/>
          <p:cNvSpPr>
            <a:spLocks noGrp="1"/>
          </p:cNvSpPr>
          <p:nvPr>
            <p:ph type="body" idx="10"/>
          </p:nvPr>
        </p:nvSpPr>
        <p:spPr>
          <a:xfrm>
            <a:off x="1565564" y="2887196"/>
            <a:ext cx="96982" cy="1320613"/>
          </a:xfrm>
          <a:prstGeom prst="rect">
            <a:avLst/>
          </a:prstGeom>
          <a:noFill/>
          <a:ln w="0" cmpd="sng">
            <a:noFill/>
            <a:prstDash val="solid"/>
          </a:ln>
        </p:spPr>
        <p:txBody>
          <a:bodyPr vert="vert270" lIns="0" tIns="0" rIns="0" bIns="0" anchor="t"/>
          <a:lstStyle>
            <a:lvl1pPr marL="0" marR="0" indent="0" algn="r">
              <a:lnSpc>
                <a:spcPts val="718"/>
              </a:lnSpc>
              <a:spcAft>
                <a:spcPts val="0"/>
              </a:spcAft>
              <a:defRPr/>
            </a:lvl1pPr>
          </a:lstStyle>
          <a:p>
            <a:pPr marL="0" marR="0" lvl="0" indent="0" algn="r">
              <a:lnSpc>
                <a:spcPts val="800"/>
              </a:lnSpc>
              <a:spcAft>
                <a:spcPts val="0"/>
              </a:spcAft>
            </a:pPr>
            <a:r>
              <a:rPr lang="it-IT" sz="900" b="1" spc="-45" smtClean="0">
                <a:solidFill>
                  <a:srgbClr val="000000"/>
                </a:solidFill>
                <a:latin typeface="Arial" panose="22635452340000000000" pitchFamily="2"/>
              </a:rPr>
              <a:t>Fare clic per modificare stili del testo dello schema</a:t>
            </a:r>
          </a:p>
        </p:txBody>
      </p:sp>
      <p:sp>
        <p:nvSpPr>
          <p:cNvPr id="624" name="Segnaposto testo 623"/>
          <p:cNvSpPr>
            <a:spLocks noGrp="1"/>
          </p:cNvSpPr>
          <p:nvPr>
            <p:ph type="body" idx="10"/>
          </p:nvPr>
        </p:nvSpPr>
        <p:spPr>
          <a:xfrm>
            <a:off x="1745673" y="2034988"/>
            <a:ext cx="340591" cy="114300"/>
          </a:xfrm>
          <a:prstGeom prst="rect">
            <a:avLst/>
          </a:prstGeom>
          <a:noFill/>
          <a:ln w="0" cmpd="sng">
            <a:noFill/>
            <a:prstDash val="solid"/>
          </a:ln>
        </p:spPr>
        <p:txBody>
          <a:bodyPr vert="horz" lIns="0" tIns="0" rIns="0" bIns="0" anchor="t"/>
          <a:lstStyle>
            <a:lvl1pPr marL="0" marR="0" indent="0" algn="l">
              <a:lnSpc>
                <a:spcPct val="85439"/>
              </a:lnSpc>
              <a:spcAft>
                <a:spcPts val="0"/>
              </a:spcAft>
              <a:defRPr/>
            </a:lvl1pPr>
          </a:lstStyle>
          <a:p>
            <a:pPr marL="0" marR="0" lvl="0" indent="0" algn="l">
              <a:lnSpc>
                <a:spcPct val="85439"/>
              </a:lnSpc>
              <a:spcAft>
                <a:spcPts val="0"/>
              </a:spcAft>
            </a:pPr>
            <a:r>
              <a:rPr lang="it-IT" sz="900" spc="-40" smtClean="0">
                <a:solidFill>
                  <a:srgbClr val="000000"/>
                </a:solidFill>
                <a:latin typeface="Arial" panose="22635452340000000000" pitchFamily="2"/>
              </a:rPr>
              <a:t>Fare clic per modificare stili del testo dello schema</a:t>
            </a:r>
          </a:p>
        </p:txBody>
      </p:sp>
      <p:sp>
        <p:nvSpPr>
          <p:cNvPr id="625" name="Segnaposto testo 624"/>
          <p:cNvSpPr>
            <a:spLocks noGrp="1"/>
          </p:cNvSpPr>
          <p:nvPr>
            <p:ph type="body" idx="10"/>
          </p:nvPr>
        </p:nvSpPr>
        <p:spPr>
          <a:xfrm>
            <a:off x="1745673" y="2624418"/>
            <a:ext cx="340591" cy="113740"/>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900" spc="-40" smtClean="0">
                <a:solidFill>
                  <a:srgbClr val="000000"/>
                </a:solidFill>
                <a:latin typeface="Arial" panose="22635452340000000000" pitchFamily="2"/>
              </a:rPr>
              <a:t>Fare clic per modificare stili del testo dello schema</a:t>
            </a:r>
          </a:p>
        </p:txBody>
      </p:sp>
      <p:sp>
        <p:nvSpPr>
          <p:cNvPr id="626" name="Segnaposto testo 625"/>
          <p:cNvSpPr>
            <a:spLocks noGrp="1"/>
          </p:cNvSpPr>
          <p:nvPr>
            <p:ph type="body" idx="10"/>
          </p:nvPr>
        </p:nvSpPr>
        <p:spPr>
          <a:xfrm>
            <a:off x="1745673" y="3202641"/>
            <a:ext cx="340591" cy="113740"/>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900" spc="-40" smtClean="0">
                <a:solidFill>
                  <a:srgbClr val="000000"/>
                </a:solidFill>
                <a:latin typeface="Arial" panose="22635452340000000000" pitchFamily="2"/>
              </a:rPr>
              <a:t>Fare clic per modificare stili del testo dello schema</a:t>
            </a:r>
          </a:p>
        </p:txBody>
      </p:sp>
      <p:sp>
        <p:nvSpPr>
          <p:cNvPr id="627" name="Segnaposto testo 626"/>
          <p:cNvSpPr>
            <a:spLocks noGrp="1"/>
          </p:cNvSpPr>
          <p:nvPr>
            <p:ph type="body" idx="10"/>
          </p:nvPr>
        </p:nvSpPr>
        <p:spPr>
          <a:xfrm>
            <a:off x="1745673" y="3791511"/>
            <a:ext cx="340591" cy="113740"/>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900" spc="-40" smtClean="0">
                <a:solidFill>
                  <a:srgbClr val="000000"/>
                </a:solidFill>
                <a:latin typeface="Arial" panose="22635452340000000000" pitchFamily="2"/>
              </a:rPr>
              <a:t>Fare clic per modificare stili del testo dello schema</a:t>
            </a:r>
          </a:p>
        </p:txBody>
      </p:sp>
      <p:sp>
        <p:nvSpPr>
          <p:cNvPr id="628" name="Segnaposto testo 627"/>
          <p:cNvSpPr>
            <a:spLocks noGrp="1"/>
          </p:cNvSpPr>
          <p:nvPr>
            <p:ph type="body" idx="10"/>
          </p:nvPr>
        </p:nvSpPr>
        <p:spPr>
          <a:xfrm>
            <a:off x="1745673" y="4372536"/>
            <a:ext cx="340591" cy="113740"/>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900" spc="-40" smtClean="0">
                <a:solidFill>
                  <a:srgbClr val="000000"/>
                </a:solidFill>
                <a:latin typeface="Arial" panose="22635452340000000000" pitchFamily="2"/>
              </a:rPr>
              <a:t>Fare clic per modificare stili del testo dello schema</a:t>
            </a:r>
          </a:p>
        </p:txBody>
      </p:sp>
      <p:sp>
        <p:nvSpPr>
          <p:cNvPr id="629" name="Segnaposto testo 628"/>
          <p:cNvSpPr>
            <a:spLocks noGrp="1"/>
          </p:cNvSpPr>
          <p:nvPr>
            <p:ph type="body" idx="10"/>
          </p:nvPr>
        </p:nvSpPr>
        <p:spPr>
          <a:xfrm>
            <a:off x="1745673" y="4958603"/>
            <a:ext cx="340591" cy="114300"/>
          </a:xfrm>
          <a:prstGeom prst="rect">
            <a:avLst/>
          </a:prstGeom>
          <a:noFill/>
          <a:ln w="0" cmpd="sng">
            <a:noFill/>
            <a:prstDash val="solid"/>
          </a:ln>
        </p:spPr>
        <p:txBody>
          <a:bodyPr vert="horz" lIns="0" tIns="0" rIns="0" bIns="0" anchor="t"/>
          <a:lstStyle>
            <a:lvl1pPr marL="0" marR="0" indent="0" algn="l">
              <a:lnSpc>
                <a:spcPct val="85439"/>
              </a:lnSpc>
              <a:spcAft>
                <a:spcPts val="0"/>
              </a:spcAft>
              <a:defRPr/>
            </a:lvl1pPr>
          </a:lstStyle>
          <a:p>
            <a:pPr marL="0" marR="0" lvl="0" indent="0" algn="l">
              <a:lnSpc>
                <a:spcPct val="85439"/>
              </a:lnSpc>
              <a:spcAft>
                <a:spcPts val="0"/>
              </a:spcAft>
            </a:pPr>
            <a:r>
              <a:rPr lang="it-IT" sz="900" spc="-40" smtClean="0">
                <a:solidFill>
                  <a:srgbClr val="000000"/>
                </a:solidFill>
                <a:latin typeface="Arial" panose="22635452340000000000" pitchFamily="2"/>
              </a:rPr>
              <a:t>Fare clic per modificare stili del testo dello schema</a:t>
            </a:r>
          </a:p>
        </p:txBody>
      </p:sp>
      <p:sp>
        <p:nvSpPr>
          <p:cNvPr id="632" name="Segnaposto testo 631"/>
          <p:cNvSpPr>
            <a:spLocks noGrp="1"/>
          </p:cNvSpPr>
          <p:nvPr>
            <p:ph type="body" idx="10"/>
          </p:nvPr>
        </p:nvSpPr>
        <p:spPr>
          <a:xfrm>
            <a:off x="2729346" y="3025588"/>
            <a:ext cx="1357745" cy="94129"/>
          </a:xfrm>
          <a:prstGeom prst="rect">
            <a:avLst/>
          </a:prstGeom>
          <a:noFill/>
          <a:ln w="0" cmpd="sng">
            <a:noFill/>
            <a:prstDash val="solid"/>
          </a:ln>
        </p:spPr>
        <p:txBody>
          <a:bodyPr vert="horz" lIns="0" tIns="0" rIns="0" bIns="0" anchor="t"/>
          <a:lstStyle>
            <a:lvl1pPr marL="0" marR="0" indent="0" algn="l">
              <a:lnSpc>
                <a:spcPts val="718"/>
              </a:lnSpc>
              <a:spcAft>
                <a:spcPts val="0"/>
              </a:spcAft>
              <a:defRPr/>
            </a:lvl1pPr>
          </a:lstStyle>
          <a:p>
            <a:pPr marL="0" marR="0" lvl="0" indent="0" algn="l">
              <a:lnSpc>
                <a:spcPts val="800"/>
              </a:lnSpc>
              <a:spcAft>
                <a:spcPts val="0"/>
              </a:spcAft>
            </a:pPr>
            <a:r>
              <a:rPr lang="it-IT" sz="900" spc="-36" smtClean="0">
                <a:solidFill>
                  <a:srgbClr val="000000"/>
                </a:solidFill>
                <a:latin typeface="Arial" panose="22635452340000000000" pitchFamily="2"/>
              </a:rPr>
              <a:t>Fare clic per modificare stili del testo dello schema</a:t>
            </a:r>
          </a:p>
        </p:txBody>
      </p:sp>
      <p:sp>
        <p:nvSpPr>
          <p:cNvPr id="633" name="Segnaposto testo 632"/>
          <p:cNvSpPr>
            <a:spLocks noGrp="1"/>
          </p:cNvSpPr>
          <p:nvPr>
            <p:ph type="body" idx="10"/>
          </p:nvPr>
        </p:nvSpPr>
        <p:spPr>
          <a:xfrm>
            <a:off x="4796559" y="4061012"/>
            <a:ext cx="1274618" cy="91328"/>
          </a:xfrm>
          <a:prstGeom prst="rect">
            <a:avLst/>
          </a:prstGeom>
          <a:noFill/>
          <a:ln w="0" cmpd="sng">
            <a:noFill/>
            <a:prstDash val="solid"/>
          </a:ln>
        </p:spPr>
        <p:txBody>
          <a:bodyPr vert="horz" lIns="0" tIns="0" rIns="0" bIns="0" anchor="t"/>
          <a:lstStyle>
            <a:lvl1pPr marL="0" marR="0" indent="0" algn="l">
              <a:lnSpc>
                <a:spcPts val="628"/>
              </a:lnSpc>
              <a:spcAft>
                <a:spcPts val="0"/>
              </a:spcAft>
              <a:defRPr/>
            </a:lvl1pPr>
          </a:lstStyle>
          <a:p>
            <a:pPr marL="0" marR="0" lvl="0" indent="0" algn="l">
              <a:lnSpc>
                <a:spcPts val="700"/>
              </a:lnSpc>
              <a:spcAft>
                <a:spcPts val="0"/>
              </a:spcAft>
            </a:pPr>
            <a:r>
              <a:rPr lang="it-IT" sz="900" spc="-40" smtClean="0">
                <a:solidFill>
                  <a:srgbClr val="000000"/>
                </a:solidFill>
                <a:latin typeface="Arial" panose="22635452340000000000" pitchFamily="2"/>
              </a:rPr>
              <a:t>Fare clic per modificare stili del testo dello schema</a:t>
            </a:r>
          </a:p>
        </p:txBody>
      </p:sp>
      <p:sp>
        <p:nvSpPr>
          <p:cNvPr id="634" name="Segnaposto testo 633"/>
          <p:cNvSpPr>
            <a:spLocks noGrp="1"/>
          </p:cNvSpPr>
          <p:nvPr>
            <p:ph type="body" idx="10"/>
          </p:nvPr>
        </p:nvSpPr>
        <p:spPr>
          <a:xfrm>
            <a:off x="7656946" y="3361765"/>
            <a:ext cx="500495" cy="368113"/>
          </a:xfrm>
          <a:prstGeom prst="rect">
            <a:avLst/>
          </a:prstGeom>
          <a:noFill/>
          <a:ln w="0" cmpd="sng">
            <a:noFill/>
            <a:prstDash val="solid"/>
          </a:ln>
        </p:spPr>
        <p:txBody>
          <a:bodyPr vert="horz" lIns="0" tIns="0" rIns="0" bIns="0" anchor="t"/>
          <a:lstStyle>
            <a:lvl1pPr marL="0" marR="0" indent="0" algn="l">
              <a:lnSpc>
                <a:spcPct val="138239"/>
              </a:lnSpc>
              <a:spcAft>
                <a:spcPts val="0"/>
              </a:spcAft>
              <a:defRPr/>
            </a:lvl1pPr>
          </a:lstStyle>
          <a:p>
            <a:pPr marL="0" marR="0" lvl="0" indent="0" algn="l">
              <a:lnSpc>
                <a:spcPct val="138239"/>
              </a:lnSpc>
              <a:spcAft>
                <a:spcPts val="0"/>
              </a:spcAft>
            </a:pPr>
            <a:r>
              <a:rPr lang="it-IT" sz="900" spc="-67" smtClean="0">
                <a:solidFill>
                  <a:srgbClr val="000000"/>
                </a:solidFill>
                <a:latin typeface="Arial" panose="22635452340000000000" pitchFamily="2"/>
              </a:rPr>
              <a:t>Fare clic per modificare stili del testo dello schema</a:t>
            </a:r>
          </a:p>
        </p:txBody>
      </p:sp>
      <p:sp>
        <p:nvSpPr>
          <p:cNvPr id="637" name="Segnaposto testo 636"/>
          <p:cNvSpPr>
            <a:spLocks noGrp="1"/>
          </p:cNvSpPr>
          <p:nvPr>
            <p:ph type="body" idx="10"/>
          </p:nvPr>
        </p:nvSpPr>
        <p:spPr>
          <a:xfrm>
            <a:off x="687532" y="5127812"/>
            <a:ext cx="7897091" cy="800660"/>
          </a:xfrm>
          <a:prstGeom prst="rect">
            <a:avLst/>
          </a:prstGeom>
          <a:noFill/>
          <a:ln w="0" cmpd="sng">
            <a:noFill/>
            <a:prstDash val="solid"/>
          </a:ln>
        </p:spPr>
        <p:txBody>
          <a:bodyPr vert="horz" lIns="0" tIns="0" rIns="0" bIns="0" anchor="t"/>
          <a:lstStyle>
            <a:lvl1pPr marL="0" marR="0" indent="0" algn="ctr">
              <a:lnSpc>
                <a:spcPct val="95999"/>
              </a:lnSpc>
              <a:spcBef>
                <a:spcPts val="485"/>
              </a:spcBef>
              <a:spcAft>
                <a:spcPts val="3554"/>
              </a:spcAft>
              <a:tabLst>
                <a:tab pos="2159158" algn="l"/>
                <a:tab pos="2959226" algn="l"/>
                <a:tab pos="3764422" algn="l"/>
                <a:tab pos="4569619" algn="l"/>
                <a:tab pos="5379944" algn="l"/>
                <a:tab pos="6446702" algn="r"/>
              </a:tabLst>
              <a:defRPr/>
            </a:lvl1pPr>
          </a:lstStyle>
          <a:p>
            <a:pPr marL="1463040" marR="0" lvl="0" indent="0" algn="l">
              <a:lnSpc>
                <a:spcPct val="85439"/>
              </a:lnSpc>
              <a:spcAft>
                <a:spcPts val="0"/>
              </a:spcAft>
              <a:tabLst>
                <a:tab pos="2406015" algn="l"/>
                <a:tab pos="3297555" algn="l"/>
                <a:tab pos="4194810" algn="l"/>
                <a:tab pos="5092065" algn="l"/>
                <a:tab pos="5995035" algn="l"/>
                <a:tab pos="7183755" algn="r"/>
              </a:tabLst>
            </a:pPr>
            <a:r>
              <a:rPr lang="it-IT" sz="900" spc="0" smtClean="0">
                <a:solidFill>
                  <a:srgbClr val="000000"/>
                </a:solidFill>
                <a:latin typeface="Arial" panose="22635452340000000000" pitchFamily="2"/>
              </a:rPr>
              <a:t>Fare clic per modificare stili del testo dello schema</a:t>
            </a:r>
          </a:p>
          <a:p>
            <a:pPr marL="1463040" marR="0" lvl="1" indent="0" algn="l">
              <a:lnSpc>
                <a:spcPct val="85439"/>
              </a:lnSpc>
              <a:spcAft>
                <a:spcPts val="0"/>
              </a:spcAft>
              <a:tabLst>
                <a:tab pos="2406015" algn="l"/>
                <a:tab pos="3297555" algn="l"/>
                <a:tab pos="4194810" algn="l"/>
                <a:tab pos="5092065" algn="l"/>
                <a:tab pos="5995035" algn="l"/>
                <a:tab pos="7183755" algn="r"/>
              </a:tabLst>
            </a:pPr>
            <a:r>
              <a:rPr lang="it-IT" sz="900" spc="0" smtClean="0">
                <a:solidFill>
                  <a:srgbClr val="000000"/>
                </a:solidFill>
                <a:latin typeface="Arial" panose="22635452340000000000" pitchFamily="2"/>
              </a:rPr>
              <a:t>Secondo livello</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96_1_">
    <p:spTree>
      <p:nvGrpSpPr>
        <p:cNvPr id="1" name=""/>
        <p:cNvGrpSpPr/>
        <p:nvPr/>
      </p:nvGrpSpPr>
      <p:grpSpPr>
        <a:xfrm>
          <a:off x="0" y="0"/>
          <a:ext cx="0" cy="0"/>
          <a:chOff x="0" y="0"/>
          <a:chExt cx="0" cy="0"/>
        </a:xfrm>
      </p:grpSpPr>
      <p:sp>
        <p:nvSpPr>
          <p:cNvPr id="501" name="Segnaposto testo 500"/>
          <p:cNvSpPr>
            <a:spLocks noGrp="1"/>
          </p:cNvSpPr>
          <p:nvPr>
            <p:ph type="body" idx="10"/>
          </p:nvPr>
        </p:nvSpPr>
        <p:spPr>
          <a:xfrm>
            <a:off x="1504373" y="510989"/>
            <a:ext cx="454891" cy="1145801"/>
          </a:xfrm>
          <a:prstGeom prst="rect">
            <a:avLst/>
          </a:prstGeom>
          <a:solidFill>
            <a:srgbClr val="CCCC99"/>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502" name="Segnaposto testo 501"/>
          <p:cNvSpPr>
            <a:spLocks noGrp="1"/>
          </p:cNvSpPr>
          <p:nvPr>
            <p:ph type="body" idx="10"/>
          </p:nvPr>
        </p:nvSpPr>
        <p:spPr>
          <a:xfrm>
            <a:off x="7337136" y="1586753"/>
            <a:ext cx="1343891" cy="94129"/>
          </a:xfrm>
          <a:prstGeom prst="rect">
            <a:avLst/>
          </a:prstGeom>
          <a:solidFill>
            <a:srgbClr val="CCCC99"/>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503" name="Segnaposto testo 502"/>
          <p:cNvSpPr>
            <a:spLocks noGrp="1"/>
          </p:cNvSpPr>
          <p:nvPr>
            <p:ph type="body" idx="10"/>
          </p:nvPr>
        </p:nvSpPr>
        <p:spPr>
          <a:xfrm>
            <a:off x="7337136" y="1382245"/>
            <a:ext cx="1343891" cy="134471"/>
          </a:xfrm>
          <a:prstGeom prst="rect">
            <a:avLst/>
          </a:prstGeom>
          <a:solidFill>
            <a:srgbClr val="CCCC99"/>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504" name="Segnaposto testo 503"/>
          <p:cNvSpPr>
            <a:spLocks noGrp="1"/>
          </p:cNvSpPr>
          <p:nvPr>
            <p:ph type="body" idx="10"/>
          </p:nvPr>
        </p:nvSpPr>
        <p:spPr>
          <a:xfrm>
            <a:off x="3657600" y="1516717"/>
            <a:ext cx="5151005" cy="70037"/>
          </a:xfrm>
          <a:prstGeom prst="rect">
            <a:avLst/>
          </a:prstGeom>
          <a:solidFill>
            <a:srgbClr val="013366"/>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507" name="Segnaposto testo 506"/>
          <p:cNvSpPr>
            <a:spLocks noGrp="1"/>
          </p:cNvSpPr>
          <p:nvPr>
            <p:ph type="body" idx="10"/>
          </p:nvPr>
        </p:nvSpPr>
        <p:spPr>
          <a:xfrm>
            <a:off x="2840182" y="510989"/>
            <a:ext cx="5087505" cy="871257"/>
          </a:xfrm>
          <a:prstGeom prst="rect">
            <a:avLst/>
          </a:prstGeom>
          <a:noFill/>
          <a:ln w="0" cmpd="sng">
            <a:noFill/>
            <a:prstDash val="solid"/>
          </a:ln>
        </p:spPr>
        <p:txBody>
          <a:bodyPr vert="horz" lIns="0" tIns="328233" rIns="0" bIns="0" anchor="t">
            <a:normAutofit fontScale="90000"/>
          </a:bodyPr>
          <a:lstStyle>
            <a:lvl1pPr marL="0" marR="0" indent="0" algn="l">
              <a:lnSpc>
                <a:spcPct val="78719"/>
              </a:lnSpc>
              <a:spcAft>
                <a:spcPts val="1131"/>
              </a:spcAft>
              <a:defRPr/>
            </a:lvl1pPr>
          </a:lstStyle>
          <a:p>
            <a:pPr marL="0" marR="0" lvl="0" indent="0" algn="l">
              <a:lnSpc>
                <a:spcPct val="78719"/>
              </a:lnSpc>
              <a:spcAft>
                <a:spcPts val="1260"/>
              </a:spcAft>
            </a:pPr>
            <a:r>
              <a:rPr lang="it-IT" sz="2800" b="1" spc="99" smtClean="0">
                <a:solidFill>
                  <a:srgbClr val="003164"/>
                </a:solidFill>
                <a:latin typeface="Tahoma" panose="22635452340000000000" pitchFamily="2"/>
              </a:rPr>
              <a:t>Fare clic per modificare stili del testo dello schema</a:t>
            </a:r>
          </a:p>
        </p:txBody>
      </p:sp>
      <p:sp>
        <p:nvSpPr>
          <p:cNvPr id="511" name="Segnaposto testo 510"/>
          <p:cNvSpPr>
            <a:spLocks noGrp="1"/>
          </p:cNvSpPr>
          <p:nvPr>
            <p:ph type="body" idx="10"/>
          </p:nvPr>
        </p:nvSpPr>
        <p:spPr>
          <a:xfrm>
            <a:off x="922482" y="4725521"/>
            <a:ext cx="7711786" cy="400610"/>
          </a:xfrm>
          <a:prstGeom prst="rect">
            <a:avLst/>
          </a:prstGeom>
          <a:noFill/>
          <a:ln w="18415" cmpd="sng">
            <a:solidFill>
              <a:srgbClr val="810101"/>
            </a:solidFill>
            <a:prstDash val="solid"/>
          </a:ln>
        </p:spPr>
        <p:txBody>
          <a:bodyPr vert="horz" lIns="0" tIns="20515" rIns="0" bIns="0" anchor="t">
            <a:normAutofit fontScale="85000"/>
          </a:bodyPr>
          <a:lstStyle>
            <a:lvl1pPr marL="0" marR="0" indent="0" algn="ctr">
              <a:lnSpc>
                <a:spcPct val="95999"/>
              </a:lnSpc>
              <a:spcAft>
                <a:spcPts val="323"/>
              </a:spcAft>
              <a:defRPr/>
            </a:lvl1pPr>
          </a:lstStyle>
          <a:p>
            <a:pPr marL="0" marR="0" lvl="0" indent="0" algn="ctr">
              <a:lnSpc>
                <a:spcPct val="95999"/>
              </a:lnSpc>
              <a:spcAft>
                <a:spcPts val="360"/>
              </a:spcAft>
            </a:pPr>
            <a:r>
              <a:rPr lang="it-IT" sz="2200" b="1" spc="18" smtClean="0">
                <a:solidFill>
                  <a:srgbClr val="003164"/>
                </a:solidFill>
                <a:latin typeface="Tahoma" panose="22635452340000000000" pitchFamily="2"/>
              </a:rPr>
              <a:t>Fare clic per modificare stili del testo dello schema</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28_1_">
    <p:spTree>
      <p:nvGrpSpPr>
        <p:cNvPr id="1" name=""/>
        <p:cNvGrpSpPr/>
        <p:nvPr/>
      </p:nvGrpSpPr>
      <p:grpSpPr>
        <a:xfrm>
          <a:off x="0" y="0"/>
          <a:ext cx="0" cy="0"/>
          <a:chOff x="0" y="0"/>
          <a:chExt cx="0" cy="0"/>
        </a:xfrm>
      </p:grpSpPr>
      <p:sp>
        <p:nvSpPr>
          <p:cNvPr id="12" name=" 11"/>
          <p:cNvSpPr>
            <a:spLocks noGrp="1"/>
          </p:cNvSpPr>
          <p:nvPr>
            <p:ph type="body" idx="10"/>
          </p:nvPr>
        </p:nvSpPr>
        <p:spPr>
          <a:xfrm>
            <a:off x="3615253" y="418220"/>
            <a:ext cx="1941454" cy="426285"/>
          </a:xfrm>
          <a:prstGeom prst="rect">
            <a:avLst/>
          </a:prstGeom>
          <a:noFill/>
          <a:ln w="0" cmpd="sng">
            <a:noFill/>
            <a:prstDash val="solid"/>
          </a:ln>
        </p:spPr>
        <p:txBody>
          <a:bodyPr vert="horz" lIns="0" tIns="0" rIns="0" bIns="0" anchor="t">
            <a:normAutofit fontScale="95000"/>
          </a:bodyPr>
          <a:lstStyle>
            <a:lvl1pPr marL="120221" marR="0" indent="0" algn="l">
              <a:lnSpc>
                <a:spcPts val="3068"/>
              </a:lnSpc>
              <a:spcAft>
                <a:spcPts val="0"/>
              </a:spcAft>
              <a:defRPr/>
            </a:lvl1pPr>
          </a:lstStyle>
          <a:p>
            <a:pPr marL="1371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3" name=" 12"/>
          <p:cNvSpPr>
            <a:spLocks noGrp="1"/>
          </p:cNvSpPr>
          <p:nvPr>
            <p:ph type="body" idx="10"/>
          </p:nvPr>
        </p:nvSpPr>
        <p:spPr>
          <a:xfrm>
            <a:off x="3615253" y="418220"/>
            <a:ext cx="1941454" cy="426285"/>
          </a:xfrm>
          <a:prstGeom prst="rect">
            <a:avLst/>
          </a:prstGeom>
          <a:noFill/>
          <a:ln w="0" cmpd="sng">
            <a:noFill/>
            <a:prstDash val="solid"/>
          </a:ln>
        </p:spPr>
        <p:txBody>
          <a:bodyPr vert="horz" lIns="0" tIns="0" rIns="0" bIns="0" anchor="t">
            <a:normAutofit fontScale="95000"/>
          </a:bodyPr>
          <a:lstStyle>
            <a:lvl1pPr marL="120221" marR="0" indent="0" algn="l">
              <a:lnSpc>
                <a:spcPts val="3068"/>
              </a:lnSpc>
              <a:spcAft>
                <a:spcPts val="0"/>
              </a:spcAft>
              <a:defRPr/>
            </a:lvl1pPr>
          </a:lstStyle>
          <a:p>
            <a:pPr marL="1371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4" name=" 13"/>
          <p:cNvSpPr>
            <a:spLocks noGrp="1"/>
          </p:cNvSpPr>
          <p:nvPr>
            <p:ph type="body" idx="10"/>
          </p:nvPr>
        </p:nvSpPr>
        <p:spPr>
          <a:xfrm>
            <a:off x="3615253" y="418220"/>
            <a:ext cx="1941454" cy="426285"/>
          </a:xfrm>
          <a:prstGeom prst="rect">
            <a:avLst/>
          </a:prstGeom>
          <a:noFill/>
          <a:ln w="0" cmpd="sng">
            <a:noFill/>
            <a:prstDash val="solid"/>
          </a:ln>
        </p:spPr>
        <p:txBody>
          <a:bodyPr vert="horz" lIns="0" tIns="0" rIns="0" bIns="0" anchor="t">
            <a:normAutofit fontScale="95000"/>
          </a:bodyPr>
          <a:lstStyle>
            <a:lvl1pPr marL="120221" marR="0" indent="0" algn="l">
              <a:lnSpc>
                <a:spcPts val="3068"/>
              </a:lnSpc>
              <a:spcAft>
                <a:spcPts val="0"/>
              </a:spcAft>
              <a:defRPr/>
            </a:lvl1pPr>
          </a:lstStyle>
          <a:p>
            <a:pPr marL="1371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5" name=" 14"/>
          <p:cNvSpPr>
            <a:spLocks noGrp="1"/>
          </p:cNvSpPr>
          <p:nvPr>
            <p:ph type="body" idx="10"/>
          </p:nvPr>
        </p:nvSpPr>
        <p:spPr>
          <a:xfrm>
            <a:off x="829570" y="6256593"/>
            <a:ext cx="7560053"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100" spc="26" smtClean="0">
                <a:solidFill>
                  <a:srgbClr val="000000"/>
                </a:solidFill>
                <a:latin typeface="Times New Roman" panose="22635452340000000000" pitchFamily="1"/>
              </a:rPr>
              <a:t>Fare clic per modificare stili del testo dello schema</a:t>
            </a:r>
          </a:p>
        </p:txBody>
      </p:sp>
      <p:sp>
        <p:nvSpPr>
          <p:cNvPr id="16" name=" 15"/>
          <p:cNvSpPr>
            <a:spLocks noGrp="1"/>
          </p:cNvSpPr>
          <p:nvPr>
            <p:ph type="body" idx="10"/>
          </p:nvPr>
        </p:nvSpPr>
        <p:spPr>
          <a:xfrm>
            <a:off x="829570" y="6256593"/>
            <a:ext cx="7560053"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100" spc="26" smtClean="0">
                <a:solidFill>
                  <a:srgbClr val="000000"/>
                </a:solidFill>
                <a:latin typeface="Times New Roman" panose="22635452340000000000" pitchFamily="1"/>
              </a:rPr>
              <a:t>Fare clic per modificare stili del testo dello schema</a:t>
            </a:r>
          </a:p>
        </p:txBody>
      </p:sp>
      <p:sp>
        <p:nvSpPr>
          <p:cNvPr id="17" name=" 16"/>
          <p:cNvSpPr>
            <a:spLocks noGrp="1"/>
          </p:cNvSpPr>
          <p:nvPr>
            <p:ph type="body" idx="10"/>
          </p:nvPr>
        </p:nvSpPr>
        <p:spPr>
          <a:xfrm>
            <a:off x="829570" y="6256593"/>
            <a:ext cx="7560053"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100" spc="26" smtClean="0">
                <a:solidFill>
                  <a:srgbClr val="000000"/>
                </a:solidFill>
                <a:latin typeface="Times New Roman" panose="22635452340000000000" pitchFamily="1"/>
              </a:rPr>
              <a:t>Fare clic per modificare stili del testo dello schema</a:t>
            </a:r>
          </a:p>
        </p:txBody>
      </p:sp>
      <p:sp>
        <p:nvSpPr>
          <p:cNvPr id="18" name=" 17"/>
          <p:cNvSpPr>
            <a:spLocks noGrp="1"/>
          </p:cNvSpPr>
          <p:nvPr>
            <p:ph type="body" idx="10"/>
          </p:nvPr>
        </p:nvSpPr>
        <p:spPr>
          <a:xfrm>
            <a:off x="912092" y="756367"/>
            <a:ext cx="7427040" cy="5496769"/>
          </a:xfrm>
          <a:prstGeom prst="rect">
            <a:avLst/>
          </a:prstGeom>
          <a:noFill/>
          <a:ln w="12700" cmpd="sng">
            <a:solidFill>
              <a:srgbClr val="000000"/>
            </a:solidFill>
            <a:prstDash val="solid"/>
          </a:ln>
        </p:spPr>
        <p:txBody>
          <a:bodyPr vert="horz" lIns="0" tIns="300552" rIns="0" bIns="0" anchor="t"/>
          <a:lstStyle>
            <a:lvl1pPr marL="400736" marR="0" indent="0" algn="l">
              <a:lnSpc>
                <a:spcPct val="95999"/>
              </a:lnSpc>
              <a:spcBef>
                <a:spcPts val="1578"/>
              </a:spcBef>
              <a:spcAft>
                <a:spcPts val="0"/>
              </a:spcAft>
              <a:buFont typeface="Arial"/>
              <a:buAutoNum type="alphaLcPeriod"/>
              <a:tabLst>
                <a:tab pos="2574728" algn="l"/>
                <a:tab pos="7071874" algn="r"/>
              </a:tabLst>
              <a:defRPr/>
            </a:lvl1pPr>
          </a:lstStyle>
          <a:p>
            <a:pPr marL="0" marR="0" lvl="0" indent="0" algn="ctr">
              <a:lnSpc>
                <a:spcPts val="1900"/>
              </a:lnSpc>
              <a:spcAft>
                <a:spcPts val="0"/>
              </a:spcAft>
            </a:pPr>
            <a:r>
              <a:rPr lang="it-IT" sz="2900" b="1" i="1" u="sng" spc="-39" smtClean="0">
                <a:solidFill>
                  <a:srgbClr val="000000"/>
                </a:solidFill>
                <a:latin typeface="Times New Roman" panose="22635452340000000000" pitchFamily="1"/>
              </a:rPr>
              <a:t>Fare clic per modificare stili del testo dello schema</a:t>
            </a:r>
          </a:p>
          <a:p>
            <a:pPr marL="0" marR="0" lvl="1" indent="0" algn="ctr">
              <a:lnSpc>
                <a:spcPts val="1900"/>
              </a:lnSpc>
              <a:spcAft>
                <a:spcPts val="0"/>
              </a:spcAft>
            </a:pPr>
            <a:r>
              <a:rPr lang="it-IT" sz="2900" b="1" i="1" u="sng" spc="-39" smtClean="0">
                <a:solidFill>
                  <a:srgbClr val="000000"/>
                </a:solidFill>
                <a:latin typeface="Times New Roman" panose="22635452340000000000" pitchFamily="1"/>
              </a:rPr>
              <a:t>Secondo livello</a:t>
            </a:r>
          </a:p>
          <a:p>
            <a:pPr marL="0" marR="0" lvl="2" indent="0" algn="ctr">
              <a:lnSpc>
                <a:spcPts val="1900"/>
              </a:lnSpc>
              <a:spcAft>
                <a:spcPts val="0"/>
              </a:spcAft>
            </a:pPr>
            <a:r>
              <a:rPr lang="it-IT" sz="2900" b="1" i="1" u="sng" spc="-39" smtClean="0">
                <a:solidFill>
                  <a:srgbClr val="000000"/>
                </a:solidFill>
                <a:latin typeface="Times New Roman" panose="22635452340000000000" pitchFamily="1"/>
              </a:rPr>
              <a:t>Terzo livello</a:t>
            </a:r>
          </a:p>
          <a:p>
            <a:pPr marL="0" marR="0" lvl="3" indent="0" algn="ctr">
              <a:lnSpc>
                <a:spcPts val="1900"/>
              </a:lnSpc>
              <a:spcAft>
                <a:spcPts val="0"/>
              </a:spcAft>
            </a:pPr>
            <a:r>
              <a:rPr lang="it-IT" sz="2900" b="1" i="1" u="sng" spc="-39" smtClean="0">
                <a:solidFill>
                  <a:srgbClr val="000000"/>
                </a:solidFill>
                <a:latin typeface="Times New Roman" panose="22635452340000000000" pitchFamily="1"/>
              </a:rPr>
              <a:t>Quarto livello</a:t>
            </a:r>
          </a:p>
          <a:p>
            <a:pPr marL="0" marR="0" lvl="4" indent="0" algn="ctr">
              <a:lnSpc>
                <a:spcPts val="1900"/>
              </a:lnSpc>
              <a:spcAft>
                <a:spcPts val="0"/>
              </a:spcAft>
            </a:pPr>
            <a:r>
              <a:rPr lang="it-IT" sz="2900" b="1" i="1" u="sng" spc="-39" smtClean="0">
                <a:solidFill>
                  <a:srgbClr val="000000"/>
                </a:solidFill>
                <a:latin typeface="Times New Roman" panose="22635452340000000000" pitchFamily="1"/>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29_1_">
    <p:spTree>
      <p:nvGrpSpPr>
        <p:cNvPr id="1" name=""/>
        <p:cNvGrpSpPr/>
        <p:nvPr/>
      </p:nvGrpSpPr>
      <p:grpSpPr>
        <a:xfrm>
          <a:off x="0" y="0"/>
          <a:ext cx="0" cy="0"/>
          <a:chOff x="0" y="0"/>
          <a:chExt cx="0" cy="0"/>
        </a:xfrm>
      </p:grpSpPr>
      <p:sp>
        <p:nvSpPr>
          <p:cNvPr id="21" name=" 20"/>
          <p:cNvSpPr>
            <a:spLocks noGrp="1"/>
          </p:cNvSpPr>
          <p:nvPr>
            <p:ph type="body" idx="10"/>
          </p:nvPr>
        </p:nvSpPr>
        <p:spPr>
          <a:xfrm>
            <a:off x="3615253" y="418220"/>
            <a:ext cx="1941454" cy="426285"/>
          </a:xfrm>
          <a:prstGeom prst="rect">
            <a:avLst/>
          </a:prstGeom>
          <a:noFill/>
          <a:ln w="0" cmpd="sng">
            <a:noFill/>
            <a:prstDash val="solid"/>
          </a:ln>
        </p:spPr>
        <p:txBody>
          <a:bodyPr vert="horz" lIns="0" tIns="0" rIns="0" bIns="0" anchor="t">
            <a:normAutofit fontScale="95000"/>
          </a:bodyPr>
          <a:lstStyle>
            <a:lvl1pPr marL="120221" marR="0" indent="0" algn="l">
              <a:lnSpc>
                <a:spcPts val="3068"/>
              </a:lnSpc>
              <a:spcAft>
                <a:spcPts val="0"/>
              </a:spcAft>
              <a:defRPr/>
            </a:lvl1pPr>
          </a:lstStyle>
          <a:p>
            <a:pPr marL="1371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22" name=" 21"/>
          <p:cNvSpPr>
            <a:spLocks noGrp="1"/>
          </p:cNvSpPr>
          <p:nvPr>
            <p:ph type="body" idx="10"/>
          </p:nvPr>
        </p:nvSpPr>
        <p:spPr>
          <a:xfrm>
            <a:off x="3615253" y="418220"/>
            <a:ext cx="1941454" cy="426285"/>
          </a:xfrm>
          <a:prstGeom prst="rect">
            <a:avLst/>
          </a:prstGeom>
          <a:noFill/>
          <a:ln w="0" cmpd="sng">
            <a:noFill/>
            <a:prstDash val="solid"/>
          </a:ln>
        </p:spPr>
        <p:txBody>
          <a:bodyPr vert="horz" lIns="0" tIns="0" rIns="0" bIns="0" anchor="t">
            <a:normAutofit fontScale="95000"/>
          </a:bodyPr>
          <a:lstStyle>
            <a:lvl1pPr marL="120221" marR="0" indent="0" algn="l">
              <a:lnSpc>
                <a:spcPts val="3068"/>
              </a:lnSpc>
              <a:spcAft>
                <a:spcPts val="0"/>
              </a:spcAft>
              <a:defRPr/>
            </a:lvl1pPr>
          </a:lstStyle>
          <a:p>
            <a:pPr marL="1371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23" name=" 22"/>
          <p:cNvSpPr>
            <a:spLocks noGrp="1"/>
          </p:cNvSpPr>
          <p:nvPr>
            <p:ph type="body" idx="10"/>
          </p:nvPr>
        </p:nvSpPr>
        <p:spPr>
          <a:xfrm>
            <a:off x="829570" y="6256593"/>
            <a:ext cx="7560053"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100" spc="26" smtClean="0">
                <a:solidFill>
                  <a:srgbClr val="000000"/>
                </a:solidFill>
                <a:latin typeface="Times New Roman" panose="22635452340000000000" pitchFamily="1"/>
              </a:rPr>
              <a:t>Fare clic per modificare stili del testo dello schema</a:t>
            </a:r>
          </a:p>
        </p:txBody>
      </p:sp>
      <p:sp>
        <p:nvSpPr>
          <p:cNvPr id="24" name=" 23"/>
          <p:cNvSpPr>
            <a:spLocks noGrp="1"/>
          </p:cNvSpPr>
          <p:nvPr>
            <p:ph type="body" idx="10"/>
          </p:nvPr>
        </p:nvSpPr>
        <p:spPr>
          <a:xfrm>
            <a:off x="829570" y="6256593"/>
            <a:ext cx="7560053"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100" spc="26" smtClean="0">
                <a:solidFill>
                  <a:srgbClr val="000000"/>
                </a:solidFill>
                <a:latin typeface="Times New Roman" panose="22635452340000000000" pitchFamily="1"/>
              </a:rPr>
              <a:t>Fare clic per modificare stili del testo dello schema</a:t>
            </a:r>
          </a:p>
        </p:txBody>
      </p:sp>
      <p:sp>
        <p:nvSpPr>
          <p:cNvPr id="25" name=" 24"/>
          <p:cNvSpPr>
            <a:spLocks noGrp="1"/>
          </p:cNvSpPr>
          <p:nvPr>
            <p:ph type="body" idx="10"/>
          </p:nvPr>
        </p:nvSpPr>
        <p:spPr>
          <a:xfrm>
            <a:off x="732389" y="987944"/>
            <a:ext cx="7601314" cy="237337"/>
          </a:xfrm>
          <a:prstGeom prst="rect">
            <a:avLst/>
          </a:prstGeom>
          <a:noFill/>
          <a:ln w="0" cmpd="sng">
            <a:noFill/>
            <a:prstDash val="solid"/>
          </a:ln>
        </p:spPr>
        <p:txBody>
          <a:bodyPr vert="horz" lIns="0" tIns="0" rIns="0" bIns="0" anchor="t"/>
          <a:lstStyle>
            <a:lvl1pPr marL="280515" marR="0" indent="0" algn="l">
              <a:lnSpc>
                <a:spcPct val="83519"/>
              </a:lnSpc>
              <a:spcAft>
                <a:spcPts val="0"/>
              </a:spcAft>
              <a:tabLst>
                <a:tab pos="6508061" algn="r"/>
              </a:tabLst>
              <a:defRPr/>
            </a:lvl1pPr>
          </a:lstStyle>
          <a:p>
            <a:pPr marL="320040" marR="0" lvl="0" indent="0" algn="l">
              <a:lnSpc>
                <a:spcPct val="83519"/>
              </a:lnSpc>
              <a:spcAft>
                <a:spcPts val="0"/>
              </a:spcAft>
              <a:tabLst>
                <a:tab pos="7425055" algn="r"/>
              </a:tabLst>
            </a:pPr>
            <a:r>
              <a:rPr lang="it-IT" sz="1800" b="1" spc="44" smtClean="0">
                <a:solidFill>
                  <a:srgbClr val="000000"/>
                </a:solidFill>
                <a:latin typeface="Arial" panose="22635452340000000000" pitchFamily="2"/>
              </a:rPr>
              <a:t>Fare clic per modificare stili del testo dello schema</a:t>
            </a:r>
          </a:p>
        </p:txBody>
      </p:sp>
      <p:sp>
        <p:nvSpPr>
          <p:cNvPr id="29" name=" 28"/>
          <p:cNvSpPr>
            <a:spLocks noGrp="1"/>
          </p:cNvSpPr>
          <p:nvPr>
            <p:ph type="body" idx="10"/>
          </p:nvPr>
        </p:nvSpPr>
        <p:spPr>
          <a:xfrm>
            <a:off x="732389" y="6107969"/>
            <a:ext cx="7601314" cy="148624"/>
          </a:xfrm>
          <a:prstGeom prst="rect">
            <a:avLst/>
          </a:prstGeom>
          <a:noFill/>
          <a:ln w="0" cmpd="sng">
            <a:noFill/>
            <a:prstDash val="solid"/>
          </a:ln>
        </p:spPr>
        <p:txBody>
          <a:bodyPr vert="horz" lIns="0" tIns="0" rIns="0" bIns="0" anchor="t"/>
          <a:lstStyle>
            <a:lvl1pPr marL="681251" marR="0" indent="0" algn="l">
              <a:lnSpc>
                <a:spcPct val="79679"/>
              </a:lnSpc>
              <a:spcAft>
                <a:spcPts val="0"/>
              </a:spcAft>
              <a:tabLst>
                <a:tab pos="5113277" algn="r"/>
              </a:tabLst>
              <a:defRPr/>
            </a:lvl1pPr>
          </a:lstStyle>
          <a:p>
            <a:pPr marL="777240" marR="0" lvl="0" indent="0" algn="l">
              <a:lnSpc>
                <a:spcPct val="79679"/>
              </a:lnSpc>
              <a:spcAft>
                <a:spcPts val="0"/>
              </a:spcAft>
              <a:tabLst>
                <a:tab pos="5833745" algn="r"/>
              </a:tabLst>
            </a:pPr>
            <a:r>
              <a:rPr lang="it-IT" sz="1100" spc="0" smtClean="0">
                <a:solidFill>
                  <a:srgbClr val="000000"/>
                </a:solidFill>
                <a:latin typeface="Times New Roman" panose="22635452340000000000" pitchFamily="1"/>
              </a:rPr>
              <a:t>Fare clic per modificare stili del testo dello schema</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31_1_">
    <p:spTree>
      <p:nvGrpSpPr>
        <p:cNvPr id="1" name=""/>
        <p:cNvGrpSpPr/>
        <p:nvPr/>
      </p:nvGrpSpPr>
      <p:grpSpPr>
        <a:xfrm>
          <a:off x="0" y="0"/>
          <a:ext cx="0" cy="0"/>
          <a:chOff x="0" y="0"/>
          <a:chExt cx="0" cy="0"/>
        </a:xfrm>
      </p:grpSpPr>
      <p:sp>
        <p:nvSpPr>
          <p:cNvPr id="45" name=" 44"/>
          <p:cNvSpPr>
            <a:spLocks noGrp="1"/>
          </p:cNvSpPr>
          <p:nvPr>
            <p:ph type="body" idx="10"/>
          </p:nvPr>
        </p:nvSpPr>
        <p:spPr>
          <a:xfrm>
            <a:off x="743790" y="6255441"/>
            <a:ext cx="7577969"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46" name=" 45"/>
          <p:cNvSpPr>
            <a:spLocks noGrp="1"/>
          </p:cNvSpPr>
          <p:nvPr>
            <p:ph type="body" idx="10"/>
          </p:nvPr>
        </p:nvSpPr>
        <p:spPr>
          <a:xfrm>
            <a:off x="743790" y="6255441"/>
            <a:ext cx="7577969"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47" name=" 46"/>
          <p:cNvSpPr>
            <a:spLocks noGrp="1"/>
          </p:cNvSpPr>
          <p:nvPr>
            <p:ph type="body" idx="10"/>
          </p:nvPr>
        </p:nvSpPr>
        <p:spPr>
          <a:xfrm>
            <a:off x="743790" y="6255441"/>
            <a:ext cx="7577969"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50" name=" 49"/>
          <p:cNvSpPr>
            <a:spLocks noGrp="1"/>
          </p:cNvSpPr>
          <p:nvPr>
            <p:ph type="body" idx="10"/>
          </p:nvPr>
        </p:nvSpPr>
        <p:spPr>
          <a:xfrm>
            <a:off x="748133" y="353701"/>
            <a:ext cx="5675605" cy="746574"/>
          </a:xfrm>
          <a:prstGeom prst="rect">
            <a:avLst/>
          </a:prstGeom>
          <a:noFill/>
          <a:ln w="0" cmpd="sng">
            <a:noFill/>
            <a:prstDash val="solid"/>
          </a:ln>
        </p:spPr>
        <p:txBody>
          <a:bodyPr vert="horz" lIns="0" tIns="0" rIns="0" bIns="0" anchor="t"/>
          <a:lstStyle>
            <a:lvl1pPr marL="0" marR="0" indent="0" algn="l">
              <a:lnSpc>
                <a:spcPct val="95999"/>
              </a:lnSpc>
              <a:spcBef>
                <a:spcPts val="631"/>
              </a:spcBef>
              <a:spcAft>
                <a:spcPts val="0"/>
              </a:spcAft>
              <a:defRPr/>
            </a:lvl1pPr>
          </a:lstStyle>
          <a:p>
            <a:pPr marL="0" marR="0" lvl="0" indent="0" algn="r">
              <a:lnSpc>
                <a:spcPct val="77759"/>
              </a:lnSpc>
              <a:spcAft>
                <a:spcPts val="0"/>
              </a:spcAft>
            </a:pPr>
            <a:r>
              <a:rPr lang="it-IT" sz="2900" b="1" spc="-96" smtClean="0">
                <a:solidFill>
                  <a:srgbClr val="000000"/>
                </a:solidFill>
                <a:latin typeface="Arial" panose="22635452340000000000" pitchFamily="2"/>
              </a:rPr>
              <a:t>Fare clic per modificare stili del testo dello schema</a:t>
            </a:r>
          </a:p>
          <a:p>
            <a:pPr marL="0" marR="0" lvl="1" indent="0" algn="r">
              <a:lnSpc>
                <a:spcPct val="77759"/>
              </a:lnSpc>
              <a:spcAft>
                <a:spcPts val="0"/>
              </a:spcAft>
            </a:pPr>
            <a:r>
              <a:rPr lang="it-IT" sz="2900" b="1" spc="-96" smtClean="0">
                <a:solidFill>
                  <a:srgbClr val="000000"/>
                </a:solidFill>
                <a:latin typeface="Arial" panose="22635452340000000000" pitchFamily="2"/>
              </a:rPr>
              <a:t>Secondo livello</a:t>
            </a:r>
          </a:p>
        </p:txBody>
      </p:sp>
      <p:sp>
        <p:nvSpPr>
          <p:cNvPr id="51" name=" 50"/>
          <p:cNvSpPr>
            <a:spLocks noGrp="1"/>
          </p:cNvSpPr>
          <p:nvPr>
            <p:ph type="body" idx="10"/>
          </p:nvPr>
        </p:nvSpPr>
        <p:spPr>
          <a:xfrm>
            <a:off x="748133" y="1100276"/>
            <a:ext cx="786680" cy="1239106"/>
          </a:xfrm>
          <a:prstGeom prst="rect">
            <a:avLst/>
          </a:prstGeom>
          <a:noFill/>
          <a:ln w="0" cmpd="sng">
            <a:noFill/>
            <a:prstDash val="solid"/>
          </a:ln>
        </p:spPr>
        <p:txBody>
          <a:bodyPr vert="horz" lIns="0" tIns="120221" rIns="0" bIns="0" anchor="t"/>
          <a:lstStyle>
            <a:lvl1pPr marL="0" marR="0" indent="0" algn="r">
              <a:lnSpc>
                <a:spcPct val="80639"/>
              </a:lnSpc>
              <a:spcBef>
                <a:spcPts val="1104"/>
              </a:spcBef>
              <a:spcAft>
                <a:spcPts val="158"/>
              </a:spcAft>
              <a:defRPr/>
            </a:lvl1pPr>
          </a:lstStyle>
          <a:p>
            <a:pPr marL="0" marR="0" lvl="0" indent="0" algn="l">
              <a:lnSpc>
                <a:spcPct val="82559"/>
              </a:lnSpc>
              <a:spcAft>
                <a:spcPts val="0"/>
              </a:spcAft>
            </a:pPr>
            <a:r>
              <a:rPr lang="it-IT" sz="1800" spc="-57" smtClean="0">
                <a:solidFill>
                  <a:srgbClr val="000000"/>
                </a:solidFill>
                <a:latin typeface="Arial" panose="22635452340000000000" pitchFamily="2"/>
              </a:rPr>
              <a:t>Fare clic per modificare stili del testo dello schema</a:t>
            </a:r>
          </a:p>
          <a:p>
            <a:pPr marL="0" marR="0" lvl="1" indent="0" algn="l">
              <a:lnSpc>
                <a:spcPct val="82559"/>
              </a:lnSpc>
              <a:spcAft>
                <a:spcPts val="0"/>
              </a:spcAft>
            </a:pPr>
            <a:r>
              <a:rPr lang="it-IT" sz="1800" spc="-57" smtClean="0">
                <a:solidFill>
                  <a:srgbClr val="000000"/>
                </a:solidFill>
                <a:latin typeface="Arial" panose="22635452340000000000" pitchFamily="2"/>
              </a:rPr>
              <a:t>Secondo livello</a:t>
            </a:r>
          </a:p>
          <a:p>
            <a:pPr marL="0" marR="0" lvl="2" indent="0" algn="l">
              <a:lnSpc>
                <a:spcPct val="82559"/>
              </a:lnSpc>
              <a:spcAft>
                <a:spcPts val="0"/>
              </a:spcAft>
            </a:pPr>
            <a:r>
              <a:rPr lang="it-IT" sz="1800" spc="-57" smtClean="0">
                <a:solidFill>
                  <a:srgbClr val="000000"/>
                </a:solidFill>
                <a:latin typeface="Arial" panose="22635452340000000000" pitchFamily="2"/>
              </a:rPr>
              <a:t>Terzo livello</a:t>
            </a:r>
          </a:p>
        </p:txBody>
      </p:sp>
      <p:sp>
        <p:nvSpPr>
          <p:cNvPr id="52" name=" 51"/>
          <p:cNvSpPr>
            <a:spLocks noGrp="1"/>
          </p:cNvSpPr>
          <p:nvPr>
            <p:ph type="body" idx="10"/>
          </p:nvPr>
        </p:nvSpPr>
        <p:spPr>
          <a:xfrm>
            <a:off x="1732976" y="1139448"/>
            <a:ext cx="2720533" cy="1490268"/>
          </a:xfrm>
          <a:prstGeom prst="rect">
            <a:avLst/>
          </a:prstGeom>
          <a:noFill/>
          <a:ln w="8890" cmpd="sng">
            <a:solidFill>
              <a:srgbClr val="000000"/>
            </a:solidFill>
            <a:prstDash val="solid"/>
          </a:ln>
        </p:spPr>
        <p:txBody>
          <a:bodyPr vert="horz" lIns="0" tIns="60110" rIns="0" bIns="0" anchor="t"/>
          <a:lstStyle>
            <a:lvl1pPr marL="0" marR="0" indent="0" algn="ctr">
              <a:lnSpc>
                <a:spcPct val="82559"/>
              </a:lnSpc>
              <a:spcBef>
                <a:spcPts val="1578"/>
              </a:spcBef>
              <a:spcAft>
                <a:spcPts val="473"/>
              </a:spcAft>
              <a:defRPr/>
            </a:lvl1pPr>
          </a:lstStyle>
          <a:p>
            <a:pPr marL="0" marR="0" lvl="0" indent="0" algn="ctr">
              <a:lnSpc>
                <a:spcPct val="82559"/>
              </a:lnSpc>
              <a:spcAft>
                <a:spcPts val="0"/>
              </a:spcAft>
            </a:pPr>
            <a:r>
              <a:rPr lang="it-IT" sz="2300" b="1" spc="-35" smtClean="0">
                <a:solidFill>
                  <a:srgbClr val="000000"/>
                </a:solidFill>
                <a:latin typeface="Arial" panose="22635452340000000000" pitchFamily="2"/>
              </a:rPr>
              <a:t>Fare clic per modificare stili del testo dello schema</a:t>
            </a:r>
          </a:p>
          <a:p>
            <a:pPr marL="0" marR="0" lvl="1" indent="0" algn="ctr">
              <a:lnSpc>
                <a:spcPct val="82559"/>
              </a:lnSpc>
              <a:spcAft>
                <a:spcPts val="0"/>
              </a:spcAft>
            </a:pPr>
            <a:r>
              <a:rPr lang="it-IT" sz="2300" b="1" spc="-35" smtClean="0">
                <a:solidFill>
                  <a:srgbClr val="000000"/>
                </a:solidFill>
                <a:latin typeface="Arial" panose="22635452340000000000" pitchFamily="2"/>
              </a:rPr>
              <a:t>Secondo livello</a:t>
            </a:r>
          </a:p>
          <a:p>
            <a:pPr marL="0" marR="0" lvl="2" indent="0" algn="ctr">
              <a:lnSpc>
                <a:spcPct val="82559"/>
              </a:lnSpc>
              <a:spcAft>
                <a:spcPts val="0"/>
              </a:spcAft>
            </a:pPr>
            <a:r>
              <a:rPr lang="it-IT" sz="2300" b="1" spc="-35" smtClean="0">
                <a:solidFill>
                  <a:srgbClr val="000000"/>
                </a:solidFill>
                <a:latin typeface="Arial" panose="22635452340000000000" pitchFamily="2"/>
              </a:rPr>
              <a:t>Terzo livello</a:t>
            </a:r>
          </a:p>
        </p:txBody>
      </p:sp>
      <p:sp>
        <p:nvSpPr>
          <p:cNvPr id="53" name=" 52"/>
          <p:cNvSpPr>
            <a:spLocks noGrp="1"/>
          </p:cNvSpPr>
          <p:nvPr>
            <p:ph type="body" idx="10"/>
          </p:nvPr>
        </p:nvSpPr>
        <p:spPr>
          <a:xfrm>
            <a:off x="5232589" y="2729375"/>
            <a:ext cx="685698" cy="143439"/>
          </a:xfrm>
          <a:prstGeom prst="rect">
            <a:avLst/>
          </a:prstGeom>
          <a:noFill/>
          <a:ln w="0" cmpd="sng">
            <a:noFill/>
            <a:prstDash val="solid"/>
          </a:ln>
        </p:spPr>
        <p:txBody>
          <a:bodyPr vert="horz" lIns="0" tIns="0" rIns="0" bIns="0" anchor="t"/>
          <a:lstStyle>
            <a:lvl1pPr marL="0" marR="0" indent="0" algn="l">
              <a:lnSpc>
                <a:spcPts val="964"/>
              </a:lnSpc>
              <a:spcAft>
                <a:spcPts val="0"/>
              </a:spcAft>
              <a:defRPr/>
            </a:lvl1pPr>
          </a:lstStyle>
          <a:p>
            <a:pPr marL="0" marR="0" lvl="0" indent="0" algn="l">
              <a:lnSpc>
                <a:spcPts val="1100"/>
              </a:lnSpc>
              <a:spcAft>
                <a:spcPts val="0"/>
              </a:spcAft>
            </a:pPr>
            <a:r>
              <a:rPr lang="it-IT" sz="1400" b="1" spc="-61" smtClean="0">
                <a:solidFill>
                  <a:srgbClr val="000000"/>
                </a:solidFill>
                <a:latin typeface="Arial" panose="22635452340000000000" pitchFamily="2"/>
              </a:rPr>
              <a:t>Fare clic per modificare stili del testo dello schema</a:t>
            </a:r>
          </a:p>
        </p:txBody>
      </p:sp>
      <p:sp>
        <p:nvSpPr>
          <p:cNvPr id="54" name=" 53"/>
          <p:cNvSpPr>
            <a:spLocks noGrp="1"/>
          </p:cNvSpPr>
          <p:nvPr>
            <p:ph type="body" idx="10"/>
          </p:nvPr>
        </p:nvSpPr>
        <p:spPr>
          <a:xfrm>
            <a:off x="4469254" y="3970785"/>
            <a:ext cx="997873" cy="143439"/>
          </a:xfrm>
          <a:prstGeom prst="rect">
            <a:avLst/>
          </a:prstGeom>
          <a:noFill/>
          <a:ln w="0" cmpd="sng">
            <a:noFill/>
            <a:prstDash val="solid"/>
          </a:ln>
        </p:spPr>
        <p:txBody>
          <a:bodyPr vert="horz" lIns="0" tIns="0" rIns="0" bIns="0" anchor="t"/>
          <a:lstStyle>
            <a:lvl1pPr marL="0" marR="0" indent="0" algn="l">
              <a:lnSpc>
                <a:spcPts val="964"/>
              </a:lnSpc>
              <a:spcAft>
                <a:spcPts val="0"/>
              </a:spcAft>
              <a:defRPr/>
            </a:lvl1pPr>
          </a:lstStyle>
          <a:p>
            <a:pPr marL="0" marR="0" lvl="0" indent="0" algn="l">
              <a:lnSpc>
                <a:spcPts val="1100"/>
              </a:lnSpc>
              <a:spcAft>
                <a:spcPts val="0"/>
              </a:spcAft>
            </a:pPr>
            <a:r>
              <a:rPr lang="it-IT" sz="1400" b="1" spc="-53" smtClean="0">
                <a:solidFill>
                  <a:srgbClr val="000000"/>
                </a:solidFill>
                <a:latin typeface="Arial" panose="22635452340000000000" pitchFamily="2"/>
              </a:rPr>
              <a:t>Fare clic per modificare stili del testo dello schema</a:t>
            </a:r>
          </a:p>
        </p:txBody>
      </p:sp>
      <p:sp>
        <p:nvSpPr>
          <p:cNvPr id="55" name=" 54"/>
          <p:cNvSpPr>
            <a:spLocks noGrp="1"/>
          </p:cNvSpPr>
          <p:nvPr>
            <p:ph type="body" idx="10"/>
          </p:nvPr>
        </p:nvSpPr>
        <p:spPr>
          <a:xfrm>
            <a:off x="1688458" y="4448915"/>
            <a:ext cx="685698" cy="144015"/>
          </a:xfrm>
          <a:prstGeom prst="rect">
            <a:avLst/>
          </a:prstGeom>
          <a:noFill/>
          <a:ln w="0" cmpd="sng">
            <a:noFill/>
            <a:prstDash val="solid"/>
          </a:ln>
        </p:spPr>
        <p:txBody>
          <a:bodyPr vert="horz" lIns="0" tIns="0" rIns="0" bIns="0" anchor="t"/>
          <a:lstStyle>
            <a:lvl1pPr marL="0" marR="0" indent="0" algn="l">
              <a:lnSpc>
                <a:spcPts val="964"/>
              </a:lnSpc>
              <a:spcAft>
                <a:spcPts val="0"/>
              </a:spcAft>
              <a:defRPr/>
            </a:lvl1pPr>
          </a:lstStyle>
          <a:p>
            <a:pPr marL="0" marR="0" lvl="0" indent="0" algn="l">
              <a:lnSpc>
                <a:spcPts val="1100"/>
              </a:lnSpc>
              <a:spcAft>
                <a:spcPts val="0"/>
              </a:spcAft>
            </a:pPr>
            <a:r>
              <a:rPr lang="it-IT" sz="1400" b="1" spc="-61" smtClean="0">
                <a:solidFill>
                  <a:srgbClr val="000000"/>
                </a:solidFill>
                <a:latin typeface="Arial" panose="22635452340000000000" pitchFamily="2"/>
              </a:rPr>
              <a:t>Fare clic per modificare stili del testo dello schema</a:t>
            </a:r>
          </a:p>
        </p:txBody>
      </p:sp>
      <p:sp>
        <p:nvSpPr>
          <p:cNvPr id="56" name=" 55"/>
          <p:cNvSpPr>
            <a:spLocks noGrp="1"/>
          </p:cNvSpPr>
          <p:nvPr>
            <p:ph type="body" idx="10"/>
          </p:nvPr>
        </p:nvSpPr>
        <p:spPr>
          <a:xfrm>
            <a:off x="6994338" y="5021519"/>
            <a:ext cx="1237840" cy="224088"/>
          </a:xfrm>
          <a:prstGeom prst="rect">
            <a:avLst/>
          </a:prstGeom>
          <a:noFill/>
          <a:ln w="0" cmpd="sng">
            <a:noFill/>
            <a:prstDash val="solid"/>
          </a:ln>
        </p:spPr>
        <p:txBody>
          <a:bodyPr vert="horz" lIns="0" tIns="0" rIns="0" bIns="0" anchor="t"/>
          <a:lstStyle>
            <a:lvl1pPr marL="0" marR="0" indent="0" algn="l">
              <a:lnSpc>
                <a:spcPct val="78719"/>
              </a:lnSpc>
              <a:spcAft>
                <a:spcPts val="0"/>
              </a:spcAft>
              <a:defRPr/>
            </a:lvl1pPr>
          </a:lstStyle>
          <a:p>
            <a:pPr marL="0" marR="0" lvl="0" indent="0" algn="l">
              <a:lnSpc>
                <a:spcPct val="78719"/>
              </a:lnSpc>
              <a:spcAft>
                <a:spcPts val="0"/>
              </a:spcAft>
            </a:pPr>
            <a:r>
              <a:rPr lang="it-IT" sz="1800" spc="-48" smtClean="0">
                <a:solidFill>
                  <a:srgbClr val="000000"/>
                </a:solidFill>
                <a:latin typeface="Arial" panose="22635452340000000000" pitchFamily="2"/>
              </a:rPr>
              <a:t>Fare clic per modificare stili del testo dello schema</a:t>
            </a:r>
          </a:p>
        </p:txBody>
      </p:sp>
      <p:sp>
        <p:nvSpPr>
          <p:cNvPr id="57" name=" 56"/>
          <p:cNvSpPr>
            <a:spLocks noGrp="1"/>
          </p:cNvSpPr>
          <p:nvPr>
            <p:ph type="body" idx="10"/>
          </p:nvPr>
        </p:nvSpPr>
        <p:spPr>
          <a:xfrm>
            <a:off x="764964" y="5466238"/>
            <a:ext cx="7601314" cy="786899"/>
          </a:xfrm>
          <a:prstGeom prst="rect">
            <a:avLst/>
          </a:prstGeom>
          <a:noFill/>
          <a:ln w="12700" cmpd="sng">
            <a:solidFill>
              <a:srgbClr val="000000"/>
            </a:solidFill>
            <a:prstDash val="solid"/>
          </a:ln>
        </p:spPr>
        <p:txBody>
          <a:bodyPr vert="horz" lIns="0" tIns="0" rIns="0" bIns="0" anchor="t"/>
          <a:lstStyle>
            <a:lvl1pPr marL="561030" marR="0" indent="0" algn="l">
              <a:lnSpc>
                <a:spcPct val="95999"/>
              </a:lnSpc>
              <a:spcBef>
                <a:spcPts val="473"/>
              </a:spcBef>
              <a:spcAft>
                <a:spcPts val="0"/>
              </a:spcAft>
              <a:tabLst>
                <a:tab pos="2723334" algn="l"/>
                <a:tab pos="7214358" algn="r"/>
              </a:tabLst>
              <a:defRPr/>
            </a:lvl1pPr>
          </a:lstStyle>
          <a:p>
            <a:pPr marL="2697480" marR="0" lvl="0" indent="0" algn="l">
              <a:lnSpc>
                <a:spcPct val="95999"/>
              </a:lnSpc>
              <a:spcAft>
                <a:spcPts val="0"/>
              </a:spcAft>
              <a:tabLst>
                <a:tab pos="5631180" algn="l"/>
                <a:tab pos="7569835" algn="r"/>
              </a:tabLst>
            </a:pPr>
            <a:r>
              <a:rPr lang="it-IT" sz="1400" b="1" spc="-53" smtClean="0">
                <a:solidFill>
                  <a:srgbClr val="000000"/>
                </a:solidFill>
                <a:latin typeface="Arial" panose="22635452340000000000" pitchFamily="2"/>
              </a:rPr>
              <a:t>Fare clic per modificare stili del testo dello schema</a:t>
            </a:r>
          </a:p>
          <a:p>
            <a:pPr marL="2697480" marR="0" lvl="1" indent="0" algn="l">
              <a:lnSpc>
                <a:spcPct val="95999"/>
              </a:lnSpc>
              <a:spcAft>
                <a:spcPts val="0"/>
              </a:spcAft>
              <a:tabLst>
                <a:tab pos="5631180" algn="l"/>
                <a:tab pos="7569835" algn="r"/>
              </a:tabLst>
            </a:pPr>
            <a:r>
              <a:rPr lang="it-IT" sz="1400" b="1" spc="-53" smtClean="0">
                <a:solidFill>
                  <a:srgbClr val="000000"/>
                </a:solidFill>
                <a:latin typeface="Arial" panose="22635452340000000000" pitchFamily="2"/>
              </a:rPr>
              <a:t>Secondo livello</a:t>
            </a:r>
          </a:p>
          <a:p>
            <a:pPr marL="2697480" marR="0" lvl="2" indent="0" algn="l">
              <a:lnSpc>
                <a:spcPct val="95999"/>
              </a:lnSpc>
              <a:spcAft>
                <a:spcPts val="0"/>
              </a:spcAft>
              <a:tabLst>
                <a:tab pos="5631180" algn="l"/>
                <a:tab pos="7569835" algn="r"/>
              </a:tabLst>
            </a:pPr>
            <a:r>
              <a:rPr lang="it-IT" sz="1400" b="1" spc="-53" smtClean="0">
                <a:solidFill>
                  <a:srgbClr val="000000"/>
                </a:solidFill>
                <a:latin typeface="Arial" panose="22635452340000000000" pitchFamily="2"/>
              </a:rPr>
              <a:t>Terzo livello</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 3"/>
          <p:cNvSpPr>
            <a:spLocks noGrp="1"/>
          </p:cNvSpPr>
          <p:nvPr>
            <p:ph type="body" idx="10"/>
          </p:nvPr>
        </p:nvSpPr>
        <p:spPr>
          <a:xfrm>
            <a:off x="763877" y="6253136"/>
            <a:ext cx="7036143" cy="157841"/>
          </a:xfrm>
          <a:prstGeom prst="rect">
            <a:avLst/>
          </a:prstGeom>
          <a:noFill/>
          <a:ln w="0" cmpd="sng">
            <a:noFill/>
            <a:prstDash val="solid"/>
          </a:ln>
        </p:spPr>
        <p:txBody>
          <a:bodyPr vert="horz" lIns="0" tIns="0" rIns="0" bIns="0" anchor="t"/>
          <a:lstStyle>
            <a:lvl1pPr marL="3486401" marR="0" indent="0" algn="l">
              <a:lnSpc>
                <a:spcPct val="95999"/>
              </a:lnSpc>
              <a:spcAft>
                <a:spcPts val="0"/>
              </a:spcAft>
              <a:defRPr/>
            </a:lvl1pPr>
          </a:lstStyle>
          <a:p>
            <a:pPr marL="397764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9" name=" 8"/>
          <p:cNvSpPr>
            <a:spLocks noGrp="1"/>
          </p:cNvSpPr>
          <p:nvPr>
            <p:ph type="body" idx="10"/>
          </p:nvPr>
        </p:nvSpPr>
        <p:spPr>
          <a:xfrm>
            <a:off x="763335" y="2516233"/>
            <a:ext cx="7036143" cy="3736904"/>
          </a:xfrm>
          <a:prstGeom prst="rect">
            <a:avLst/>
          </a:prstGeom>
          <a:noFill/>
          <a:ln w="12700" cmpd="sng">
            <a:solidFill>
              <a:srgbClr val="000000"/>
            </a:solidFill>
            <a:prstDash val="solid"/>
          </a:ln>
        </p:spPr>
        <p:txBody>
          <a:bodyPr vert="horz" lIns="0" tIns="0" rIns="0" bIns="0" anchor="t">
            <a:normAutofit fontScale="90000"/>
          </a:bodyPr>
          <a:lstStyle>
            <a:lvl1pPr marL="561030" marR="0" indent="0" algn="l">
              <a:lnSpc>
                <a:spcPct val="95999"/>
              </a:lnSpc>
              <a:spcBef>
                <a:spcPts val="2682"/>
              </a:spcBef>
              <a:spcAft>
                <a:spcPts val="0"/>
              </a:spcAft>
              <a:tabLst>
                <a:tab pos="2725003" algn="l"/>
                <a:tab pos="7211018" algn="r"/>
              </a:tabLst>
              <a:defRPr/>
            </a:lvl1pPr>
          </a:lstStyle>
          <a:p>
            <a:pPr marL="2788920" marR="0" lvl="0" indent="0" algn="l">
              <a:lnSpc>
                <a:spcPct val="81599"/>
              </a:lnSpc>
              <a:spcAft>
                <a:spcPts val="0"/>
              </a:spcAft>
            </a:pPr>
            <a:r>
              <a:rPr lang="it-IT" sz="3200" b="1" spc="0" smtClean="0">
                <a:solidFill>
                  <a:srgbClr val="000000"/>
                </a:solidFill>
                <a:latin typeface="Arial" panose="22635452340000000000" pitchFamily="2"/>
              </a:rPr>
              <a:t>Fare clic per modificare stili del testo dello schema</a:t>
            </a:r>
          </a:p>
          <a:p>
            <a:pPr marL="2788920" marR="0" lvl="1" indent="0" algn="l">
              <a:lnSpc>
                <a:spcPct val="81599"/>
              </a:lnSpc>
              <a:spcAft>
                <a:spcPts val="0"/>
              </a:spcAft>
            </a:pPr>
            <a:r>
              <a:rPr lang="it-IT" sz="3200" b="1" spc="0" smtClean="0">
                <a:solidFill>
                  <a:srgbClr val="000000"/>
                </a:solidFill>
                <a:latin typeface="Arial" panose="22635452340000000000" pitchFamily="2"/>
              </a:rPr>
              <a:t>Secondo livello</a:t>
            </a:r>
          </a:p>
          <a:p>
            <a:pPr marL="2788920" marR="0" lvl="2" indent="0" algn="l">
              <a:lnSpc>
                <a:spcPct val="81599"/>
              </a:lnSpc>
              <a:spcAft>
                <a:spcPts val="0"/>
              </a:spcAft>
            </a:pPr>
            <a:r>
              <a:rPr lang="it-IT" sz="3200" b="1" spc="0" smtClean="0">
                <a:solidFill>
                  <a:srgbClr val="000000"/>
                </a:solidFill>
                <a:latin typeface="Arial" panose="22635452340000000000" pitchFamily="2"/>
              </a:rPr>
              <a:t>Terzo livello</a:t>
            </a:r>
          </a:p>
          <a:p>
            <a:pPr marL="2788920" marR="0" lvl="3" indent="0" algn="l">
              <a:lnSpc>
                <a:spcPct val="81599"/>
              </a:lnSpc>
              <a:spcAft>
                <a:spcPts val="0"/>
              </a:spcAft>
            </a:pPr>
            <a:r>
              <a:rPr lang="it-IT" sz="3200" b="1" spc="0" smtClean="0">
                <a:solidFill>
                  <a:srgbClr val="000000"/>
                </a:solidFill>
                <a:latin typeface="Arial" panose="22635452340000000000" pitchFamily="2"/>
              </a:rPr>
              <a:t>Quarto livello</a:t>
            </a:r>
          </a:p>
          <a:p>
            <a:pPr marL="2788920" marR="0" lvl="4" indent="0" algn="l">
              <a:lnSpc>
                <a:spcPct val="81599"/>
              </a:lnSpc>
              <a:spcAft>
                <a:spcPts val="0"/>
              </a:spcAft>
            </a:pPr>
            <a:r>
              <a:rPr lang="it-IT" sz="3200" b="1" spc="0" smtClean="0">
                <a:solidFill>
                  <a:srgbClr val="000000"/>
                </a:solidFill>
                <a:latin typeface="Arial" panose="22635452340000000000" pitchFamily="2"/>
              </a:rPr>
              <a:t>Quinto livello</a:t>
            </a:r>
            <a:endParaRPr lang="it-IT" sz="1200" spc="0">
              <a:solidFill>
                <a:srgbClr val="000000"/>
              </a:solidFill>
              <a:latin typeface="Times New Roman" panose="22635452340000000000" pitchFamily="1"/>
            </a:endParaRPr>
          </a:p>
        </p:txBody>
      </p:sp>
    </p:spTree>
    <p:extLst>
      <p:ext uri="{BB962C8B-B14F-4D97-AF65-F5344CB8AC3E}">
        <p14:creationId xmlns:p14="http://schemas.microsoft.com/office/powerpoint/2010/main" val="2904344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34_1_">
    <p:spTree>
      <p:nvGrpSpPr>
        <p:cNvPr id="1" name=""/>
        <p:cNvGrpSpPr/>
        <p:nvPr/>
      </p:nvGrpSpPr>
      <p:grpSpPr>
        <a:xfrm>
          <a:off x="0" y="0"/>
          <a:ext cx="0" cy="0"/>
          <a:chOff x="0" y="0"/>
          <a:chExt cx="0" cy="0"/>
        </a:xfrm>
      </p:grpSpPr>
      <p:sp>
        <p:nvSpPr>
          <p:cNvPr id="79" name=" 78"/>
          <p:cNvSpPr>
            <a:spLocks noGrp="1"/>
          </p:cNvSpPr>
          <p:nvPr>
            <p:ph type="body" idx="10"/>
          </p:nvPr>
        </p:nvSpPr>
        <p:spPr>
          <a:xfrm>
            <a:off x="1018503" y="463153"/>
            <a:ext cx="7121923" cy="383656"/>
          </a:xfrm>
          <a:prstGeom prst="rect">
            <a:avLst/>
          </a:prstGeom>
          <a:noFill/>
          <a:ln w="0" cmpd="sng">
            <a:noFill/>
            <a:prstDash val="solid"/>
          </a:ln>
        </p:spPr>
        <p:txBody>
          <a:bodyPr vert="horz" lIns="0" tIns="0" rIns="0" bIns="0" anchor="t">
            <a:normAutofit fontScale="95000"/>
          </a:bodyPr>
          <a:lstStyle>
            <a:lvl1pPr marL="2725003" marR="0" indent="0" algn="l">
              <a:lnSpc>
                <a:spcPts val="3068"/>
              </a:lnSpc>
              <a:spcAft>
                <a:spcPts val="0"/>
              </a:spcAft>
              <a:defRPr/>
            </a:lvl1pPr>
          </a:lstStyle>
          <a:p>
            <a:pPr marL="31089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80" name=" 79"/>
          <p:cNvSpPr>
            <a:spLocks noGrp="1"/>
          </p:cNvSpPr>
          <p:nvPr>
            <p:ph type="body" idx="10"/>
          </p:nvPr>
        </p:nvSpPr>
        <p:spPr>
          <a:xfrm>
            <a:off x="1018503" y="463153"/>
            <a:ext cx="7121923" cy="383656"/>
          </a:xfrm>
          <a:prstGeom prst="rect">
            <a:avLst/>
          </a:prstGeom>
          <a:noFill/>
          <a:ln w="0" cmpd="sng">
            <a:noFill/>
            <a:prstDash val="solid"/>
          </a:ln>
        </p:spPr>
        <p:txBody>
          <a:bodyPr vert="horz" lIns="0" tIns="0" rIns="0" bIns="0" anchor="t">
            <a:normAutofit fontScale="95000"/>
          </a:bodyPr>
          <a:lstStyle>
            <a:lvl1pPr marL="2725003" marR="0" indent="0" algn="l">
              <a:lnSpc>
                <a:spcPts val="3068"/>
              </a:lnSpc>
              <a:spcAft>
                <a:spcPts val="0"/>
              </a:spcAft>
              <a:defRPr/>
            </a:lvl1pPr>
          </a:lstStyle>
          <a:p>
            <a:pPr marL="31089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81" name=" 80"/>
          <p:cNvSpPr>
            <a:spLocks noGrp="1"/>
          </p:cNvSpPr>
          <p:nvPr>
            <p:ph type="body" idx="10"/>
          </p:nvPr>
        </p:nvSpPr>
        <p:spPr>
          <a:xfrm>
            <a:off x="1018503" y="463153"/>
            <a:ext cx="7121923" cy="383656"/>
          </a:xfrm>
          <a:prstGeom prst="rect">
            <a:avLst/>
          </a:prstGeom>
          <a:noFill/>
          <a:ln w="0" cmpd="sng">
            <a:noFill/>
            <a:prstDash val="solid"/>
          </a:ln>
        </p:spPr>
        <p:txBody>
          <a:bodyPr vert="horz" lIns="0" tIns="0" rIns="0" bIns="0" anchor="t">
            <a:normAutofit fontScale="95000"/>
          </a:bodyPr>
          <a:lstStyle>
            <a:lvl1pPr marL="2725003" marR="0" indent="0" algn="l">
              <a:lnSpc>
                <a:spcPts val="3068"/>
              </a:lnSpc>
              <a:spcAft>
                <a:spcPts val="0"/>
              </a:spcAft>
              <a:defRPr/>
            </a:lvl1pPr>
          </a:lstStyle>
          <a:p>
            <a:pPr marL="31089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82" name=" 81"/>
          <p:cNvSpPr>
            <a:spLocks noGrp="1"/>
          </p:cNvSpPr>
          <p:nvPr>
            <p:ph type="body" idx="10"/>
          </p:nvPr>
        </p:nvSpPr>
        <p:spPr>
          <a:xfrm>
            <a:off x="1010903" y="6255441"/>
            <a:ext cx="7137667" cy="157841"/>
          </a:xfrm>
          <a:prstGeom prst="rect">
            <a:avLst/>
          </a:prstGeom>
          <a:noFill/>
          <a:ln w="0" cmpd="sng">
            <a:noFill/>
            <a:prstDash val="solid"/>
          </a:ln>
        </p:spPr>
        <p:txBody>
          <a:bodyPr vert="horz" lIns="0" tIns="0" rIns="0" bIns="0" anchor="t"/>
          <a:lstStyle>
            <a:lvl1pPr marL="3205886" marR="0" indent="0" algn="l">
              <a:lnSpc>
                <a:spcPct val="95999"/>
              </a:lnSpc>
              <a:spcAft>
                <a:spcPts val="0"/>
              </a:spcAft>
              <a:defRPr/>
            </a:lvl1pPr>
          </a:lstStyle>
          <a:p>
            <a:pPr marL="36576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83" name=" 82"/>
          <p:cNvSpPr>
            <a:spLocks noGrp="1"/>
          </p:cNvSpPr>
          <p:nvPr>
            <p:ph type="body" idx="10"/>
          </p:nvPr>
        </p:nvSpPr>
        <p:spPr>
          <a:xfrm>
            <a:off x="997330" y="844505"/>
            <a:ext cx="7144725" cy="5408632"/>
          </a:xfrm>
          <a:prstGeom prst="rect">
            <a:avLst/>
          </a:prstGeom>
          <a:noFill/>
          <a:ln w="12700" cmpd="sng">
            <a:solidFill>
              <a:srgbClr val="000000"/>
            </a:solidFill>
            <a:prstDash val="solid"/>
          </a:ln>
        </p:spPr>
        <p:txBody>
          <a:bodyPr vert="horz" lIns="0" tIns="120221" rIns="0" bIns="0" anchor="t"/>
          <a:lstStyle>
            <a:lvl1pPr marL="320589" marR="0" indent="0" algn="l">
              <a:lnSpc>
                <a:spcPct val="95999"/>
              </a:lnSpc>
              <a:spcBef>
                <a:spcPts val="8204"/>
              </a:spcBef>
              <a:spcAft>
                <a:spcPts val="0"/>
              </a:spcAft>
              <a:tabLst>
                <a:tab pos="2485119" algn="l"/>
                <a:tab pos="6981708" algn="r"/>
              </a:tabLst>
              <a:defRPr/>
            </a:lvl1pPr>
          </a:lstStyle>
          <a:p>
            <a:pPr marL="0" marR="0" lvl="0" indent="0" algn="l">
              <a:lnSpc>
                <a:spcPct val="95999"/>
              </a:lnSpc>
              <a:spcAft>
                <a:spcPts val="0"/>
              </a:spcAft>
            </a:pPr>
            <a:r>
              <a:rPr lang="it-IT" sz="2800" b="1" i="1" u="sng" spc="-44" smtClean="0">
                <a:solidFill>
                  <a:srgbClr val="000000"/>
                </a:solidFill>
                <a:latin typeface="Times New Roman" panose="22635452340000000000" pitchFamily="1"/>
              </a:rPr>
              <a:t>Fare clic per modificare stili del testo dello schema</a:t>
            </a:r>
          </a:p>
          <a:p>
            <a:pPr marL="0" marR="0" lvl="1" indent="0" algn="l">
              <a:lnSpc>
                <a:spcPct val="95999"/>
              </a:lnSpc>
              <a:spcAft>
                <a:spcPts val="0"/>
              </a:spcAft>
            </a:pPr>
            <a:r>
              <a:rPr lang="it-IT" sz="2800" b="1" i="1" u="sng" spc="-44" smtClean="0">
                <a:solidFill>
                  <a:srgbClr val="000000"/>
                </a:solidFill>
                <a:latin typeface="Times New Roman" panose="22635452340000000000" pitchFamily="1"/>
              </a:rPr>
              <a:t>Secondo livello</a:t>
            </a:r>
          </a:p>
          <a:p>
            <a:pPr marL="0" marR="0" lvl="2" indent="0" algn="l">
              <a:lnSpc>
                <a:spcPct val="95999"/>
              </a:lnSpc>
              <a:spcAft>
                <a:spcPts val="0"/>
              </a:spcAft>
            </a:pPr>
            <a:r>
              <a:rPr lang="it-IT" sz="2800" b="1" i="1" u="sng" spc="-44" smtClean="0">
                <a:solidFill>
                  <a:srgbClr val="000000"/>
                </a:solidFill>
                <a:latin typeface="Times New Roman" panose="22635452340000000000" pitchFamily="1"/>
              </a:rPr>
              <a:t>Terzo livello</a:t>
            </a:r>
          </a:p>
          <a:p>
            <a:pPr marL="0" marR="0" lvl="3" indent="0" algn="l">
              <a:lnSpc>
                <a:spcPct val="95999"/>
              </a:lnSpc>
              <a:spcAft>
                <a:spcPts val="0"/>
              </a:spcAft>
            </a:pPr>
            <a:r>
              <a:rPr lang="it-IT" sz="2800" b="1" i="1" u="sng" spc="-44" smtClean="0">
                <a:solidFill>
                  <a:srgbClr val="000000"/>
                </a:solidFill>
                <a:latin typeface="Times New Roman" panose="22635452340000000000" pitchFamily="1"/>
              </a:rPr>
              <a:t>Quarto livello</a:t>
            </a:r>
          </a:p>
          <a:p>
            <a:pPr marL="0" marR="0" lvl="4" indent="0" algn="l">
              <a:lnSpc>
                <a:spcPct val="95999"/>
              </a:lnSpc>
              <a:spcAft>
                <a:spcPts val="0"/>
              </a:spcAft>
            </a:pPr>
            <a:r>
              <a:rPr lang="it-IT" sz="2800" b="1" i="1" u="sng" spc="-44" smtClean="0">
                <a:solidFill>
                  <a:srgbClr val="000000"/>
                </a:solidFill>
                <a:latin typeface="Times New Roman" panose="22635452340000000000" pitchFamily="1"/>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35_1_">
    <p:spTree>
      <p:nvGrpSpPr>
        <p:cNvPr id="1" name=""/>
        <p:cNvGrpSpPr/>
        <p:nvPr/>
      </p:nvGrpSpPr>
      <p:grpSpPr>
        <a:xfrm>
          <a:off x="0" y="0"/>
          <a:ext cx="0" cy="0"/>
          <a:chOff x="0" y="0"/>
          <a:chExt cx="0" cy="0"/>
        </a:xfrm>
      </p:grpSpPr>
      <p:sp>
        <p:nvSpPr>
          <p:cNvPr id="86" name=" 85"/>
          <p:cNvSpPr>
            <a:spLocks noGrp="1"/>
          </p:cNvSpPr>
          <p:nvPr>
            <p:ph type="body" idx="10"/>
          </p:nvPr>
        </p:nvSpPr>
        <p:spPr>
          <a:xfrm>
            <a:off x="1018503" y="463153"/>
            <a:ext cx="7121923" cy="383656"/>
          </a:xfrm>
          <a:prstGeom prst="rect">
            <a:avLst/>
          </a:prstGeom>
          <a:noFill/>
          <a:ln w="0" cmpd="sng">
            <a:noFill/>
            <a:prstDash val="solid"/>
          </a:ln>
        </p:spPr>
        <p:txBody>
          <a:bodyPr vert="horz" lIns="0" tIns="0" rIns="0" bIns="0" anchor="t">
            <a:normAutofit fontScale="95000"/>
          </a:bodyPr>
          <a:lstStyle>
            <a:lvl1pPr marL="2725003" marR="0" indent="0" algn="l">
              <a:lnSpc>
                <a:spcPts val="3068"/>
              </a:lnSpc>
              <a:spcAft>
                <a:spcPts val="0"/>
              </a:spcAft>
              <a:defRPr/>
            </a:lvl1pPr>
          </a:lstStyle>
          <a:p>
            <a:pPr marL="31089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87" name=" 86"/>
          <p:cNvSpPr>
            <a:spLocks noGrp="1"/>
          </p:cNvSpPr>
          <p:nvPr>
            <p:ph type="body" idx="10"/>
          </p:nvPr>
        </p:nvSpPr>
        <p:spPr>
          <a:xfrm>
            <a:off x="1018503" y="463153"/>
            <a:ext cx="7121923" cy="383656"/>
          </a:xfrm>
          <a:prstGeom prst="rect">
            <a:avLst/>
          </a:prstGeom>
          <a:noFill/>
          <a:ln w="0" cmpd="sng">
            <a:noFill/>
            <a:prstDash val="solid"/>
          </a:ln>
        </p:spPr>
        <p:txBody>
          <a:bodyPr vert="horz" lIns="0" tIns="0" rIns="0" bIns="0" anchor="t">
            <a:normAutofit fontScale="95000"/>
          </a:bodyPr>
          <a:lstStyle>
            <a:lvl1pPr marL="2725003" marR="0" indent="0" algn="l">
              <a:lnSpc>
                <a:spcPts val="3068"/>
              </a:lnSpc>
              <a:spcAft>
                <a:spcPts val="0"/>
              </a:spcAft>
              <a:defRPr/>
            </a:lvl1pPr>
          </a:lstStyle>
          <a:p>
            <a:pPr marL="31089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88" name=" 87"/>
          <p:cNvSpPr>
            <a:spLocks noGrp="1"/>
          </p:cNvSpPr>
          <p:nvPr>
            <p:ph type="body" idx="10"/>
          </p:nvPr>
        </p:nvSpPr>
        <p:spPr>
          <a:xfrm>
            <a:off x="1018503" y="463153"/>
            <a:ext cx="7121923" cy="383656"/>
          </a:xfrm>
          <a:prstGeom prst="rect">
            <a:avLst/>
          </a:prstGeom>
          <a:noFill/>
          <a:ln w="0" cmpd="sng">
            <a:noFill/>
            <a:prstDash val="solid"/>
          </a:ln>
        </p:spPr>
        <p:txBody>
          <a:bodyPr vert="horz" lIns="0" tIns="0" rIns="0" bIns="0" anchor="t">
            <a:normAutofit fontScale="95000"/>
          </a:bodyPr>
          <a:lstStyle>
            <a:lvl1pPr marL="2725003" marR="0" indent="0" algn="l">
              <a:lnSpc>
                <a:spcPts val="3068"/>
              </a:lnSpc>
              <a:spcAft>
                <a:spcPts val="0"/>
              </a:spcAft>
              <a:defRPr/>
            </a:lvl1pPr>
          </a:lstStyle>
          <a:p>
            <a:pPr marL="310896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89" name=" 88"/>
          <p:cNvSpPr>
            <a:spLocks noGrp="1"/>
          </p:cNvSpPr>
          <p:nvPr>
            <p:ph type="body" idx="10"/>
          </p:nvPr>
        </p:nvSpPr>
        <p:spPr>
          <a:xfrm>
            <a:off x="1009274" y="6068221"/>
            <a:ext cx="7121923" cy="383656"/>
          </a:xfrm>
          <a:prstGeom prst="rect">
            <a:avLst/>
          </a:prstGeom>
          <a:noFill/>
          <a:ln w="0" cmpd="sng">
            <a:noFill/>
            <a:prstDash val="solid"/>
          </a:ln>
        </p:spPr>
        <p:txBody>
          <a:bodyPr vert="horz" lIns="0" tIns="0" rIns="0" bIns="0" anchor="t"/>
          <a:lstStyle>
            <a:lvl1pPr marL="3205886" marR="0" indent="0" algn="l">
              <a:lnSpc>
                <a:spcPct val="95999"/>
              </a:lnSpc>
              <a:spcBef>
                <a:spcPts val="0"/>
              </a:spcBef>
              <a:spcAft>
                <a:spcPts val="0"/>
              </a:spcAft>
              <a:tabLst>
                <a:tab pos="2472317" algn="l"/>
                <a:tab pos="6972246" algn="r"/>
              </a:tabLst>
              <a:defRPr/>
            </a:lvl1pPr>
          </a:lstStyle>
          <a:p>
            <a:pPr marL="365760" marR="0" lvl="0" indent="0" algn="l">
              <a:lnSpc>
                <a:spcPct val="95999"/>
              </a:lnSpc>
              <a:spcAft>
                <a:spcPts val="0"/>
              </a:spcAft>
              <a:tabLst>
                <a:tab pos="2820670" algn="l"/>
                <a:tab pos="7954645" algn="r"/>
              </a:tabLst>
            </a:pPr>
            <a:r>
              <a:rPr lang="it-IT" sz="1200" spc="-18" smtClean="0">
                <a:solidFill>
                  <a:srgbClr val="000000"/>
                </a:solidFill>
                <a:latin typeface="Times New Roman" panose="22635452340000000000" pitchFamily="1"/>
              </a:rPr>
              <a:t>Fare clic per modificare stili del testo dello schema</a:t>
            </a:r>
          </a:p>
          <a:p>
            <a:pPr marL="365760" marR="0" lvl="1" indent="0" algn="l">
              <a:lnSpc>
                <a:spcPct val="95999"/>
              </a:lnSpc>
              <a:spcAft>
                <a:spcPts val="0"/>
              </a:spcAft>
              <a:tabLst>
                <a:tab pos="2820670" algn="l"/>
                <a:tab pos="7954645" algn="r"/>
              </a:tabLst>
            </a:pPr>
            <a:r>
              <a:rPr lang="it-IT" sz="1200" spc="-18" smtClean="0">
                <a:solidFill>
                  <a:srgbClr val="000000"/>
                </a:solidFill>
                <a:latin typeface="Times New Roman" panose="22635452340000000000" pitchFamily="1"/>
              </a:rPr>
              <a:t>Secondo livello</a:t>
            </a:r>
          </a:p>
        </p:txBody>
      </p:sp>
      <p:sp>
        <p:nvSpPr>
          <p:cNvPr id="90" name=" 89"/>
          <p:cNvSpPr>
            <a:spLocks noGrp="1"/>
          </p:cNvSpPr>
          <p:nvPr>
            <p:ph type="body" idx="10"/>
          </p:nvPr>
        </p:nvSpPr>
        <p:spPr>
          <a:xfrm>
            <a:off x="997330" y="844505"/>
            <a:ext cx="7144725" cy="5221412"/>
          </a:xfrm>
          <a:prstGeom prst="rect">
            <a:avLst/>
          </a:prstGeom>
          <a:noFill/>
          <a:ln w="12700" cmpd="sng">
            <a:solidFill>
              <a:srgbClr val="000000"/>
            </a:solidFill>
            <a:prstDash val="solid"/>
          </a:ln>
        </p:spPr>
        <p:txBody>
          <a:bodyPr vert="horz" lIns="0" tIns="80147" rIns="0" bIns="0" anchor="t"/>
          <a:lstStyle>
            <a:lvl1pPr marL="400736" marR="0" indent="0" algn="l">
              <a:lnSpc>
                <a:spcPct val="95999"/>
              </a:lnSpc>
              <a:spcBef>
                <a:spcPts val="0"/>
              </a:spcBef>
              <a:spcAft>
                <a:spcPts val="13410"/>
              </a:spcAft>
              <a:buFont typeface="Arial"/>
              <a:buAutoNum type="alphaLcPeriod"/>
              <a:defRPr/>
            </a:lvl1pPr>
          </a:lstStyle>
          <a:p>
            <a:pPr marL="0" marR="22860" lvl="0" indent="0" algn="r">
              <a:lnSpc>
                <a:spcPct val="95999"/>
              </a:lnSpc>
              <a:spcAft>
                <a:spcPts val="0"/>
              </a:spcAft>
            </a:pPr>
            <a:r>
              <a:rPr lang="it-IT" sz="2300" spc="53" smtClean="0">
                <a:solidFill>
                  <a:srgbClr val="000000"/>
                </a:solidFill>
                <a:latin typeface="Arial" panose="22635452340000000000" pitchFamily="2"/>
              </a:rPr>
              <a:t>Fare clic per modificare stili del testo dello schema</a:t>
            </a:r>
          </a:p>
          <a:p>
            <a:pPr marL="0" marR="22860" lvl="1" indent="0" algn="r">
              <a:lnSpc>
                <a:spcPct val="95999"/>
              </a:lnSpc>
              <a:spcAft>
                <a:spcPts val="0"/>
              </a:spcAft>
            </a:pPr>
            <a:r>
              <a:rPr lang="it-IT" sz="2300" spc="53" smtClean="0">
                <a:solidFill>
                  <a:srgbClr val="000000"/>
                </a:solidFill>
                <a:latin typeface="Arial" panose="22635452340000000000" pitchFamily="2"/>
              </a:rPr>
              <a:t>Secondo livello</a:t>
            </a:r>
          </a:p>
          <a:p>
            <a:pPr marL="0" marR="22860" lvl="2" indent="0" algn="r">
              <a:lnSpc>
                <a:spcPct val="95999"/>
              </a:lnSpc>
              <a:spcAft>
                <a:spcPts val="0"/>
              </a:spcAft>
            </a:pPr>
            <a:r>
              <a:rPr lang="it-IT" sz="2300" spc="53" smtClean="0">
                <a:solidFill>
                  <a:srgbClr val="000000"/>
                </a:solidFill>
                <a:latin typeface="Arial" panose="22635452340000000000" pitchFamily="2"/>
              </a:rPr>
              <a:t>Terzo livello</a:t>
            </a:r>
          </a:p>
          <a:p>
            <a:pPr marL="0" marR="22860" lvl="3" indent="0" algn="r">
              <a:lnSpc>
                <a:spcPct val="95999"/>
              </a:lnSpc>
              <a:spcAft>
                <a:spcPts val="0"/>
              </a:spcAft>
            </a:pPr>
            <a:r>
              <a:rPr lang="it-IT" sz="2300" spc="53" smtClean="0">
                <a:solidFill>
                  <a:srgbClr val="000000"/>
                </a:solidFill>
                <a:latin typeface="Arial" panose="22635452340000000000" pitchFamily="2"/>
              </a:rPr>
              <a:t>Quarto livello</a:t>
            </a:r>
          </a:p>
          <a:p>
            <a:pPr marL="0" marR="22860" lvl="4" indent="0" algn="r">
              <a:lnSpc>
                <a:spcPct val="95999"/>
              </a:lnSpc>
              <a:spcAft>
                <a:spcPts val="0"/>
              </a:spcAft>
            </a:pPr>
            <a:r>
              <a:rPr lang="it-IT" sz="2300" spc="53" smtClean="0">
                <a:solidFill>
                  <a:srgbClr val="000000"/>
                </a:solidFill>
                <a:latin typeface="Arial" panose="22635452340000000000" pitchFamily="2"/>
              </a:rPr>
              <a:t>Quinto livello</a:t>
            </a:r>
            <a:endParaRPr lang="it-IT" sz="2300" spc="-18">
              <a:solidFill>
                <a:srgbClr val="000000"/>
              </a:solidFill>
              <a:latin typeface="Arial" panose="22635452340000000000" pitchFamily="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36_1_">
    <p:spTree>
      <p:nvGrpSpPr>
        <p:cNvPr id="1" name=""/>
        <p:cNvGrpSpPr/>
        <p:nvPr/>
      </p:nvGrpSpPr>
      <p:grpSpPr>
        <a:xfrm>
          <a:off x="0" y="0"/>
          <a:ext cx="0" cy="0"/>
          <a:chOff x="0" y="0"/>
          <a:chExt cx="0" cy="0"/>
        </a:xfrm>
      </p:grpSpPr>
      <p:sp>
        <p:nvSpPr>
          <p:cNvPr id="101" name=" 100"/>
          <p:cNvSpPr>
            <a:spLocks noGrp="1"/>
          </p:cNvSpPr>
          <p:nvPr>
            <p:ph type="body" idx="10"/>
          </p:nvPr>
        </p:nvSpPr>
        <p:spPr>
          <a:xfrm>
            <a:off x="1006017" y="334116"/>
            <a:ext cx="7128981" cy="380776"/>
          </a:xfrm>
          <a:prstGeom prst="rect">
            <a:avLst/>
          </a:prstGeom>
          <a:noFill/>
          <a:ln w="0" cmpd="sng">
            <a:noFill/>
            <a:prstDash val="solid"/>
          </a:ln>
        </p:spPr>
        <p:txBody>
          <a:bodyPr vert="horz" lIns="0" tIns="0" rIns="0" bIns="0" anchor="t"/>
          <a:lstStyle>
            <a:lvl1pPr marL="2725003" marR="0" indent="0" algn="l">
              <a:lnSpc>
                <a:spcPts val="3068"/>
              </a:lnSpc>
              <a:spcAft>
                <a:spcPts val="0"/>
              </a:spcAft>
              <a:defRPr/>
            </a:lvl1pPr>
          </a:lstStyle>
          <a:p>
            <a:pPr marL="3108960" marR="0" lvl="0" indent="0" algn="l">
              <a:lnSpc>
                <a:spcPts val="3500"/>
              </a:lnSpc>
              <a:spcAft>
                <a:spcPts val="0"/>
              </a:spcAft>
            </a:pPr>
            <a:r>
              <a:rPr lang="it-IT" sz="2900" b="1" spc="26" smtClean="0">
                <a:solidFill>
                  <a:srgbClr val="000000"/>
                </a:solidFill>
                <a:latin typeface="Arial" panose="22635452340000000000" pitchFamily="2"/>
              </a:rPr>
              <a:t>Fare clic per modificare stili del testo dello schema</a:t>
            </a:r>
          </a:p>
        </p:txBody>
      </p:sp>
      <p:sp>
        <p:nvSpPr>
          <p:cNvPr id="102" name=" 101"/>
          <p:cNvSpPr>
            <a:spLocks noGrp="1"/>
          </p:cNvSpPr>
          <p:nvPr>
            <p:ph type="body" idx="10"/>
          </p:nvPr>
        </p:nvSpPr>
        <p:spPr>
          <a:xfrm>
            <a:off x="1006017" y="334116"/>
            <a:ext cx="7128981" cy="380776"/>
          </a:xfrm>
          <a:prstGeom prst="rect">
            <a:avLst/>
          </a:prstGeom>
          <a:noFill/>
          <a:ln w="0" cmpd="sng">
            <a:noFill/>
            <a:prstDash val="solid"/>
          </a:ln>
        </p:spPr>
        <p:txBody>
          <a:bodyPr vert="horz" lIns="0" tIns="0" rIns="0" bIns="0" anchor="t"/>
          <a:lstStyle>
            <a:lvl1pPr marL="2725003" marR="0" indent="0" algn="l">
              <a:lnSpc>
                <a:spcPts val="3068"/>
              </a:lnSpc>
              <a:spcAft>
                <a:spcPts val="0"/>
              </a:spcAft>
              <a:defRPr/>
            </a:lvl1pPr>
          </a:lstStyle>
          <a:p>
            <a:pPr marL="3108960" marR="0" lvl="0" indent="0" algn="l">
              <a:lnSpc>
                <a:spcPts val="3500"/>
              </a:lnSpc>
              <a:spcAft>
                <a:spcPts val="0"/>
              </a:spcAft>
            </a:pPr>
            <a:r>
              <a:rPr lang="it-IT" sz="2900" b="1" spc="26" smtClean="0">
                <a:solidFill>
                  <a:srgbClr val="000000"/>
                </a:solidFill>
                <a:latin typeface="Arial" panose="22635452340000000000" pitchFamily="2"/>
              </a:rPr>
              <a:t>Fare clic per modificare stili del testo dello schema</a:t>
            </a:r>
          </a:p>
        </p:txBody>
      </p:sp>
      <p:sp>
        <p:nvSpPr>
          <p:cNvPr id="103" name=" 102"/>
          <p:cNvSpPr>
            <a:spLocks noGrp="1"/>
          </p:cNvSpPr>
          <p:nvPr>
            <p:ph type="body" idx="10"/>
          </p:nvPr>
        </p:nvSpPr>
        <p:spPr>
          <a:xfrm>
            <a:off x="1006017" y="334116"/>
            <a:ext cx="7128981" cy="380776"/>
          </a:xfrm>
          <a:prstGeom prst="rect">
            <a:avLst/>
          </a:prstGeom>
          <a:noFill/>
          <a:ln w="0" cmpd="sng">
            <a:noFill/>
            <a:prstDash val="solid"/>
          </a:ln>
        </p:spPr>
        <p:txBody>
          <a:bodyPr vert="horz" lIns="0" tIns="0" rIns="0" bIns="0" anchor="t"/>
          <a:lstStyle>
            <a:lvl1pPr marL="2725003" marR="0" indent="0" algn="l">
              <a:lnSpc>
                <a:spcPts val="3068"/>
              </a:lnSpc>
              <a:spcAft>
                <a:spcPts val="0"/>
              </a:spcAft>
              <a:defRPr/>
            </a:lvl1pPr>
          </a:lstStyle>
          <a:p>
            <a:pPr marL="3108960" marR="0" lvl="0" indent="0" algn="l">
              <a:lnSpc>
                <a:spcPts val="3500"/>
              </a:lnSpc>
              <a:spcAft>
                <a:spcPts val="0"/>
              </a:spcAft>
            </a:pPr>
            <a:r>
              <a:rPr lang="it-IT" sz="2900" b="1" spc="26" smtClean="0">
                <a:solidFill>
                  <a:srgbClr val="000000"/>
                </a:solidFill>
                <a:latin typeface="Arial" panose="22635452340000000000" pitchFamily="2"/>
              </a:rPr>
              <a:t>Fare clic per modificare stili del testo dello schema</a:t>
            </a:r>
          </a:p>
        </p:txBody>
      </p:sp>
      <p:sp>
        <p:nvSpPr>
          <p:cNvPr id="104" name=" 103"/>
          <p:cNvSpPr>
            <a:spLocks noGrp="1"/>
          </p:cNvSpPr>
          <p:nvPr>
            <p:ph type="body" idx="10"/>
          </p:nvPr>
        </p:nvSpPr>
        <p:spPr>
          <a:xfrm>
            <a:off x="1006017" y="6253136"/>
            <a:ext cx="7128981" cy="157841"/>
          </a:xfrm>
          <a:prstGeom prst="rect">
            <a:avLst/>
          </a:prstGeom>
          <a:noFill/>
          <a:ln w="0" cmpd="sng">
            <a:noFill/>
            <a:prstDash val="solid"/>
          </a:ln>
        </p:spPr>
        <p:txBody>
          <a:bodyPr vert="horz" lIns="0" tIns="0" rIns="0" bIns="0" anchor="t"/>
          <a:lstStyle>
            <a:lvl1pPr marL="3205886" marR="0" indent="0" algn="l">
              <a:lnSpc>
                <a:spcPct val="95999"/>
              </a:lnSpc>
              <a:spcAft>
                <a:spcPts val="0"/>
              </a:spcAft>
              <a:defRPr/>
            </a:lvl1pPr>
          </a:lstStyle>
          <a:p>
            <a:pPr marL="36576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05" name=" 104"/>
          <p:cNvSpPr>
            <a:spLocks noGrp="1"/>
          </p:cNvSpPr>
          <p:nvPr>
            <p:ph type="body" idx="10"/>
          </p:nvPr>
        </p:nvSpPr>
        <p:spPr>
          <a:xfrm>
            <a:off x="1006017" y="6253136"/>
            <a:ext cx="7128981" cy="157841"/>
          </a:xfrm>
          <a:prstGeom prst="rect">
            <a:avLst/>
          </a:prstGeom>
          <a:noFill/>
          <a:ln w="0" cmpd="sng">
            <a:noFill/>
            <a:prstDash val="solid"/>
          </a:ln>
        </p:spPr>
        <p:txBody>
          <a:bodyPr vert="horz" lIns="0" tIns="0" rIns="0" bIns="0" anchor="t"/>
          <a:lstStyle>
            <a:lvl1pPr marL="3205886" marR="0" indent="0" algn="l">
              <a:lnSpc>
                <a:spcPct val="95999"/>
              </a:lnSpc>
              <a:spcAft>
                <a:spcPts val="0"/>
              </a:spcAft>
              <a:defRPr/>
            </a:lvl1pPr>
          </a:lstStyle>
          <a:p>
            <a:pPr marL="36576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06" name=" 105"/>
          <p:cNvSpPr>
            <a:spLocks noGrp="1"/>
          </p:cNvSpPr>
          <p:nvPr>
            <p:ph type="body" idx="10"/>
          </p:nvPr>
        </p:nvSpPr>
        <p:spPr>
          <a:xfrm>
            <a:off x="1006017" y="6253136"/>
            <a:ext cx="7128981" cy="157841"/>
          </a:xfrm>
          <a:prstGeom prst="rect">
            <a:avLst/>
          </a:prstGeom>
          <a:noFill/>
          <a:ln w="0" cmpd="sng">
            <a:noFill/>
            <a:prstDash val="solid"/>
          </a:ln>
        </p:spPr>
        <p:txBody>
          <a:bodyPr vert="horz" lIns="0" tIns="0" rIns="0" bIns="0" anchor="t"/>
          <a:lstStyle>
            <a:lvl1pPr marL="3205886" marR="0" indent="0" algn="l">
              <a:lnSpc>
                <a:spcPct val="95999"/>
              </a:lnSpc>
              <a:spcAft>
                <a:spcPts val="0"/>
              </a:spcAft>
              <a:defRPr/>
            </a:lvl1pPr>
          </a:lstStyle>
          <a:p>
            <a:pPr marL="36576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07" name=" 106"/>
          <p:cNvSpPr>
            <a:spLocks noGrp="1"/>
          </p:cNvSpPr>
          <p:nvPr>
            <p:ph type="body" idx="10"/>
          </p:nvPr>
        </p:nvSpPr>
        <p:spPr>
          <a:xfrm>
            <a:off x="997330" y="714891"/>
            <a:ext cx="7144725" cy="978151"/>
          </a:xfrm>
          <a:prstGeom prst="rect">
            <a:avLst/>
          </a:prstGeom>
          <a:noFill/>
          <a:ln w="12700" cmpd="sng">
            <a:solidFill>
              <a:srgbClr val="000000"/>
            </a:solidFill>
            <a:prstDash val="solid"/>
          </a:ln>
        </p:spPr>
        <p:txBody>
          <a:bodyPr vert="horz" lIns="0" tIns="0" rIns="0" bIns="0" anchor="t"/>
          <a:lstStyle>
            <a:lvl1pPr marL="0" marR="0" indent="0" algn="l">
              <a:lnSpc>
                <a:spcPct val="95999"/>
              </a:lnSpc>
              <a:spcBef>
                <a:spcPts val="0"/>
              </a:spcBef>
              <a:spcAft>
                <a:spcPts val="0"/>
              </a:spcAft>
              <a:tabLst>
                <a:tab pos="1818339" algn="l"/>
                <a:tab pos="3491411" algn="l"/>
                <a:tab pos="4608462" algn="l"/>
                <a:tab pos="6336635" algn="l"/>
                <a:tab pos="7310089" algn="r"/>
              </a:tabLst>
              <a:defRPr/>
            </a:lvl1pPr>
          </a:lstStyle>
          <a:p>
            <a:pPr marL="0" marR="0" lvl="0" indent="0" algn="l">
              <a:lnSpc>
                <a:spcPct val="95999"/>
              </a:lnSpc>
              <a:spcAft>
                <a:spcPts val="0"/>
              </a:spcAft>
              <a:tabLst>
                <a:tab pos="2074545" algn="l"/>
                <a:tab pos="3983355" algn="l"/>
                <a:tab pos="5257800" algn="l"/>
                <a:tab pos="7229475" algn="l"/>
                <a:tab pos="8340090" algn="r"/>
              </a:tabLst>
            </a:pPr>
            <a:r>
              <a:rPr lang="it-IT" sz="2500" spc="-70" smtClean="0">
                <a:solidFill>
                  <a:srgbClr val="000000"/>
                </a:solidFill>
                <a:latin typeface="Arial" panose="22635452340000000000" pitchFamily="2"/>
              </a:rPr>
              <a:t>Fare clic per modificare stili del testo dello schema</a:t>
            </a:r>
          </a:p>
          <a:p>
            <a:pPr marL="0" marR="0" lvl="1" indent="0" algn="l">
              <a:lnSpc>
                <a:spcPct val="95999"/>
              </a:lnSpc>
              <a:spcAft>
                <a:spcPts val="0"/>
              </a:spcAft>
              <a:tabLst>
                <a:tab pos="2074545" algn="l"/>
                <a:tab pos="3983355" algn="l"/>
                <a:tab pos="5257800" algn="l"/>
                <a:tab pos="7229475" algn="l"/>
                <a:tab pos="8340090" algn="r"/>
              </a:tabLst>
            </a:pPr>
            <a:r>
              <a:rPr lang="it-IT" sz="2500" spc="-70" smtClean="0">
                <a:solidFill>
                  <a:srgbClr val="000000"/>
                </a:solidFill>
                <a:latin typeface="Arial" panose="22635452340000000000" pitchFamily="2"/>
              </a:rPr>
              <a:t>Secondo livello</a:t>
            </a:r>
          </a:p>
        </p:txBody>
      </p:sp>
      <p:sp>
        <p:nvSpPr>
          <p:cNvPr id="111" name=" 110"/>
          <p:cNvSpPr>
            <a:spLocks noGrp="1"/>
          </p:cNvSpPr>
          <p:nvPr>
            <p:ph type="body" idx="10"/>
          </p:nvPr>
        </p:nvSpPr>
        <p:spPr>
          <a:xfrm>
            <a:off x="997330" y="3440233"/>
            <a:ext cx="7144725" cy="2816360"/>
          </a:xfrm>
          <a:prstGeom prst="rect">
            <a:avLst/>
          </a:prstGeom>
          <a:noFill/>
          <a:ln w="0" cmpd="sng">
            <a:noFill/>
            <a:prstDash val="solid"/>
          </a:ln>
        </p:spPr>
        <p:txBody>
          <a:bodyPr vert="horz" lIns="0" tIns="0" rIns="0" bIns="0" anchor="t"/>
          <a:lstStyle>
            <a:lvl1pPr marL="320589" marR="0" indent="0" algn="l">
              <a:lnSpc>
                <a:spcPct val="72959"/>
              </a:lnSpc>
              <a:spcBef>
                <a:spcPts val="0"/>
              </a:spcBef>
              <a:spcAft>
                <a:spcPts val="473"/>
              </a:spcAft>
              <a:tabLst>
                <a:tab pos="2484562" algn="l"/>
                <a:tab pos="6976142" algn="r"/>
              </a:tabLst>
              <a:defRPr/>
            </a:lvl1pPr>
          </a:lstStyle>
          <a:p>
            <a:pPr marL="0" marR="0" lvl="0" indent="0" algn="l">
              <a:lnSpc>
                <a:spcPct val="83519"/>
              </a:lnSpc>
              <a:spcAft>
                <a:spcPts val="0"/>
              </a:spcAft>
            </a:pPr>
            <a:r>
              <a:rPr lang="it-IT" sz="2500" spc="0" smtClean="0">
                <a:solidFill>
                  <a:srgbClr val="000000"/>
                </a:solidFill>
                <a:latin typeface="Arial" panose="22635452340000000000" pitchFamily="2"/>
              </a:rPr>
              <a:t>Fare clic per modificare stili del testo dello schema</a:t>
            </a:r>
          </a:p>
          <a:p>
            <a:pPr marL="0" marR="0" lvl="1" indent="0" algn="l">
              <a:lnSpc>
                <a:spcPct val="83519"/>
              </a:lnSpc>
              <a:spcAft>
                <a:spcPts val="0"/>
              </a:spcAft>
            </a:pPr>
            <a:r>
              <a:rPr lang="it-IT" sz="2500" spc="0" smtClean="0">
                <a:solidFill>
                  <a:srgbClr val="000000"/>
                </a:solidFill>
                <a:latin typeface="Arial" panose="22635452340000000000" pitchFamily="2"/>
              </a:rPr>
              <a:t>Secondo livello</a:t>
            </a:r>
          </a:p>
          <a:p>
            <a:pPr marL="0" marR="0" lvl="2" indent="0" algn="l">
              <a:lnSpc>
                <a:spcPct val="83519"/>
              </a:lnSpc>
              <a:spcAft>
                <a:spcPts val="0"/>
              </a:spcAft>
            </a:pPr>
            <a:r>
              <a:rPr lang="it-IT" sz="2500" spc="0" smtClean="0">
                <a:solidFill>
                  <a:srgbClr val="000000"/>
                </a:solidFill>
                <a:latin typeface="Arial" panose="22635452340000000000" pitchFamily="2"/>
              </a:rPr>
              <a:t>Terzo livello</a:t>
            </a:r>
          </a:p>
          <a:p>
            <a:pPr marL="0" marR="0" lvl="3" indent="0" algn="l">
              <a:lnSpc>
                <a:spcPct val="83519"/>
              </a:lnSpc>
              <a:spcAft>
                <a:spcPts val="0"/>
              </a:spcAft>
            </a:pPr>
            <a:r>
              <a:rPr lang="it-IT" sz="2500" spc="0" smtClean="0">
                <a:solidFill>
                  <a:srgbClr val="000000"/>
                </a:solidFill>
                <a:latin typeface="Arial" panose="22635452340000000000" pitchFamily="2"/>
              </a:rPr>
              <a:t>Quarto livello</a:t>
            </a:r>
          </a:p>
          <a:p>
            <a:pPr marL="0" marR="0" lvl="4" indent="0" algn="l">
              <a:lnSpc>
                <a:spcPct val="83519"/>
              </a:lnSpc>
              <a:spcAft>
                <a:spcPts val="0"/>
              </a:spcAft>
            </a:pPr>
            <a:r>
              <a:rPr lang="it-IT" sz="2500" spc="0" smtClean="0">
                <a:solidFill>
                  <a:srgbClr val="000000"/>
                </a:solidFill>
                <a:latin typeface="Arial" panose="22635452340000000000" pitchFamily="2"/>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37_1_">
    <p:spTree>
      <p:nvGrpSpPr>
        <p:cNvPr id="1" name=""/>
        <p:cNvGrpSpPr/>
        <p:nvPr/>
      </p:nvGrpSpPr>
      <p:grpSpPr>
        <a:xfrm>
          <a:off x="0" y="0"/>
          <a:ext cx="0" cy="0"/>
          <a:chOff x="0" y="0"/>
          <a:chExt cx="0" cy="0"/>
        </a:xfrm>
      </p:grpSpPr>
      <p:sp>
        <p:nvSpPr>
          <p:cNvPr id="114" name=" 113"/>
          <p:cNvSpPr>
            <a:spLocks noGrp="1"/>
          </p:cNvSpPr>
          <p:nvPr>
            <p:ph type="body" idx="10"/>
          </p:nvPr>
        </p:nvSpPr>
        <p:spPr>
          <a:xfrm>
            <a:off x="1006017" y="334116"/>
            <a:ext cx="7128981" cy="380776"/>
          </a:xfrm>
          <a:prstGeom prst="rect">
            <a:avLst/>
          </a:prstGeom>
          <a:noFill/>
          <a:ln w="0" cmpd="sng">
            <a:noFill/>
            <a:prstDash val="solid"/>
          </a:ln>
        </p:spPr>
        <p:txBody>
          <a:bodyPr vert="horz" lIns="0" tIns="0" rIns="0" bIns="0" anchor="t"/>
          <a:lstStyle>
            <a:lvl1pPr marL="2725003" marR="0" indent="0" algn="l">
              <a:lnSpc>
                <a:spcPts val="3068"/>
              </a:lnSpc>
              <a:spcAft>
                <a:spcPts val="0"/>
              </a:spcAft>
              <a:defRPr/>
            </a:lvl1pPr>
          </a:lstStyle>
          <a:p>
            <a:pPr marL="3108960" marR="0" lvl="0" indent="0" algn="l">
              <a:lnSpc>
                <a:spcPts val="3500"/>
              </a:lnSpc>
              <a:spcAft>
                <a:spcPts val="0"/>
              </a:spcAft>
            </a:pPr>
            <a:r>
              <a:rPr lang="it-IT" sz="2900" b="1" spc="26" smtClean="0">
                <a:solidFill>
                  <a:srgbClr val="000000"/>
                </a:solidFill>
                <a:latin typeface="Arial" panose="22635452340000000000" pitchFamily="2"/>
              </a:rPr>
              <a:t>Fare clic per modificare stili del testo dello schema</a:t>
            </a:r>
          </a:p>
        </p:txBody>
      </p:sp>
      <p:sp>
        <p:nvSpPr>
          <p:cNvPr id="115" name=" 114"/>
          <p:cNvSpPr>
            <a:spLocks noGrp="1"/>
          </p:cNvSpPr>
          <p:nvPr>
            <p:ph type="body" idx="10"/>
          </p:nvPr>
        </p:nvSpPr>
        <p:spPr>
          <a:xfrm>
            <a:off x="1006017" y="334116"/>
            <a:ext cx="7128981" cy="380776"/>
          </a:xfrm>
          <a:prstGeom prst="rect">
            <a:avLst/>
          </a:prstGeom>
          <a:noFill/>
          <a:ln w="0" cmpd="sng">
            <a:noFill/>
            <a:prstDash val="solid"/>
          </a:ln>
        </p:spPr>
        <p:txBody>
          <a:bodyPr vert="horz" lIns="0" tIns="0" rIns="0" bIns="0" anchor="t"/>
          <a:lstStyle>
            <a:lvl1pPr marL="2725003" marR="0" indent="0" algn="l">
              <a:lnSpc>
                <a:spcPts val="3068"/>
              </a:lnSpc>
              <a:spcAft>
                <a:spcPts val="0"/>
              </a:spcAft>
              <a:defRPr/>
            </a:lvl1pPr>
          </a:lstStyle>
          <a:p>
            <a:pPr marL="3108960" marR="0" lvl="0" indent="0" algn="l">
              <a:lnSpc>
                <a:spcPts val="3500"/>
              </a:lnSpc>
              <a:spcAft>
                <a:spcPts val="0"/>
              </a:spcAft>
            </a:pPr>
            <a:r>
              <a:rPr lang="it-IT" sz="2900" b="1" spc="26" smtClean="0">
                <a:solidFill>
                  <a:srgbClr val="000000"/>
                </a:solidFill>
                <a:latin typeface="Arial" panose="22635452340000000000" pitchFamily="2"/>
              </a:rPr>
              <a:t>Fare clic per modificare stili del testo dello schema</a:t>
            </a:r>
          </a:p>
        </p:txBody>
      </p:sp>
      <p:sp>
        <p:nvSpPr>
          <p:cNvPr id="116" name=" 115"/>
          <p:cNvSpPr>
            <a:spLocks noGrp="1"/>
          </p:cNvSpPr>
          <p:nvPr>
            <p:ph type="body" idx="10"/>
          </p:nvPr>
        </p:nvSpPr>
        <p:spPr>
          <a:xfrm>
            <a:off x="1006017" y="6253136"/>
            <a:ext cx="7128981" cy="157841"/>
          </a:xfrm>
          <a:prstGeom prst="rect">
            <a:avLst/>
          </a:prstGeom>
          <a:noFill/>
          <a:ln w="0" cmpd="sng">
            <a:noFill/>
            <a:prstDash val="solid"/>
          </a:ln>
        </p:spPr>
        <p:txBody>
          <a:bodyPr vert="horz" lIns="0" tIns="0" rIns="0" bIns="0" anchor="t"/>
          <a:lstStyle>
            <a:lvl1pPr marL="3205886" marR="0" indent="0" algn="l">
              <a:lnSpc>
                <a:spcPct val="95999"/>
              </a:lnSpc>
              <a:spcAft>
                <a:spcPts val="0"/>
              </a:spcAft>
              <a:defRPr/>
            </a:lvl1pPr>
          </a:lstStyle>
          <a:p>
            <a:pPr marL="36576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17" name=" 116"/>
          <p:cNvSpPr>
            <a:spLocks noGrp="1"/>
          </p:cNvSpPr>
          <p:nvPr>
            <p:ph type="body" idx="10"/>
          </p:nvPr>
        </p:nvSpPr>
        <p:spPr>
          <a:xfrm>
            <a:off x="1006017" y="6253136"/>
            <a:ext cx="7128981" cy="157841"/>
          </a:xfrm>
          <a:prstGeom prst="rect">
            <a:avLst/>
          </a:prstGeom>
          <a:noFill/>
          <a:ln w="0" cmpd="sng">
            <a:noFill/>
            <a:prstDash val="solid"/>
          </a:ln>
        </p:spPr>
        <p:txBody>
          <a:bodyPr vert="horz" lIns="0" tIns="0" rIns="0" bIns="0" anchor="t"/>
          <a:lstStyle>
            <a:lvl1pPr marL="3205886" marR="0" indent="0" algn="l">
              <a:lnSpc>
                <a:spcPct val="95999"/>
              </a:lnSpc>
              <a:spcAft>
                <a:spcPts val="0"/>
              </a:spcAft>
              <a:defRPr/>
            </a:lvl1pPr>
          </a:lstStyle>
          <a:p>
            <a:pPr marL="36576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18" name=" 117"/>
          <p:cNvSpPr>
            <a:spLocks noGrp="1"/>
          </p:cNvSpPr>
          <p:nvPr>
            <p:ph type="body" idx="10"/>
          </p:nvPr>
        </p:nvSpPr>
        <p:spPr>
          <a:xfrm>
            <a:off x="990815" y="714891"/>
            <a:ext cx="7144725" cy="5538245"/>
          </a:xfrm>
          <a:prstGeom prst="rect">
            <a:avLst/>
          </a:prstGeom>
          <a:noFill/>
          <a:ln w="12700" cmpd="sng">
            <a:solidFill>
              <a:srgbClr val="000000"/>
            </a:solidFill>
            <a:prstDash val="solid"/>
          </a:ln>
        </p:spPr>
        <p:txBody>
          <a:bodyPr vert="horz" lIns="0" tIns="140258" rIns="0" bIns="0" anchor="t"/>
          <a:lstStyle>
            <a:lvl1pPr marL="320589" marR="0" indent="0" algn="l">
              <a:lnSpc>
                <a:spcPct val="95999"/>
              </a:lnSpc>
              <a:spcBef>
                <a:spcPts val="7889"/>
              </a:spcBef>
              <a:spcAft>
                <a:spcPts val="0"/>
              </a:spcAft>
              <a:tabLst>
                <a:tab pos="2489571" algn="l"/>
                <a:tab pos="6991170" algn="r"/>
              </a:tabLst>
              <a:defRPr/>
            </a:lvl1pPr>
          </a:lstStyle>
          <a:p>
            <a:pPr marL="0" marR="0" lvl="0" indent="0" algn="l">
              <a:lnSpc>
                <a:spcPts val="2100"/>
              </a:lnSpc>
              <a:spcAft>
                <a:spcPts val="0"/>
              </a:spcAft>
            </a:pPr>
            <a:r>
              <a:rPr lang="it-IT" sz="2500" spc="0" smtClean="0">
                <a:solidFill>
                  <a:srgbClr val="000000"/>
                </a:solidFill>
                <a:latin typeface="Arial" panose="22635452340000000000" pitchFamily="2"/>
              </a:rPr>
              <a:t>Fare clic per modificare stili del testo dello schema</a:t>
            </a:r>
          </a:p>
          <a:p>
            <a:pPr marL="0" marR="0" lvl="1" indent="0" algn="l">
              <a:lnSpc>
                <a:spcPts val="2100"/>
              </a:lnSpc>
              <a:spcAft>
                <a:spcPts val="0"/>
              </a:spcAft>
            </a:pPr>
            <a:r>
              <a:rPr lang="it-IT" sz="2500" spc="0" smtClean="0">
                <a:solidFill>
                  <a:srgbClr val="000000"/>
                </a:solidFill>
                <a:latin typeface="Arial" panose="22635452340000000000" pitchFamily="2"/>
              </a:rPr>
              <a:t>Secondo livello</a:t>
            </a:r>
          </a:p>
          <a:p>
            <a:pPr marL="0" marR="0" lvl="2" indent="0" algn="l">
              <a:lnSpc>
                <a:spcPts val="2100"/>
              </a:lnSpc>
              <a:spcAft>
                <a:spcPts val="0"/>
              </a:spcAft>
            </a:pPr>
            <a:r>
              <a:rPr lang="it-IT" sz="2500" spc="0" smtClean="0">
                <a:solidFill>
                  <a:srgbClr val="000000"/>
                </a:solidFill>
                <a:latin typeface="Arial" panose="22635452340000000000" pitchFamily="2"/>
              </a:rPr>
              <a:t>Terzo livello</a:t>
            </a:r>
          </a:p>
          <a:p>
            <a:pPr marL="0" marR="0" lvl="3" indent="0" algn="l">
              <a:lnSpc>
                <a:spcPts val="2100"/>
              </a:lnSpc>
              <a:spcAft>
                <a:spcPts val="0"/>
              </a:spcAft>
            </a:pPr>
            <a:r>
              <a:rPr lang="it-IT" sz="2500" spc="0" smtClean="0">
                <a:solidFill>
                  <a:srgbClr val="000000"/>
                </a:solidFill>
                <a:latin typeface="Arial" panose="22635452340000000000" pitchFamily="2"/>
              </a:rPr>
              <a:t>Quarto livello</a:t>
            </a:r>
          </a:p>
          <a:p>
            <a:pPr marL="0" marR="0" lvl="4" indent="0" algn="l">
              <a:lnSpc>
                <a:spcPts val="2100"/>
              </a:lnSpc>
              <a:spcAft>
                <a:spcPts val="0"/>
              </a:spcAft>
            </a:pPr>
            <a:r>
              <a:rPr lang="it-IT" sz="2500" spc="0" smtClean="0">
                <a:solidFill>
                  <a:srgbClr val="000000"/>
                </a:solidFill>
                <a:latin typeface="Arial" panose="22635452340000000000" pitchFamily="2"/>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39_1_">
    <p:spTree>
      <p:nvGrpSpPr>
        <p:cNvPr id="1" name=""/>
        <p:cNvGrpSpPr/>
        <p:nvPr/>
      </p:nvGrpSpPr>
      <p:grpSpPr>
        <a:xfrm>
          <a:off x="0" y="0"/>
          <a:ext cx="0" cy="0"/>
          <a:chOff x="0" y="0"/>
          <a:chExt cx="0" cy="0"/>
        </a:xfrm>
      </p:grpSpPr>
      <p:sp>
        <p:nvSpPr>
          <p:cNvPr id="128" name=" 127"/>
          <p:cNvSpPr>
            <a:spLocks noGrp="1"/>
          </p:cNvSpPr>
          <p:nvPr>
            <p:ph type="body" idx="10"/>
          </p:nvPr>
        </p:nvSpPr>
        <p:spPr>
          <a:xfrm>
            <a:off x="2718904" y="334115"/>
            <a:ext cx="3726550" cy="387113"/>
          </a:xfrm>
          <a:prstGeom prst="rect">
            <a:avLst/>
          </a:prstGeom>
          <a:noFill/>
          <a:ln w="0" cmpd="sng">
            <a:noFill/>
            <a:prstDash val="solid"/>
          </a:ln>
        </p:spPr>
        <p:txBody>
          <a:bodyPr vert="horz" lIns="0" tIns="0" rIns="0" bIns="0" anchor="t"/>
          <a:lstStyle>
            <a:lvl1pPr marL="0" marR="0" indent="0" algn="l">
              <a:lnSpc>
                <a:spcPts val="3068"/>
              </a:lnSpc>
              <a:spcAft>
                <a:spcPts val="0"/>
              </a:spcAft>
              <a:defRPr/>
            </a:lvl1pPr>
          </a:lstStyle>
          <a:p>
            <a:pPr marL="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29" name=" 128"/>
          <p:cNvSpPr>
            <a:spLocks noGrp="1"/>
          </p:cNvSpPr>
          <p:nvPr>
            <p:ph type="body" idx="10"/>
          </p:nvPr>
        </p:nvSpPr>
        <p:spPr>
          <a:xfrm>
            <a:off x="2718904" y="334115"/>
            <a:ext cx="3726550" cy="387113"/>
          </a:xfrm>
          <a:prstGeom prst="rect">
            <a:avLst/>
          </a:prstGeom>
          <a:noFill/>
          <a:ln w="0" cmpd="sng">
            <a:noFill/>
            <a:prstDash val="solid"/>
          </a:ln>
        </p:spPr>
        <p:txBody>
          <a:bodyPr vert="horz" lIns="0" tIns="0" rIns="0" bIns="0" anchor="t"/>
          <a:lstStyle>
            <a:lvl1pPr marL="0" marR="0" indent="0" algn="l">
              <a:lnSpc>
                <a:spcPts val="3068"/>
              </a:lnSpc>
              <a:spcAft>
                <a:spcPts val="0"/>
              </a:spcAft>
              <a:defRPr/>
            </a:lvl1pPr>
          </a:lstStyle>
          <a:p>
            <a:pPr marL="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30" name=" 129"/>
          <p:cNvSpPr>
            <a:spLocks noGrp="1"/>
          </p:cNvSpPr>
          <p:nvPr>
            <p:ph type="body" idx="10"/>
          </p:nvPr>
        </p:nvSpPr>
        <p:spPr>
          <a:xfrm>
            <a:off x="882776" y="6253136"/>
            <a:ext cx="7385235"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31" name=" 130"/>
          <p:cNvSpPr>
            <a:spLocks noGrp="1"/>
          </p:cNvSpPr>
          <p:nvPr>
            <p:ph type="body" idx="10"/>
          </p:nvPr>
        </p:nvSpPr>
        <p:spPr>
          <a:xfrm>
            <a:off x="882776" y="6253136"/>
            <a:ext cx="7385235"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32" name=" 131"/>
          <p:cNvSpPr>
            <a:spLocks noGrp="1"/>
          </p:cNvSpPr>
          <p:nvPr>
            <p:ph type="body" idx="10"/>
          </p:nvPr>
        </p:nvSpPr>
        <p:spPr>
          <a:xfrm>
            <a:off x="882776" y="6253136"/>
            <a:ext cx="7385235"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33" name=" 132"/>
          <p:cNvSpPr>
            <a:spLocks noGrp="1"/>
          </p:cNvSpPr>
          <p:nvPr>
            <p:ph type="body" idx="10"/>
          </p:nvPr>
        </p:nvSpPr>
        <p:spPr>
          <a:xfrm>
            <a:off x="1002759" y="721228"/>
            <a:ext cx="7144725" cy="5531909"/>
          </a:xfrm>
          <a:prstGeom prst="rect">
            <a:avLst/>
          </a:prstGeom>
          <a:noFill/>
          <a:ln w="12700" cmpd="sng">
            <a:solidFill>
              <a:srgbClr val="000000"/>
            </a:solidFill>
            <a:prstDash val="solid"/>
          </a:ln>
        </p:spPr>
        <p:txBody>
          <a:bodyPr vert="horz" lIns="0" tIns="100184" rIns="0" bIns="0" anchor="t"/>
          <a:lstStyle>
            <a:lvl1pPr marL="320589" marR="0" indent="0" algn="l">
              <a:lnSpc>
                <a:spcPct val="95999"/>
              </a:lnSpc>
              <a:spcBef>
                <a:spcPts val="1262"/>
              </a:spcBef>
              <a:spcAft>
                <a:spcPts val="0"/>
              </a:spcAft>
              <a:buFont typeface="Symbol"/>
              <a:buChar char="-"/>
              <a:tabLst>
                <a:tab pos="2479553" algn="l"/>
                <a:tab pos="6842564" algn="l"/>
              </a:tabLst>
              <a:defRPr/>
            </a:lvl1pPr>
          </a:lstStyle>
          <a:p>
            <a:pPr marL="0" marR="0" lvl="0" indent="0" algn="ctr">
              <a:lnSpc>
                <a:spcPts val="3300"/>
              </a:lnSpc>
              <a:spcAft>
                <a:spcPts val="0"/>
              </a:spcAft>
            </a:pPr>
            <a:r>
              <a:rPr lang="it-IT" sz="2500" spc="100" smtClean="0">
                <a:solidFill>
                  <a:srgbClr val="000000"/>
                </a:solidFill>
                <a:latin typeface="Arial" panose="22635452340000000000" pitchFamily="2"/>
              </a:rPr>
              <a:t>Fare clic per modificare stili del testo dello schema</a:t>
            </a:r>
          </a:p>
          <a:p>
            <a:pPr marL="0" marR="0" lvl="1" indent="0" algn="ctr">
              <a:lnSpc>
                <a:spcPts val="3300"/>
              </a:lnSpc>
              <a:spcAft>
                <a:spcPts val="0"/>
              </a:spcAft>
            </a:pPr>
            <a:r>
              <a:rPr lang="it-IT" sz="2500" spc="100" smtClean="0">
                <a:solidFill>
                  <a:srgbClr val="000000"/>
                </a:solidFill>
                <a:latin typeface="Arial" panose="22635452340000000000" pitchFamily="2"/>
              </a:rPr>
              <a:t>Secondo livello</a:t>
            </a:r>
          </a:p>
          <a:p>
            <a:pPr marL="0" marR="0" lvl="2" indent="0" algn="ctr">
              <a:lnSpc>
                <a:spcPts val="3300"/>
              </a:lnSpc>
              <a:spcAft>
                <a:spcPts val="0"/>
              </a:spcAft>
            </a:pPr>
            <a:r>
              <a:rPr lang="it-IT" sz="2500" spc="100" smtClean="0">
                <a:solidFill>
                  <a:srgbClr val="000000"/>
                </a:solidFill>
                <a:latin typeface="Arial" panose="22635452340000000000" pitchFamily="2"/>
              </a:rPr>
              <a:t>Terzo livello</a:t>
            </a:r>
          </a:p>
          <a:p>
            <a:pPr marL="0" marR="0" lvl="3" indent="0" algn="ctr">
              <a:lnSpc>
                <a:spcPts val="3300"/>
              </a:lnSpc>
              <a:spcAft>
                <a:spcPts val="0"/>
              </a:spcAft>
            </a:pPr>
            <a:r>
              <a:rPr lang="it-IT" sz="2500" spc="100" smtClean="0">
                <a:solidFill>
                  <a:srgbClr val="000000"/>
                </a:solidFill>
                <a:latin typeface="Arial" panose="22635452340000000000" pitchFamily="2"/>
              </a:rPr>
              <a:t>Quarto livello</a:t>
            </a:r>
          </a:p>
          <a:p>
            <a:pPr marL="0" marR="0" lvl="4" indent="0" algn="ctr">
              <a:lnSpc>
                <a:spcPts val="3300"/>
              </a:lnSpc>
              <a:spcAft>
                <a:spcPts val="0"/>
              </a:spcAft>
            </a:pPr>
            <a:r>
              <a:rPr lang="it-IT" sz="2500" spc="100" smtClean="0">
                <a:solidFill>
                  <a:srgbClr val="000000"/>
                </a:solidFill>
                <a:latin typeface="Arial" panose="22635452340000000000" pitchFamily="2"/>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40_1_">
    <p:spTree>
      <p:nvGrpSpPr>
        <p:cNvPr id="1" name=""/>
        <p:cNvGrpSpPr/>
        <p:nvPr/>
      </p:nvGrpSpPr>
      <p:grpSpPr>
        <a:xfrm>
          <a:off x="0" y="0"/>
          <a:ext cx="0" cy="0"/>
          <a:chOff x="0" y="0"/>
          <a:chExt cx="0" cy="0"/>
        </a:xfrm>
      </p:grpSpPr>
      <p:sp>
        <p:nvSpPr>
          <p:cNvPr id="136" name=" 135"/>
          <p:cNvSpPr>
            <a:spLocks noGrp="1"/>
          </p:cNvSpPr>
          <p:nvPr>
            <p:ph type="body" idx="10"/>
          </p:nvPr>
        </p:nvSpPr>
        <p:spPr>
          <a:xfrm>
            <a:off x="2718904" y="334115"/>
            <a:ext cx="3726550" cy="387113"/>
          </a:xfrm>
          <a:prstGeom prst="rect">
            <a:avLst/>
          </a:prstGeom>
          <a:noFill/>
          <a:ln w="0" cmpd="sng">
            <a:noFill/>
            <a:prstDash val="solid"/>
          </a:ln>
        </p:spPr>
        <p:txBody>
          <a:bodyPr vert="horz" lIns="0" tIns="0" rIns="0" bIns="0" anchor="t"/>
          <a:lstStyle>
            <a:lvl1pPr marL="0" marR="0" indent="0" algn="l">
              <a:lnSpc>
                <a:spcPts val="3068"/>
              </a:lnSpc>
              <a:spcAft>
                <a:spcPts val="0"/>
              </a:spcAft>
              <a:defRPr/>
            </a:lvl1pPr>
          </a:lstStyle>
          <a:p>
            <a:pPr marL="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37" name=" 136"/>
          <p:cNvSpPr>
            <a:spLocks noGrp="1"/>
          </p:cNvSpPr>
          <p:nvPr>
            <p:ph type="body" idx="10"/>
          </p:nvPr>
        </p:nvSpPr>
        <p:spPr>
          <a:xfrm>
            <a:off x="882776" y="6253136"/>
            <a:ext cx="7385235"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38" name=" 137"/>
          <p:cNvSpPr>
            <a:spLocks noGrp="1"/>
          </p:cNvSpPr>
          <p:nvPr>
            <p:ph type="body" idx="10"/>
          </p:nvPr>
        </p:nvSpPr>
        <p:spPr>
          <a:xfrm>
            <a:off x="882776" y="6253136"/>
            <a:ext cx="7385235"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39" name=" 138"/>
          <p:cNvSpPr>
            <a:spLocks noGrp="1"/>
          </p:cNvSpPr>
          <p:nvPr>
            <p:ph type="body" idx="10"/>
          </p:nvPr>
        </p:nvSpPr>
        <p:spPr>
          <a:xfrm>
            <a:off x="901777" y="334116"/>
            <a:ext cx="7427040" cy="5919021"/>
          </a:xfrm>
          <a:prstGeom prst="rect">
            <a:avLst/>
          </a:prstGeom>
          <a:noFill/>
          <a:ln w="12700" cmpd="sng">
            <a:solidFill>
              <a:srgbClr val="000000"/>
            </a:solidFill>
            <a:prstDash val="solid"/>
          </a:ln>
        </p:spPr>
        <p:txBody>
          <a:bodyPr vert="horz" lIns="0" tIns="0" rIns="0" bIns="0" anchor="t">
            <a:normAutofit fontScale="95000"/>
          </a:bodyPr>
          <a:lstStyle>
            <a:lvl1pPr marL="400736" marR="0" indent="0" algn="l">
              <a:lnSpc>
                <a:spcPct val="95999"/>
              </a:lnSpc>
              <a:spcBef>
                <a:spcPts val="6311"/>
              </a:spcBef>
              <a:spcAft>
                <a:spcPts val="0"/>
              </a:spcAft>
              <a:tabLst>
                <a:tab pos="2559143" algn="l"/>
                <a:tab pos="7079666" algn="r"/>
              </a:tabLst>
              <a:defRPr/>
            </a:lvl1pPr>
          </a:lstStyle>
          <a:p>
            <a:pPr marL="2103120" marR="0" lvl="0" indent="0" algn="l">
              <a:lnSpc>
                <a:spcPct val="82559"/>
              </a:lnSpc>
              <a:spcAft>
                <a:spcPts val="0"/>
              </a:spcAft>
            </a:pPr>
            <a:r>
              <a:rPr lang="it-IT" sz="2900" b="1" spc="0" smtClean="0">
                <a:solidFill>
                  <a:srgbClr val="000000"/>
                </a:solidFill>
                <a:latin typeface="Arial" panose="22635452340000000000" pitchFamily="2"/>
              </a:rPr>
              <a:t>Fare clic per modificare stili del testo dello schema</a:t>
            </a:r>
          </a:p>
          <a:p>
            <a:pPr marL="2103120" marR="0" lvl="1" indent="0" algn="l">
              <a:lnSpc>
                <a:spcPct val="82559"/>
              </a:lnSpc>
              <a:spcAft>
                <a:spcPts val="0"/>
              </a:spcAft>
            </a:pPr>
            <a:r>
              <a:rPr lang="it-IT" sz="2900" b="1" spc="0" smtClean="0">
                <a:solidFill>
                  <a:srgbClr val="000000"/>
                </a:solidFill>
                <a:latin typeface="Arial" panose="22635452340000000000" pitchFamily="2"/>
              </a:rPr>
              <a:t>Secondo livello</a:t>
            </a:r>
          </a:p>
          <a:p>
            <a:pPr marL="2103120" marR="0" lvl="2" indent="0" algn="l">
              <a:lnSpc>
                <a:spcPct val="82559"/>
              </a:lnSpc>
              <a:spcAft>
                <a:spcPts val="0"/>
              </a:spcAft>
            </a:pPr>
            <a:r>
              <a:rPr lang="it-IT" sz="2900" b="1" spc="0" smtClean="0">
                <a:solidFill>
                  <a:srgbClr val="000000"/>
                </a:solidFill>
                <a:latin typeface="Arial" panose="22635452340000000000" pitchFamily="2"/>
              </a:rPr>
              <a:t>Terzo livello</a:t>
            </a:r>
          </a:p>
          <a:p>
            <a:pPr marL="2103120" marR="0" lvl="3" indent="0" algn="l">
              <a:lnSpc>
                <a:spcPct val="82559"/>
              </a:lnSpc>
              <a:spcAft>
                <a:spcPts val="0"/>
              </a:spcAft>
            </a:pPr>
            <a:r>
              <a:rPr lang="it-IT" sz="2900" b="1" spc="0" smtClean="0">
                <a:solidFill>
                  <a:srgbClr val="000000"/>
                </a:solidFill>
                <a:latin typeface="Arial" panose="22635452340000000000" pitchFamily="2"/>
              </a:rPr>
              <a:t>Quarto livello</a:t>
            </a:r>
          </a:p>
          <a:p>
            <a:pPr marL="2103120" marR="0" lvl="4" indent="0" algn="l">
              <a:lnSpc>
                <a:spcPct val="82559"/>
              </a:lnSpc>
              <a:spcAft>
                <a:spcPts val="0"/>
              </a:spcAft>
            </a:pPr>
            <a:r>
              <a:rPr lang="it-IT" sz="2900" b="1" spc="0" smtClean="0">
                <a:solidFill>
                  <a:srgbClr val="000000"/>
                </a:solidFill>
                <a:latin typeface="Arial" panose="22635452340000000000" pitchFamily="2"/>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41_1_">
    <p:spTree>
      <p:nvGrpSpPr>
        <p:cNvPr id="1" name=""/>
        <p:cNvGrpSpPr/>
        <p:nvPr/>
      </p:nvGrpSpPr>
      <p:grpSpPr>
        <a:xfrm>
          <a:off x="0" y="0"/>
          <a:ext cx="0" cy="0"/>
          <a:chOff x="0" y="0"/>
          <a:chExt cx="0" cy="0"/>
        </a:xfrm>
      </p:grpSpPr>
      <p:sp>
        <p:nvSpPr>
          <p:cNvPr id="142" name=" 141"/>
          <p:cNvSpPr>
            <a:spLocks noGrp="1"/>
          </p:cNvSpPr>
          <p:nvPr>
            <p:ph type="body" idx="10"/>
          </p:nvPr>
        </p:nvSpPr>
        <p:spPr>
          <a:xfrm>
            <a:off x="2718904" y="334115"/>
            <a:ext cx="3726550" cy="387113"/>
          </a:xfrm>
          <a:prstGeom prst="rect">
            <a:avLst/>
          </a:prstGeom>
          <a:noFill/>
          <a:ln w="0" cmpd="sng">
            <a:noFill/>
            <a:prstDash val="solid"/>
          </a:ln>
        </p:spPr>
        <p:txBody>
          <a:bodyPr vert="horz" lIns="0" tIns="0" rIns="0" bIns="0" anchor="t"/>
          <a:lstStyle>
            <a:lvl1pPr marL="0" marR="0" indent="0" algn="l">
              <a:lnSpc>
                <a:spcPts val="3068"/>
              </a:lnSpc>
              <a:spcAft>
                <a:spcPts val="0"/>
              </a:spcAft>
              <a:defRPr/>
            </a:lvl1pPr>
          </a:lstStyle>
          <a:p>
            <a:pPr marL="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43" name=" 142"/>
          <p:cNvSpPr>
            <a:spLocks noGrp="1"/>
          </p:cNvSpPr>
          <p:nvPr>
            <p:ph type="body" idx="10"/>
          </p:nvPr>
        </p:nvSpPr>
        <p:spPr>
          <a:xfrm>
            <a:off x="882776" y="6253136"/>
            <a:ext cx="7385235"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44" name=" 143"/>
          <p:cNvSpPr>
            <a:spLocks noGrp="1"/>
          </p:cNvSpPr>
          <p:nvPr>
            <p:ph type="body" idx="10"/>
          </p:nvPr>
        </p:nvSpPr>
        <p:spPr>
          <a:xfrm>
            <a:off x="882776" y="6253136"/>
            <a:ext cx="7385235"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45" name=" 144"/>
          <p:cNvSpPr>
            <a:spLocks noGrp="1"/>
          </p:cNvSpPr>
          <p:nvPr>
            <p:ph type="body" idx="10"/>
          </p:nvPr>
        </p:nvSpPr>
        <p:spPr>
          <a:xfrm>
            <a:off x="883861" y="714315"/>
            <a:ext cx="7427040" cy="5351602"/>
          </a:xfrm>
          <a:prstGeom prst="rect">
            <a:avLst/>
          </a:prstGeom>
          <a:noFill/>
          <a:ln w="12700" cmpd="sng">
            <a:solidFill>
              <a:srgbClr val="000000"/>
            </a:solidFill>
            <a:prstDash val="solid"/>
          </a:ln>
        </p:spPr>
        <p:txBody>
          <a:bodyPr vert="horz" lIns="0" tIns="100184" rIns="0" bIns="0" anchor="t">
            <a:normAutofit fontScale="95000"/>
          </a:bodyPr>
          <a:lstStyle>
            <a:lvl1pPr marL="40074" marR="0" indent="0" algn="l">
              <a:lnSpc>
                <a:spcPct val="95999"/>
              </a:lnSpc>
              <a:spcBef>
                <a:spcPts val="1420"/>
              </a:spcBef>
              <a:spcAft>
                <a:spcPts val="22561"/>
              </a:spcAft>
              <a:defRPr/>
            </a:lvl1pPr>
          </a:lstStyle>
          <a:p>
            <a:pPr marL="45720" marR="0" lvl="0" indent="0" algn="l">
              <a:lnSpc>
                <a:spcPct val="95999"/>
              </a:lnSpc>
              <a:spcAft>
                <a:spcPts val="0"/>
              </a:spcAft>
            </a:pPr>
            <a:r>
              <a:rPr lang="it-IT" sz="2500" b="1" u="sng" spc="0" smtClean="0">
                <a:solidFill>
                  <a:srgbClr val="000000"/>
                </a:solidFill>
                <a:latin typeface="Arial" panose="22635452340000000000" pitchFamily="2"/>
              </a:rPr>
              <a:t>Fare clic per modificare stili del testo dello schema</a:t>
            </a:r>
          </a:p>
          <a:p>
            <a:pPr marL="45720" marR="0" lvl="1" indent="0" algn="l">
              <a:lnSpc>
                <a:spcPct val="95999"/>
              </a:lnSpc>
              <a:spcAft>
                <a:spcPts val="0"/>
              </a:spcAft>
            </a:pPr>
            <a:r>
              <a:rPr lang="it-IT" sz="2500" b="1" u="sng" spc="0" smtClean="0">
                <a:solidFill>
                  <a:srgbClr val="000000"/>
                </a:solidFill>
                <a:latin typeface="Arial" panose="22635452340000000000" pitchFamily="2"/>
              </a:rPr>
              <a:t>Secondo livello</a:t>
            </a:r>
          </a:p>
          <a:p>
            <a:pPr marL="45720" marR="0" lvl="2" indent="0" algn="l">
              <a:lnSpc>
                <a:spcPct val="95999"/>
              </a:lnSpc>
              <a:spcAft>
                <a:spcPts val="0"/>
              </a:spcAft>
            </a:pPr>
            <a:r>
              <a:rPr lang="it-IT" sz="2500" b="1" u="sng" spc="0" smtClean="0">
                <a:solidFill>
                  <a:srgbClr val="000000"/>
                </a:solidFill>
                <a:latin typeface="Arial" panose="22635452340000000000" pitchFamily="2"/>
              </a:rPr>
              <a:t>Terzo livello</a:t>
            </a:r>
          </a:p>
          <a:p>
            <a:pPr marL="45720" marR="0" lvl="3" indent="0" algn="l">
              <a:lnSpc>
                <a:spcPct val="95999"/>
              </a:lnSpc>
              <a:spcAft>
                <a:spcPts val="0"/>
              </a:spcAft>
            </a:pPr>
            <a:r>
              <a:rPr lang="it-IT" sz="2500" b="1" u="sng" spc="0" smtClean="0">
                <a:solidFill>
                  <a:srgbClr val="000000"/>
                </a:solidFill>
                <a:latin typeface="Arial" panose="22635452340000000000" pitchFamily="2"/>
              </a:rPr>
              <a:t>Quarto livello</a:t>
            </a:r>
          </a:p>
          <a:p>
            <a:pPr marL="45720" marR="0" lvl="4" indent="0" algn="l">
              <a:lnSpc>
                <a:spcPct val="95999"/>
              </a:lnSpc>
              <a:spcAft>
                <a:spcPts val="0"/>
              </a:spcAft>
            </a:pPr>
            <a:r>
              <a:rPr lang="it-IT" sz="2500" b="1" u="sng" spc="0" smtClean="0">
                <a:solidFill>
                  <a:srgbClr val="000000"/>
                </a:solidFill>
                <a:latin typeface="Arial" panose="22635452340000000000" pitchFamily="2"/>
              </a:rPr>
              <a:t>Quinto livello</a:t>
            </a:r>
            <a:endParaRPr lang="it-IT" sz="2500" b="1" spc="-18">
              <a:solidFill>
                <a:srgbClr val="000000"/>
              </a:solidFill>
              <a:latin typeface="Arial" panose="22635452340000000000" pitchFamily="2"/>
            </a:endParaRPr>
          </a:p>
        </p:txBody>
      </p:sp>
      <p:sp>
        <p:nvSpPr>
          <p:cNvPr id="146" name=" 145"/>
          <p:cNvSpPr>
            <a:spLocks noGrp="1"/>
          </p:cNvSpPr>
          <p:nvPr>
            <p:ph type="body" idx="10"/>
          </p:nvPr>
        </p:nvSpPr>
        <p:spPr>
          <a:xfrm>
            <a:off x="883861" y="6065917"/>
            <a:ext cx="7427040" cy="187220"/>
          </a:xfrm>
          <a:prstGeom prst="rect">
            <a:avLst/>
          </a:prstGeom>
          <a:noFill/>
          <a:ln w="12700" cmpd="sng">
            <a:solidFill>
              <a:srgbClr val="000000"/>
            </a:solidFill>
            <a:prstDash val="solid"/>
          </a:ln>
        </p:spPr>
        <p:txBody>
          <a:bodyPr vert="horz" lIns="0" tIns="0" rIns="0" bIns="0" anchor="t"/>
          <a:lstStyle>
            <a:lvl1pPr marL="440809" marR="0" indent="0" algn="l">
              <a:lnSpc>
                <a:spcPct val="95999"/>
              </a:lnSpc>
              <a:spcAft>
                <a:spcPts val="0"/>
              </a:spcAft>
              <a:tabLst>
                <a:tab pos="2599774" algn="l"/>
                <a:tab pos="7095250" algn="r"/>
              </a:tabLst>
              <a:defRPr/>
            </a:lvl1pPr>
          </a:lstStyle>
          <a:p>
            <a:pPr marL="502920" marR="0" lvl="0" indent="0" algn="l">
              <a:lnSpc>
                <a:spcPct val="95999"/>
              </a:lnSpc>
              <a:spcAft>
                <a:spcPts val="0"/>
              </a:spcAft>
              <a:tabLst>
                <a:tab pos="2966085" algn="l"/>
                <a:tab pos="8094980" algn="r"/>
              </a:tabLst>
            </a:pPr>
            <a:r>
              <a:rPr lang="it-IT" sz="1200" spc="-18" smtClean="0">
                <a:solidFill>
                  <a:srgbClr val="000000"/>
                </a:solidFill>
                <a:latin typeface="Times New Roman" panose="22635452340000000000" pitchFamily="1"/>
              </a:rPr>
              <a:t>Fare clic per modificare stili del testo dello schema</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42_1_">
    <p:spTree>
      <p:nvGrpSpPr>
        <p:cNvPr id="1" name=""/>
        <p:cNvGrpSpPr/>
        <p:nvPr/>
      </p:nvGrpSpPr>
      <p:grpSpPr>
        <a:xfrm>
          <a:off x="0" y="0"/>
          <a:ext cx="0" cy="0"/>
          <a:chOff x="0" y="0"/>
          <a:chExt cx="0" cy="0"/>
        </a:xfrm>
      </p:grpSpPr>
      <p:sp>
        <p:nvSpPr>
          <p:cNvPr id="149" name=" 148"/>
          <p:cNvSpPr>
            <a:spLocks noGrp="1"/>
          </p:cNvSpPr>
          <p:nvPr>
            <p:ph type="body" idx="10"/>
          </p:nvPr>
        </p:nvSpPr>
        <p:spPr>
          <a:xfrm>
            <a:off x="2718904" y="334115"/>
            <a:ext cx="3726550" cy="387113"/>
          </a:xfrm>
          <a:prstGeom prst="rect">
            <a:avLst/>
          </a:prstGeom>
          <a:noFill/>
          <a:ln w="0" cmpd="sng">
            <a:noFill/>
            <a:prstDash val="solid"/>
          </a:ln>
        </p:spPr>
        <p:txBody>
          <a:bodyPr vert="horz" lIns="0" tIns="0" rIns="0" bIns="0" anchor="t"/>
          <a:lstStyle>
            <a:lvl1pPr marL="0" marR="0" indent="0" algn="l">
              <a:lnSpc>
                <a:spcPts val="3068"/>
              </a:lnSpc>
              <a:spcAft>
                <a:spcPts val="0"/>
              </a:spcAft>
              <a:defRPr/>
            </a:lvl1pPr>
          </a:lstStyle>
          <a:p>
            <a:pPr marL="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50" name=" 149"/>
          <p:cNvSpPr>
            <a:spLocks noGrp="1"/>
          </p:cNvSpPr>
          <p:nvPr>
            <p:ph type="body" idx="10"/>
          </p:nvPr>
        </p:nvSpPr>
        <p:spPr>
          <a:xfrm>
            <a:off x="2718904" y="334115"/>
            <a:ext cx="3726550" cy="387113"/>
          </a:xfrm>
          <a:prstGeom prst="rect">
            <a:avLst/>
          </a:prstGeom>
          <a:noFill/>
          <a:ln w="0" cmpd="sng">
            <a:noFill/>
            <a:prstDash val="solid"/>
          </a:ln>
        </p:spPr>
        <p:txBody>
          <a:bodyPr vert="horz" lIns="0" tIns="0" rIns="0" bIns="0" anchor="t"/>
          <a:lstStyle>
            <a:lvl1pPr marL="0" marR="0" indent="0" algn="l">
              <a:lnSpc>
                <a:spcPts val="3068"/>
              </a:lnSpc>
              <a:spcAft>
                <a:spcPts val="0"/>
              </a:spcAft>
              <a:defRPr/>
            </a:lvl1pPr>
          </a:lstStyle>
          <a:p>
            <a:pPr marL="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51" name=" 150"/>
          <p:cNvSpPr>
            <a:spLocks noGrp="1"/>
          </p:cNvSpPr>
          <p:nvPr>
            <p:ph type="body" idx="10"/>
          </p:nvPr>
        </p:nvSpPr>
        <p:spPr>
          <a:xfrm>
            <a:off x="903949" y="6253136"/>
            <a:ext cx="7384692"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52" name=" 151"/>
          <p:cNvSpPr>
            <a:spLocks noGrp="1"/>
          </p:cNvSpPr>
          <p:nvPr>
            <p:ph type="body" idx="10"/>
          </p:nvPr>
        </p:nvSpPr>
        <p:spPr>
          <a:xfrm>
            <a:off x="882232" y="334115"/>
            <a:ext cx="7427040" cy="5434555"/>
          </a:xfrm>
          <a:prstGeom prst="rect">
            <a:avLst/>
          </a:prstGeom>
          <a:noFill/>
          <a:ln w="0" cmpd="sng">
            <a:noFill/>
            <a:prstDash val="solid"/>
          </a:ln>
        </p:spPr>
        <p:txBody>
          <a:bodyPr vert="horz" lIns="0" tIns="0" rIns="0" bIns="0" anchor="t">
            <a:normAutofit fontScale="95000"/>
          </a:bodyPr>
          <a:lstStyle>
            <a:lvl1pPr marL="0" marR="0" indent="0" algn="ctr">
              <a:lnSpc>
                <a:spcPct val="95999"/>
              </a:lnSpc>
              <a:spcBef>
                <a:spcPts val="1420"/>
              </a:spcBef>
              <a:spcAft>
                <a:spcPts val="631"/>
              </a:spcAft>
              <a:defRPr/>
            </a:lvl1pPr>
          </a:lstStyle>
          <a:p>
            <a:pPr marL="0" marR="0" lvl="0" indent="0" algn="ctr">
              <a:lnSpc>
                <a:spcPct val="82559"/>
              </a:lnSpc>
              <a:spcAft>
                <a:spcPts val="0"/>
              </a:spcAft>
            </a:pPr>
            <a:r>
              <a:rPr lang="it-IT" sz="2900" b="1" spc="0" smtClean="0">
                <a:solidFill>
                  <a:srgbClr val="000000"/>
                </a:solidFill>
                <a:latin typeface="Arial" panose="22635452340000000000" pitchFamily="2"/>
              </a:rPr>
              <a:t>Fare clic per modificare stili del testo dello schema</a:t>
            </a:r>
          </a:p>
          <a:p>
            <a:pPr marL="0" marR="0" lvl="1" indent="0" algn="ctr">
              <a:lnSpc>
                <a:spcPct val="82559"/>
              </a:lnSpc>
              <a:spcAft>
                <a:spcPts val="0"/>
              </a:spcAft>
            </a:pPr>
            <a:r>
              <a:rPr lang="it-IT" sz="2900" b="1" spc="0" smtClean="0">
                <a:solidFill>
                  <a:srgbClr val="000000"/>
                </a:solidFill>
                <a:latin typeface="Arial" panose="22635452340000000000" pitchFamily="2"/>
              </a:rPr>
              <a:t>Secondo livello</a:t>
            </a:r>
          </a:p>
          <a:p>
            <a:pPr marL="0" marR="0" lvl="2" indent="0" algn="ctr">
              <a:lnSpc>
                <a:spcPct val="82559"/>
              </a:lnSpc>
              <a:spcAft>
                <a:spcPts val="0"/>
              </a:spcAft>
            </a:pPr>
            <a:r>
              <a:rPr lang="it-IT" sz="2900" b="1" spc="0" smtClean="0">
                <a:solidFill>
                  <a:srgbClr val="000000"/>
                </a:solidFill>
                <a:latin typeface="Arial" panose="22635452340000000000" pitchFamily="2"/>
              </a:rPr>
              <a:t>Terzo livello</a:t>
            </a:r>
          </a:p>
          <a:p>
            <a:pPr marL="0" marR="0" lvl="3" indent="0" algn="ctr">
              <a:lnSpc>
                <a:spcPct val="82559"/>
              </a:lnSpc>
              <a:spcAft>
                <a:spcPts val="0"/>
              </a:spcAft>
            </a:pPr>
            <a:r>
              <a:rPr lang="it-IT" sz="2900" b="1" spc="0" smtClean="0">
                <a:solidFill>
                  <a:srgbClr val="000000"/>
                </a:solidFill>
                <a:latin typeface="Arial" panose="22635452340000000000" pitchFamily="2"/>
              </a:rPr>
              <a:t>Quarto livello</a:t>
            </a:r>
          </a:p>
          <a:p>
            <a:pPr marL="0" marR="0" lvl="4" indent="0" algn="ctr">
              <a:lnSpc>
                <a:spcPct val="82559"/>
              </a:lnSpc>
              <a:spcAft>
                <a:spcPts val="0"/>
              </a:spcAft>
            </a:pPr>
            <a:r>
              <a:rPr lang="it-IT" sz="2900" b="1" spc="0" smtClean="0">
                <a:solidFill>
                  <a:srgbClr val="000000"/>
                </a:solidFill>
                <a:latin typeface="Arial" panose="22635452340000000000" pitchFamily="2"/>
              </a:rPr>
              <a:t>Quinto livello</a:t>
            </a:r>
            <a:endParaRPr lang="it-IT" sz="2500" spc="9">
              <a:solidFill>
                <a:srgbClr val="000000"/>
              </a:solidFill>
              <a:latin typeface="Arial" panose="22635452340000000000" pitchFamily="2"/>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43_1_">
    <p:spTree>
      <p:nvGrpSpPr>
        <p:cNvPr id="1" name=""/>
        <p:cNvGrpSpPr/>
        <p:nvPr/>
      </p:nvGrpSpPr>
      <p:grpSpPr>
        <a:xfrm>
          <a:off x="0" y="0"/>
          <a:ext cx="0" cy="0"/>
          <a:chOff x="0" y="0"/>
          <a:chExt cx="0" cy="0"/>
        </a:xfrm>
      </p:grpSpPr>
      <p:sp>
        <p:nvSpPr>
          <p:cNvPr id="169" name=" 168"/>
          <p:cNvSpPr>
            <a:spLocks noGrp="1"/>
          </p:cNvSpPr>
          <p:nvPr>
            <p:ph type="body" idx="10"/>
          </p:nvPr>
        </p:nvSpPr>
        <p:spPr>
          <a:xfrm>
            <a:off x="903949" y="6253136"/>
            <a:ext cx="7384692"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70" name=" 169"/>
          <p:cNvSpPr>
            <a:spLocks noGrp="1"/>
          </p:cNvSpPr>
          <p:nvPr>
            <p:ph type="body" idx="10"/>
          </p:nvPr>
        </p:nvSpPr>
        <p:spPr>
          <a:xfrm>
            <a:off x="883318" y="334115"/>
            <a:ext cx="7427040" cy="1781179"/>
          </a:xfrm>
          <a:prstGeom prst="rect">
            <a:avLst/>
          </a:prstGeom>
          <a:noFill/>
          <a:ln w="0" cmpd="sng">
            <a:noFill/>
            <a:prstDash val="solid"/>
          </a:ln>
        </p:spPr>
        <p:txBody>
          <a:bodyPr vert="horz" lIns="0" tIns="0" rIns="0" bIns="0" anchor="t"/>
          <a:lstStyle>
            <a:lvl1pPr marL="0" marR="0" indent="0" algn="l">
              <a:lnSpc>
                <a:spcPct val="95999"/>
              </a:lnSpc>
              <a:spcBef>
                <a:spcPts val="158"/>
              </a:spcBef>
              <a:spcAft>
                <a:spcPts val="0"/>
              </a:spcAft>
              <a:defRPr/>
            </a:lvl1pPr>
          </a:lstStyle>
          <a:p>
            <a:pPr marL="0" marR="0" lvl="0" indent="0" algn="ctr">
              <a:lnSpc>
                <a:spcPct val="82559"/>
              </a:lnSpc>
              <a:spcAft>
                <a:spcPts val="0"/>
              </a:spcAft>
            </a:pPr>
            <a:r>
              <a:rPr lang="it-IT" sz="2900" b="1" spc="-75" smtClean="0">
                <a:solidFill>
                  <a:srgbClr val="000000"/>
                </a:solidFill>
                <a:latin typeface="Arial" panose="22635452340000000000" pitchFamily="2"/>
              </a:rPr>
              <a:t>Fare clic per modificare stili del testo dello schema</a:t>
            </a:r>
          </a:p>
          <a:p>
            <a:pPr marL="0" marR="0" lvl="1" indent="0" algn="ctr">
              <a:lnSpc>
                <a:spcPct val="82559"/>
              </a:lnSpc>
              <a:spcAft>
                <a:spcPts val="0"/>
              </a:spcAft>
            </a:pPr>
            <a:r>
              <a:rPr lang="it-IT" sz="2900" b="1" spc="-75" smtClean="0">
                <a:solidFill>
                  <a:srgbClr val="000000"/>
                </a:solidFill>
                <a:latin typeface="Arial" panose="22635452340000000000" pitchFamily="2"/>
              </a:rPr>
              <a:t>Secondo livello</a:t>
            </a:r>
          </a:p>
          <a:p>
            <a:pPr marL="0" marR="0" lvl="2" indent="0" algn="ctr">
              <a:lnSpc>
                <a:spcPct val="82559"/>
              </a:lnSpc>
              <a:spcAft>
                <a:spcPts val="0"/>
              </a:spcAft>
            </a:pPr>
            <a:r>
              <a:rPr lang="it-IT" sz="2900" b="1" spc="-75" smtClean="0">
                <a:solidFill>
                  <a:srgbClr val="000000"/>
                </a:solidFill>
                <a:latin typeface="Arial" panose="22635452340000000000" pitchFamily="2"/>
              </a:rPr>
              <a:t>Terzo livello</a:t>
            </a:r>
          </a:p>
          <a:p>
            <a:pPr marL="0" marR="0" lvl="3" indent="0" algn="ctr">
              <a:lnSpc>
                <a:spcPct val="82559"/>
              </a:lnSpc>
              <a:spcAft>
                <a:spcPts val="0"/>
              </a:spcAft>
            </a:pPr>
            <a:r>
              <a:rPr lang="it-IT" sz="2900" b="1" spc="-75" smtClean="0">
                <a:solidFill>
                  <a:srgbClr val="000000"/>
                </a:solidFill>
                <a:latin typeface="Arial" panose="22635452340000000000" pitchFamily="2"/>
              </a:rPr>
              <a:t>Quarto livello</a:t>
            </a:r>
          </a:p>
        </p:txBody>
      </p:sp>
      <p:sp>
        <p:nvSpPr>
          <p:cNvPr id="171" name=" 170"/>
          <p:cNvSpPr>
            <a:spLocks noGrp="1"/>
          </p:cNvSpPr>
          <p:nvPr>
            <p:ph type="body" idx="10"/>
          </p:nvPr>
        </p:nvSpPr>
        <p:spPr>
          <a:xfrm>
            <a:off x="2468079" y="2115294"/>
            <a:ext cx="5842279" cy="1957454"/>
          </a:xfrm>
          <a:prstGeom prst="rect">
            <a:avLst/>
          </a:prstGeom>
          <a:noFill/>
          <a:ln w="0" cmpd="sng">
            <a:noFill/>
            <a:prstDash val="solid"/>
          </a:ln>
        </p:spPr>
        <p:txBody>
          <a:bodyPr vert="horz" lIns="0" tIns="200368" rIns="0" bIns="0" anchor="t"/>
          <a:lstStyle>
            <a:lvl1pPr marL="0" marR="0" indent="0" algn="l">
              <a:lnSpc>
                <a:spcPct val="95999"/>
              </a:lnSpc>
              <a:spcBef>
                <a:spcPts val="1420"/>
              </a:spcBef>
              <a:spcAft>
                <a:spcPts val="5837"/>
              </a:spcAft>
              <a:defRPr/>
            </a:lvl1pPr>
          </a:lstStyle>
          <a:p>
            <a:pPr marL="0" marR="0" lvl="0" indent="0" algn="l">
              <a:lnSpc>
                <a:spcPct val="95999"/>
              </a:lnSpc>
              <a:spcAft>
                <a:spcPts val="0"/>
              </a:spcAft>
            </a:pPr>
            <a:r>
              <a:rPr lang="it-IT" sz="2500" spc="-22" smtClean="0">
                <a:solidFill>
                  <a:srgbClr val="000000"/>
                </a:solidFill>
                <a:latin typeface="Arial" panose="22635452340000000000" pitchFamily="2"/>
              </a:rPr>
              <a:t>Fare clic per modificare stili del testo dello schema</a:t>
            </a:r>
          </a:p>
          <a:p>
            <a:pPr marL="0" marR="0" lvl="1" indent="0" algn="l">
              <a:lnSpc>
                <a:spcPct val="95999"/>
              </a:lnSpc>
              <a:spcAft>
                <a:spcPts val="0"/>
              </a:spcAft>
            </a:pPr>
            <a:r>
              <a:rPr lang="it-IT" sz="2500" spc="-22" smtClean="0">
                <a:solidFill>
                  <a:srgbClr val="000000"/>
                </a:solidFill>
                <a:latin typeface="Arial" panose="22635452340000000000" pitchFamily="2"/>
              </a:rPr>
              <a:t>Secondo livello</a:t>
            </a:r>
          </a:p>
        </p:txBody>
      </p:sp>
      <p:sp>
        <p:nvSpPr>
          <p:cNvPr id="176" name=" 175"/>
          <p:cNvSpPr>
            <a:spLocks noGrp="1"/>
          </p:cNvSpPr>
          <p:nvPr>
            <p:ph type="body" idx="10"/>
          </p:nvPr>
        </p:nvSpPr>
        <p:spPr>
          <a:xfrm>
            <a:off x="883318" y="6065917"/>
            <a:ext cx="7427040" cy="187220"/>
          </a:xfrm>
          <a:prstGeom prst="rect">
            <a:avLst/>
          </a:prstGeom>
          <a:noFill/>
          <a:ln w="12700" cmpd="sng">
            <a:solidFill>
              <a:srgbClr val="000000"/>
            </a:solidFill>
            <a:prstDash val="solid"/>
          </a:ln>
        </p:spPr>
        <p:txBody>
          <a:bodyPr vert="horz" lIns="0" tIns="0" rIns="0" bIns="0" anchor="t"/>
          <a:lstStyle>
            <a:lvl1pPr marL="440809" marR="0" indent="0" algn="l">
              <a:lnSpc>
                <a:spcPct val="95999"/>
              </a:lnSpc>
              <a:spcAft>
                <a:spcPts val="0"/>
              </a:spcAft>
              <a:tabLst>
                <a:tab pos="2599774" algn="l"/>
                <a:tab pos="7103599" algn="r"/>
              </a:tabLst>
              <a:defRPr/>
            </a:lvl1pPr>
          </a:lstStyle>
          <a:p>
            <a:pPr marL="502920" marR="0" lvl="0" indent="0" algn="l">
              <a:lnSpc>
                <a:spcPct val="95999"/>
              </a:lnSpc>
              <a:spcAft>
                <a:spcPts val="0"/>
              </a:spcAft>
              <a:tabLst>
                <a:tab pos="2966085" algn="l"/>
                <a:tab pos="8104505" algn="r"/>
              </a:tabLst>
            </a:pPr>
            <a:r>
              <a:rPr lang="it-IT" sz="1200" spc="-44" smtClean="0">
                <a:solidFill>
                  <a:srgbClr val="000000"/>
                </a:solidFill>
                <a:latin typeface="Times New Roman" panose="22635452340000000000" pitchFamily="1"/>
              </a:rPr>
              <a:t>Fare clic per modificare stili del testo dello schema</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4_1_">
    <p:spTree>
      <p:nvGrpSpPr>
        <p:cNvPr id="1" name=""/>
        <p:cNvGrpSpPr/>
        <p:nvPr/>
      </p:nvGrpSpPr>
      <p:grpSpPr>
        <a:xfrm>
          <a:off x="0" y="0"/>
          <a:ext cx="0" cy="0"/>
          <a:chOff x="0" y="0"/>
          <a:chExt cx="0" cy="0"/>
        </a:xfrm>
      </p:grpSpPr>
      <p:sp>
        <p:nvSpPr>
          <p:cNvPr id="183" name=" 182"/>
          <p:cNvSpPr>
            <a:spLocks noGrp="1"/>
          </p:cNvSpPr>
          <p:nvPr>
            <p:ph type="body" idx="10"/>
          </p:nvPr>
        </p:nvSpPr>
        <p:spPr>
          <a:xfrm>
            <a:off x="903406" y="334116"/>
            <a:ext cx="7387407" cy="316257"/>
          </a:xfrm>
          <a:prstGeom prst="rect">
            <a:avLst/>
          </a:prstGeom>
          <a:noFill/>
          <a:ln w="0" cmpd="sng">
            <a:noFill/>
            <a:prstDash val="solid"/>
          </a:ln>
        </p:spPr>
        <p:txBody>
          <a:bodyPr vert="horz" lIns="0" tIns="0" rIns="0" bIns="0" anchor="t">
            <a:normAutofit fontScale="95000"/>
          </a:bodyPr>
          <a:lstStyle>
            <a:lvl1pPr marL="2845224" marR="0" indent="0" algn="l">
              <a:lnSpc>
                <a:spcPts val="3068"/>
              </a:lnSpc>
              <a:spcAft>
                <a:spcPts val="0"/>
              </a:spcAft>
              <a:defRPr/>
            </a:lvl1pPr>
          </a:lstStyle>
          <a:p>
            <a:pPr marL="324612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84" name=" 183"/>
          <p:cNvSpPr>
            <a:spLocks noGrp="1"/>
          </p:cNvSpPr>
          <p:nvPr>
            <p:ph type="body" idx="10"/>
          </p:nvPr>
        </p:nvSpPr>
        <p:spPr>
          <a:xfrm>
            <a:off x="903406" y="334116"/>
            <a:ext cx="7387407" cy="316257"/>
          </a:xfrm>
          <a:prstGeom prst="rect">
            <a:avLst/>
          </a:prstGeom>
          <a:noFill/>
          <a:ln w="0" cmpd="sng">
            <a:noFill/>
            <a:prstDash val="solid"/>
          </a:ln>
        </p:spPr>
        <p:txBody>
          <a:bodyPr vert="horz" lIns="0" tIns="0" rIns="0" bIns="0" anchor="t">
            <a:normAutofit fontScale="95000"/>
          </a:bodyPr>
          <a:lstStyle>
            <a:lvl1pPr marL="2845224" marR="0" indent="0" algn="l">
              <a:lnSpc>
                <a:spcPts val="3068"/>
              </a:lnSpc>
              <a:spcAft>
                <a:spcPts val="0"/>
              </a:spcAft>
              <a:defRPr/>
            </a:lvl1pPr>
          </a:lstStyle>
          <a:p>
            <a:pPr marL="324612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85" name=" 184"/>
          <p:cNvSpPr>
            <a:spLocks noGrp="1"/>
          </p:cNvSpPr>
          <p:nvPr>
            <p:ph type="body" idx="10"/>
          </p:nvPr>
        </p:nvSpPr>
        <p:spPr>
          <a:xfrm>
            <a:off x="903406" y="334116"/>
            <a:ext cx="7387407" cy="316257"/>
          </a:xfrm>
          <a:prstGeom prst="rect">
            <a:avLst/>
          </a:prstGeom>
          <a:noFill/>
          <a:ln w="0" cmpd="sng">
            <a:noFill/>
            <a:prstDash val="solid"/>
          </a:ln>
        </p:spPr>
        <p:txBody>
          <a:bodyPr vert="horz" lIns="0" tIns="0" rIns="0" bIns="0" anchor="t">
            <a:normAutofit fontScale="95000"/>
          </a:bodyPr>
          <a:lstStyle>
            <a:lvl1pPr marL="2845224" marR="0" indent="0" algn="l">
              <a:lnSpc>
                <a:spcPts val="3068"/>
              </a:lnSpc>
              <a:spcAft>
                <a:spcPts val="0"/>
              </a:spcAft>
              <a:defRPr/>
            </a:lvl1pPr>
          </a:lstStyle>
          <a:p>
            <a:pPr marL="324612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86" name=" 185"/>
          <p:cNvSpPr>
            <a:spLocks noGrp="1"/>
          </p:cNvSpPr>
          <p:nvPr>
            <p:ph type="body" idx="10"/>
          </p:nvPr>
        </p:nvSpPr>
        <p:spPr>
          <a:xfrm>
            <a:off x="903406" y="6253136"/>
            <a:ext cx="7387407"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87" name=" 186"/>
          <p:cNvSpPr>
            <a:spLocks noGrp="1"/>
          </p:cNvSpPr>
          <p:nvPr>
            <p:ph type="body" idx="10"/>
          </p:nvPr>
        </p:nvSpPr>
        <p:spPr>
          <a:xfrm>
            <a:off x="883861" y="714315"/>
            <a:ext cx="7427040" cy="5357939"/>
          </a:xfrm>
          <a:prstGeom prst="rect">
            <a:avLst/>
          </a:prstGeom>
          <a:noFill/>
          <a:ln w="12700" cmpd="sng">
            <a:solidFill>
              <a:srgbClr val="000000"/>
            </a:solidFill>
            <a:prstDash val="solid"/>
          </a:ln>
        </p:spPr>
        <p:txBody>
          <a:bodyPr vert="horz" lIns="0" tIns="120221" rIns="0" bIns="0" anchor="t"/>
          <a:lstStyle>
            <a:lvl1pPr marL="0" marR="0" indent="0" algn="ctr">
              <a:lnSpc>
                <a:spcPct val="82559"/>
              </a:lnSpc>
              <a:spcBef>
                <a:spcPts val="158"/>
              </a:spcBef>
              <a:spcAft>
                <a:spcPts val="316"/>
              </a:spcAft>
              <a:buFont typeface="Arial"/>
              <a:buAutoNum type="arabicPeriod"/>
              <a:defRPr/>
            </a:lvl1pPr>
          </a:lstStyle>
          <a:p>
            <a:pPr marL="0" marR="0" lvl="0" indent="0" algn="ctr">
              <a:lnSpc>
                <a:spcPct val="95999"/>
              </a:lnSpc>
              <a:spcAft>
                <a:spcPts val="0"/>
              </a:spcAft>
            </a:pPr>
            <a:r>
              <a:rPr lang="it-IT" sz="2300" spc="127" smtClean="0">
                <a:solidFill>
                  <a:srgbClr val="000000"/>
                </a:solidFill>
                <a:latin typeface="Arial" panose="22635452340000000000" pitchFamily="2"/>
              </a:rPr>
              <a:t>Fare clic per modificare stili del testo dello schema</a:t>
            </a:r>
          </a:p>
          <a:p>
            <a:pPr marL="0" marR="0" lvl="1" indent="0" algn="ctr">
              <a:lnSpc>
                <a:spcPct val="95999"/>
              </a:lnSpc>
              <a:spcAft>
                <a:spcPts val="0"/>
              </a:spcAft>
            </a:pPr>
            <a:r>
              <a:rPr lang="it-IT" sz="2300" spc="127" smtClean="0">
                <a:solidFill>
                  <a:srgbClr val="000000"/>
                </a:solidFill>
                <a:latin typeface="Arial" panose="22635452340000000000" pitchFamily="2"/>
              </a:rPr>
              <a:t>Secondo livello</a:t>
            </a:r>
          </a:p>
          <a:p>
            <a:pPr marL="0" marR="0" lvl="2" indent="0" algn="ctr">
              <a:lnSpc>
                <a:spcPct val="95999"/>
              </a:lnSpc>
              <a:spcAft>
                <a:spcPts val="0"/>
              </a:spcAft>
            </a:pPr>
            <a:r>
              <a:rPr lang="it-IT" sz="2300" spc="127" smtClean="0">
                <a:solidFill>
                  <a:srgbClr val="000000"/>
                </a:solidFill>
                <a:latin typeface="Arial" panose="22635452340000000000" pitchFamily="2"/>
              </a:rPr>
              <a:t>Terzo livello</a:t>
            </a:r>
          </a:p>
          <a:p>
            <a:pPr marL="0" marR="0" lvl="3" indent="0" algn="ctr">
              <a:lnSpc>
                <a:spcPct val="95999"/>
              </a:lnSpc>
              <a:spcAft>
                <a:spcPts val="0"/>
              </a:spcAft>
            </a:pPr>
            <a:r>
              <a:rPr lang="it-IT" sz="2300" spc="127" smtClean="0">
                <a:solidFill>
                  <a:srgbClr val="000000"/>
                </a:solidFill>
                <a:latin typeface="Arial" panose="22635452340000000000" pitchFamily="2"/>
              </a:rPr>
              <a:t>Quarto livello</a:t>
            </a:r>
          </a:p>
          <a:p>
            <a:pPr marL="0" marR="0" lvl="4" indent="0" algn="ctr">
              <a:lnSpc>
                <a:spcPct val="95999"/>
              </a:lnSpc>
              <a:spcAft>
                <a:spcPts val="0"/>
              </a:spcAft>
            </a:pPr>
            <a:r>
              <a:rPr lang="it-IT" sz="2300" spc="127" smtClean="0">
                <a:solidFill>
                  <a:srgbClr val="000000"/>
                </a:solidFill>
                <a:latin typeface="Arial" panose="22635452340000000000" pitchFamily="2"/>
              </a:rPr>
              <a:t>Quinto livello</a:t>
            </a:r>
            <a:endParaRPr lang="it-IT" sz="2300" spc="92">
              <a:solidFill>
                <a:srgbClr val="000000"/>
              </a:solidFill>
              <a:latin typeface="Arial" panose="22635452340000000000" pitchFamily="2"/>
            </a:endParaRPr>
          </a:p>
        </p:txBody>
      </p:sp>
      <p:sp>
        <p:nvSpPr>
          <p:cNvPr id="188" name=" 187"/>
          <p:cNvSpPr>
            <a:spLocks noGrp="1"/>
          </p:cNvSpPr>
          <p:nvPr>
            <p:ph type="body" idx="10"/>
          </p:nvPr>
        </p:nvSpPr>
        <p:spPr>
          <a:xfrm>
            <a:off x="883861" y="6072254"/>
            <a:ext cx="6303211" cy="425709"/>
          </a:xfrm>
          <a:prstGeom prst="rect">
            <a:avLst/>
          </a:prstGeom>
          <a:noFill/>
          <a:ln w="0" cmpd="sng">
            <a:noFill/>
            <a:prstDash val="solid"/>
          </a:ln>
        </p:spPr>
        <p:txBody>
          <a:bodyPr vert="horz" lIns="0" tIns="0" rIns="0" bIns="0" anchor="t"/>
          <a:lstStyle>
            <a:lvl1pPr marL="3366181" marR="0" indent="0" algn="l">
              <a:lnSpc>
                <a:spcPts val="351"/>
              </a:lnSpc>
              <a:spcBef>
                <a:spcPts val="0"/>
              </a:spcBef>
              <a:spcAft>
                <a:spcPts val="473"/>
              </a:spcAft>
              <a:tabLst>
                <a:tab pos="4957992" algn="r"/>
              </a:tabLst>
              <a:defRPr/>
            </a:lvl1pPr>
          </a:lstStyle>
          <a:p>
            <a:pPr marL="502920" marR="0" lvl="0" indent="0" algn="l">
              <a:lnSpc>
                <a:spcPts val="1000"/>
              </a:lnSpc>
              <a:spcAft>
                <a:spcPts val="0"/>
              </a:spcAft>
              <a:tabLst>
                <a:tab pos="5656580" algn="r"/>
              </a:tabLst>
            </a:pPr>
            <a:r>
              <a:rPr lang="it-IT" sz="1200" spc="-44" smtClean="0">
                <a:solidFill>
                  <a:srgbClr val="000000"/>
                </a:solidFill>
                <a:latin typeface="Times New Roman" panose="22635452340000000000" pitchFamily="1"/>
              </a:rPr>
              <a:t>Fare clic per modificare stili del testo dello schema</a:t>
            </a:r>
          </a:p>
          <a:p>
            <a:pPr marL="502920" marR="0" lvl="1" indent="0" algn="l">
              <a:lnSpc>
                <a:spcPts val="1000"/>
              </a:lnSpc>
              <a:spcAft>
                <a:spcPts val="0"/>
              </a:spcAft>
              <a:tabLst>
                <a:tab pos="5656580" algn="r"/>
              </a:tabLst>
            </a:pPr>
            <a:r>
              <a:rPr lang="it-IT" sz="1200" spc="-44" smtClean="0">
                <a:solidFill>
                  <a:srgbClr val="000000"/>
                </a:solidFill>
                <a:latin typeface="Times New Roman" panose="22635452340000000000" pitchFamily="1"/>
              </a:rPr>
              <a:t>Secondo livello</a:t>
            </a:r>
          </a:p>
          <a:p>
            <a:pPr marL="502920" marR="0" lvl="2" indent="0" algn="l">
              <a:lnSpc>
                <a:spcPts val="1000"/>
              </a:lnSpc>
              <a:spcAft>
                <a:spcPts val="0"/>
              </a:spcAft>
              <a:tabLst>
                <a:tab pos="5656580" algn="r"/>
              </a:tabLst>
            </a:pPr>
            <a:r>
              <a:rPr lang="it-IT" sz="1200" spc="-44" smtClean="0">
                <a:solidFill>
                  <a:srgbClr val="000000"/>
                </a:solidFill>
                <a:latin typeface="Times New Roman" panose="22635452340000000000" pitchFamily="1"/>
              </a:rPr>
              <a:t>Terzo livello</a:t>
            </a:r>
          </a:p>
        </p:txBody>
      </p:sp>
      <p:sp>
        <p:nvSpPr>
          <p:cNvPr id="189" name=" 188"/>
          <p:cNvSpPr>
            <a:spLocks noGrp="1"/>
          </p:cNvSpPr>
          <p:nvPr>
            <p:ph type="body" idx="10"/>
          </p:nvPr>
        </p:nvSpPr>
        <p:spPr>
          <a:xfrm>
            <a:off x="7187073" y="6072254"/>
            <a:ext cx="1123828" cy="369255"/>
          </a:xfrm>
          <a:prstGeom prst="rect">
            <a:avLst/>
          </a:prstGeom>
          <a:noFill/>
          <a:ln w="0" cmpd="sng">
            <a:noFill/>
            <a:prstDash val="solid"/>
          </a:ln>
        </p:spPr>
        <p:txBody>
          <a:bodyPr vert="horz" lIns="0" tIns="0" rIns="0" bIns="0" anchor="t"/>
          <a:lstStyle>
            <a:lvl1pPr marL="0" marR="0" indent="0" algn="ctr">
              <a:lnSpc>
                <a:spcPct val="76799"/>
              </a:lnSpc>
              <a:spcAft>
                <a:spcPts val="1262"/>
              </a:spcAft>
              <a:defRPr/>
            </a:lvl1pPr>
          </a:lstStyle>
          <a:p>
            <a:pPr marL="0" marR="0" lvl="0" indent="0" algn="ctr">
              <a:lnSpc>
                <a:spcPct val="76799"/>
              </a:lnSpc>
              <a:spcAft>
                <a:spcPts val="1440"/>
              </a:spcAft>
            </a:pPr>
            <a:r>
              <a:rPr lang="it-IT" sz="1200" spc="0" smtClean="0">
                <a:solidFill>
                  <a:srgbClr val="000000"/>
                </a:solidFill>
                <a:latin typeface="Times New Roman" panose="22635452340000000000" pitchFamily="1"/>
              </a:rPr>
              <a:t>Fare clic per modificare stili del testo dello schema</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45_1_">
    <p:spTree>
      <p:nvGrpSpPr>
        <p:cNvPr id="1" name=""/>
        <p:cNvGrpSpPr/>
        <p:nvPr/>
      </p:nvGrpSpPr>
      <p:grpSpPr>
        <a:xfrm>
          <a:off x="0" y="0"/>
          <a:ext cx="0" cy="0"/>
          <a:chOff x="0" y="0"/>
          <a:chExt cx="0" cy="0"/>
        </a:xfrm>
      </p:grpSpPr>
      <p:sp>
        <p:nvSpPr>
          <p:cNvPr id="192" name=" 191"/>
          <p:cNvSpPr>
            <a:spLocks noGrp="1"/>
          </p:cNvSpPr>
          <p:nvPr>
            <p:ph type="body" idx="10"/>
          </p:nvPr>
        </p:nvSpPr>
        <p:spPr>
          <a:xfrm>
            <a:off x="903406" y="334116"/>
            <a:ext cx="7387407" cy="316257"/>
          </a:xfrm>
          <a:prstGeom prst="rect">
            <a:avLst/>
          </a:prstGeom>
          <a:noFill/>
          <a:ln w="0" cmpd="sng">
            <a:noFill/>
            <a:prstDash val="solid"/>
          </a:ln>
        </p:spPr>
        <p:txBody>
          <a:bodyPr vert="horz" lIns="0" tIns="0" rIns="0" bIns="0" anchor="t">
            <a:normAutofit fontScale="95000"/>
          </a:bodyPr>
          <a:lstStyle>
            <a:lvl1pPr marL="2845224" marR="0" indent="0" algn="l">
              <a:lnSpc>
                <a:spcPts val="3068"/>
              </a:lnSpc>
              <a:spcAft>
                <a:spcPts val="0"/>
              </a:spcAft>
              <a:defRPr/>
            </a:lvl1pPr>
          </a:lstStyle>
          <a:p>
            <a:pPr marL="324612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93" name=" 192"/>
          <p:cNvSpPr>
            <a:spLocks noGrp="1"/>
          </p:cNvSpPr>
          <p:nvPr>
            <p:ph type="body" idx="10"/>
          </p:nvPr>
        </p:nvSpPr>
        <p:spPr>
          <a:xfrm>
            <a:off x="903406" y="334116"/>
            <a:ext cx="7387407" cy="316257"/>
          </a:xfrm>
          <a:prstGeom prst="rect">
            <a:avLst/>
          </a:prstGeom>
          <a:noFill/>
          <a:ln w="0" cmpd="sng">
            <a:noFill/>
            <a:prstDash val="solid"/>
          </a:ln>
        </p:spPr>
        <p:txBody>
          <a:bodyPr vert="horz" lIns="0" tIns="0" rIns="0" bIns="0" anchor="t">
            <a:normAutofit fontScale="95000"/>
          </a:bodyPr>
          <a:lstStyle>
            <a:lvl1pPr marL="2845224" marR="0" indent="0" algn="l">
              <a:lnSpc>
                <a:spcPts val="3068"/>
              </a:lnSpc>
              <a:spcAft>
                <a:spcPts val="0"/>
              </a:spcAft>
              <a:defRPr/>
            </a:lvl1pPr>
          </a:lstStyle>
          <a:p>
            <a:pPr marL="3246120" marR="0" lvl="0" indent="0" algn="l">
              <a:lnSpc>
                <a:spcPts val="3500"/>
              </a:lnSpc>
              <a:spcAft>
                <a:spcPts val="0"/>
              </a:spcAft>
            </a:pPr>
            <a:r>
              <a:rPr lang="it-IT" sz="2900" b="1" spc="0" smtClean="0">
                <a:solidFill>
                  <a:srgbClr val="000000"/>
                </a:solidFill>
                <a:latin typeface="Arial" panose="22635452340000000000" pitchFamily="2"/>
              </a:rPr>
              <a:t>Fare clic per modificare stili del testo dello schema</a:t>
            </a:r>
          </a:p>
        </p:txBody>
      </p:sp>
      <p:sp>
        <p:nvSpPr>
          <p:cNvPr id="194" name=" 193"/>
          <p:cNvSpPr>
            <a:spLocks noGrp="1"/>
          </p:cNvSpPr>
          <p:nvPr>
            <p:ph type="body" idx="10"/>
          </p:nvPr>
        </p:nvSpPr>
        <p:spPr>
          <a:xfrm>
            <a:off x="903406" y="6253136"/>
            <a:ext cx="7387407" cy="157841"/>
          </a:xfrm>
          <a:prstGeom prst="rect">
            <a:avLst/>
          </a:prstGeom>
          <a:noFill/>
          <a:ln w="0" cmpd="sng">
            <a:noFill/>
            <a:prstDash val="solid"/>
          </a:ln>
        </p:spPr>
        <p:txBody>
          <a:bodyPr vert="horz" lIns="0" tIns="0" rIns="0" bIns="0" anchor="t"/>
          <a:lstStyle>
            <a:lvl1pPr marL="3326107" marR="0" indent="0" algn="l">
              <a:lnSpc>
                <a:spcPct val="95999"/>
              </a:lnSpc>
              <a:spcAft>
                <a:spcPts val="0"/>
              </a:spcAft>
              <a:defRPr/>
            </a:lvl1pPr>
          </a:lstStyle>
          <a:p>
            <a:pPr marL="37947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195" name=" 194"/>
          <p:cNvSpPr>
            <a:spLocks noGrp="1"/>
          </p:cNvSpPr>
          <p:nvPr>
            <p:ph type="body" idx="10"/>
          </p:nvPr>
        </p:nvSpPr>
        <p:spPr>
          <a:xfrm>
            <a:off x="882232" y="650372"/>
            <a:ext cx="7427040" cy="5602764"/>
          </a:xfrm>
          <a:prstGeom prst="rect">
            <a:avLst/>
          </a:prstGeom>
          <a:noFill/>
          <a:ln w="12700" cmpd="sng">
            <a:solidFill>
              <a:srgbClr val="000000"/>
            </a:solidFill>
            <a:prstDash val="solid"/>
          </a:ln>
        </p:spPr>
        <p:txBody>
          <a:bodyPr vert="horz" lIns="0" tIns="320589" rIns="0" bIns="0" anchor="t"/>
          <a:lstStyle>
            <a:lvl1pPr marL="440809" marR="0" indent="0" algn="l">
              <a:lnSpc>
                <a:spcPct val="95999"/>
              </a:lnSpc>
              <a:spcBef>
                <a:spcPts val="2209"/>
              </a:spcBef>
              <a:spcAft>
                <a:spcPts val="0"/>
              </a:spcAft>
              <a:tabLst>
                <a:tab pos="2604783" algn="l"/>
                <a:tab pos="7102485" algn="r"/>
              </a:tabLst>
              <a:defRPr/>
            </a:lvl1pPr>
          </a:lstStyle>
          <a:p>
            <a:pPr marL="0" marR="0" lvl="0" indent="0" algn="ctr">
              <a:lnSpc>
                <a:spcPts val="1700"/>
              </a:lnSpc>
              <a:spcAft>
                <a:spcPts val="0"/>
              </a:spcAft>
            </a:pPr>
            <a:r>
              <a:rPr lang="it-IT" sz="2300" spc="0" smtClean="0">
                <a:solidFill>
                  <a:srgbClr val="000000"/>
                </a:solidFill>
                <a:latin typeface="Arial" panose="22635452340000000000" pitchFamily="2"/>
              </a:rPr>
              <a:t>Fare clic per modificare stili del testo dello schema</a:t>
            </a:r>
          </a:p>
          <a:p>
            <a:pPr marL="0" marR="0" lvl="1" indent="0" algn="ctr">
              <a:lnSpc>
                <a:spcPts val="1700"/>
              </a:lnSpc>
              <a:spcAft>
                <a:spcPts val="0"/>
              </a:spcAft>
            </a:pPr>
            <a:r>
              <a:rPr lang="it-IT" sz="2300" spc="0" smtClean="0">
                <a:solidFill>
                  <a:srgbClr val="000000"/>
                </a:solidFill>
                <a:latin typeface="Arial" panose="22635452340000000000" pitchFamily="2"/>
              </a:rPr>
              <a:t>Secondo livello</a:t>
            </a:r>
          </a:p>
          <a:p>
            <a:pPr marL="0" marR="0" lvl="2" indent="0" algn="ctr">
              <a:lnSpc>
                <a:spcPts val="1700"/>
              </a:lnSpc>
              <a:spcAft>
                <a:spcPts val="0"/>
              </a:spcAft>
            </a:pPr>
            <a:r>
              <a:rPr lang="it-IT" sz="2300" spc="0" smtClean="0">
                <a:solidFill>
                  <a:srgbClr val="000000"/>
                </a:solidFill>
                <a:latin typeface="Arial" panose="22635452340000000000" pitchFamily="2"/>
              </a:rPr>
              <a:t>Terzo livello</a:t>
            </a:r>
          </a:p>
          <a:p>
            <a:pPr marL="0" marR="0" lvl="3" indent="0" algn="ctr">
              <a:lnSpc>
                <a:spcPts val="1700"/>
              </a:lnSpc>
              <a:spcAft>
                <a:spcPts val="0"/>
              </a:spcAft>
            </a:pPr>
            <a:r>
              <a:rPr lang="it-IT" sz="2300" spc="0" smtClean="0">
                <a:solidFill>
                  <a:srgbClr val="000000"/>
                </a:solidFill>
                <a:latin typeface="Arial" panose="22635452340000000000" pitchFamily="2"/>
              </a:rPr>
              <a:t>Quarto livello</a:t>
            </a:r>
          </a:p>
          <a:p>
            <a:pPr marL="0" marR="0" lvl="4" indent="0" algn="ctr">
              <a:lnSpc>
                <a:spcPts val="1700"/>
              </a:lnSpc>
              <a:spcAft>
                <a:spcPts val="0"/>
              </a:spcAft>
            </a:pPr>
            <a:r>
              <a:rPr lang="it-IT" sz="2300" spc="0" smtClean="0">
                <a:solidFill>
                  <a:srgbClr val="000000"/>
                </a:solidFill>
                <a:latin typeface="Arial" panose="22635452340000000000" pitchFamily="2"/>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46_1_">
    <p:spTree>
      <p:nvGrpSpPr>
        <p:cNvPr id="1" name=""/>
        <p:cNvGrpSpPr/>
        <p:nvPr/>
      </p:nvGrpSpPr>
      <p:grpSpPr>
        <a:xfrm>
          <a:off x="0" y="0"/>
          <a:ext cx="0" cy="0"/>
          <a:chOff x="0" y="0"/>
          <a:chExt cx="0" cy="0"/>
        </a:xfrm>
      </p:grpSpPr>
      <p:sp>
        <p:nvSpPr>
          <p:cNvPr id="205" name=" 204"/>
          <p:cNvSpPr>
            <a:spLocks noGrp="1"/>
          </p:cNvSpPr>
          <p:nvPr>
            <p:ph type="body" idx="10"/>
          </p:nvPr>
        </p:nvSpPr>
        <p:spPr>
          <a:xfrm>
            <a:off x="711758" y="6253136"/>
            <a:ext cx="7594257" cy="157841"/>
          </a:xfrm>
          <a:prstGeom prst="rect">
            <a:avLst/>
          </a:prstGeom>
          <a:noFill/>
          <a:ln w="0" cmpd="sng">
            <a:noFill/>
            <a:prstDash val="solid"/>
          </a:ln>
        </p:spPr>
        <p:txBody>
          <a:bodyPr vert="horz" lIns="0" tIns="0" rIns="0" bIns="0" anchor="t"/>
          <a:lstStyle>
            <a:lvl1pPr marL="3526475" marR="0" indent="0" algn="l">
              <a:lnSpc>
                <a:spcPct val="95999"/>
              </a:lnSpc>
              <a:spcAft>
                <a:spcPts val="0"/>
              </a:spcAft>
              <a:defRPr/>
            </a:lvl1pPr>
          </a:lstStyle>
          <a:p>
            <a:pPr marL="402336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08" name=" 207"/>
          <p:cNvSpPr>
            <a:spLocks noGrp="1"/>
          </p:cNvSpPr>
          <p:nvPr>
            <p:ph type="body" idx="10"/>
          </p:nvPr>
        </p:nvSpPr>
        <p:spPr>
          <a:xfrm>
            <a:off x="890376" y="299552"/>
            <a:ext cx="7427040" cy="5766365"/>
          </a:xfrm>
          <a:prstGeom prst="rect">
            <a:avLst/>
          </a:prstGeom>
          <a:noFill/>
          <a:ln w="0" cmpd="sng">
            <a:noFill/>
            <a:prstDash val="solid"/>
          </a:ln>
        </p:spPr>
        <p:txBody>
          <a:bodyPr vert="horz" lIns="0" tIns="0" rIns="0" bIns="0" anchor="t"/>
          <a:lstStyle>
            <a:lvl1pPr marL="0" marR="0" indent="0" algn="l">
              <a:lnSpc>
                <a:spcPct val="95999"/>
              </a:lnSpc>
              <a:spcBef>
                <a:spcPts val="1578"/>
              </a:spcBef>
              <a:spcAft>
                <a:spcPts val="7731"/>
              </a:spcAft>
              <a:tabLst>
                <a:tab pos="7422518" algn="r"/>
              </a:tabLst>
              <a:defRPr/>
            </a:lvl1pPr>
          </a:lstStyle>
          <a:p>
            <a:pPr marL="0" marR="0" lvl="0" indent="0" algn="ctr">
              <a:lnSpc>
                <a:spcPct val="76799"/>
              </a:lnSpc>
              <a:spcAft>
                <a:spcPts val="0"/>
              </a:spcAft>
            </a:pPr>
            <a:r>
              <a:rPr lang="it-IT" sz="2900" b="1" spc="0" smtClean="0">
                <a:solidFill>
                  <a:srgbClr val="000000"/>
                </a:solidFill>
                <a:latin typeface="Arial" panose="22635452340000000000" pitchFamily="2"/>
              </a:rPr>
              <a:t>Fare clic per modificare stili del testo dello schema</a:t>
            </a:r>
          </a:p>
          <a:p>
            <a:pPr marL="0" marR="0" lvl="1" indent="0" algn="ctr">
              <a:lnSpc>
                <a:spcPct val="76799"/>
              </a:lnSpc>
              <a:spcAft>
                <a:spcPts val="0"/>
              </a:spcAft>
            </a:pPr>
            <a:r>
              <a:rPr lang="it-IT" sz="2900" b="1" spc="0" smtClean="0">
                <a:solidFill>
                  <a:srgbClr val="000000"/>
                </a:solidFill>
                <a:latin typeface="Arial" panose="22635452340000000000" pitchFamily="2"/>
              </a:rPr>
              <a:t>Secondo livello</a:t>
            </a:r>
          </a:p>
          <a:p>
            <a:pPr marL="0" marR="0" lvl="2" indent="0" algn="ctr">
              <a:lnSpc>
                <a:spcPct val="76799"/>
              </a:lnSpc>
              <a:spcAft>
                <a:spcPts val="0"/>
              </a:spcAft>
            </a:pPr>
            <a:r>
              <a:rPr lang="it-IT" sz="2900" b="1" spc="0" smtClean="0">
                <a:solidFill>
                  <a:srgbClr val="000000"/>
                </a:solidFill>
                <a:latin typeface="Arial" panose="22635452340000000000" pitchFamily="2"/>
              </a:rPr>
              <a:t>Terzo livello</a:t>
            </a:r>
          </a:p>
          <a:p>
            <a:pPr marL="0" marR="0" lvl="3" indent="0" algn="ctr">
              <a:lnSpc>
                <a:spcPct val="76799"/>
              </a:lnSpc>
              <a:spcAft>
                <a:spcPts val="0"/>
              </a:spcAft>
            </a:pPr>
            <a:r>
              <a:rPr lang="it-IT" sz="2900" b="1" spc="0" smtClean="0">
                <a:solidFill>
                  <a:srgbClr val="000000"/>
                </a:solidFill>
                <a:latin typeface="Arial" panose="22635452340000000000" pitchFamily="2"/>
              </a:rPr>
              <a:t>Quarto livello</a:t>
            </a:r>
          </a:p>
          <a:p>
            <a:pPr marL="0" marR="0" lvl="4" indent="0" algn="ctr">
              <a:lnSpc>
                <a:spcPct val="76799"/>
              </a:lnSpc>
              <a:spcAft>
                <a:spcPts val="0"/>
              </a:spcAft>
            </a:pPr>
            <a:r>
              <a:rPr lang="it-IT" sz="2900" b="1" spc="0" smtClean="0">
                <a:solidFill>
                  <a:srgbClr val="000000"/>
                </a:solidFill>
                <a:latin typeface="Arial" panose="22635452340000000000" pitchFamily="2"/>
              </a:rPr>
              <a:t>Quinto livello</a:t>
            </a:r>
            <a:endParaRPr lang="it-IT" sz="2300" spc="53">
              <a:solidFill>
                <a:srgbClr val="000000"/>
              </a:solidFill>
              <a:latin typeface="Arial" panose="22635452340000000000" pitchFamily="2"/>
            </a:endParaRPr>
          </a:p>
        </p:txBody>
      </p:sp>
      <p:sp>
        <p:nvSpPr>
          <p:cNvPr id="209" name=" 208"/>
          <p:cNvSpPr>
            <a:spLocks noGrp="1"/>
          </p:cNvSpPr>
          <p:nvPr>
            <p:ph type="body" idx="10"/>
          </p:nvPr>
        </p:nvSpPr>
        <p:spPr>
          <a:xfrm>
            <a:off x="890376" y="6065917"/>
            <a:ext cx="7427040" cy="187220"/>
          </a:xfrm>
          <a:prstGeom prst="rect">
            <a:avLst/>
          </a:prstGeom>
          <a:noFill/>
          <a:ln w="12700" cmpd="sng">
            <a:solidFill>
              <a:srgbClr val="000000"/>
            </a:solidFill>
            <a:prstDash val="solid"/>
          </a:ln>
        </p:spPr>
        <p:txBody>
          <a:bodyPr vert="horz" lIns="0" tIns="0" rIns="0" bIns="0" anchor="t"/>
          <a:lstStyle>
            <a:lvl1pPr marL="440809" marR="0" indent="0" algn="l">
              <a:lnSpc>
                <a:spcPct val="95999"/>
              </a:lnSpc>
              <a:spcAft>
                <a:spcPts val="0"/>
              </a:spcAft>
              <a:tabLst>
                <a:tab pos="2594764" algn="l"/>
                <a:tab pos="7094137" algn="r"/>
              </a:tabLst>
              <a:defRPr/>
            </a:lvl1pPr>
          </a:lstStyle>
          <a:p>
            <a:pPr marL="502920" marR="0" lvl="0" indent="0" algn="l">
              <a:lnSpc>
                <a:spcPct val="95999"/>
              </a:lnSpc>
              <a:spcAft>
                <a:spcPts val="0"/>
              </a:spcAft>
              <a:tabLst>
                <a:tab pos="2960370" algn="l"/>
                <a:tab pos="8093710" algn="r"/>
              </a:tabLst>
            </a:pPr>
            <a:r>
              <a:rPr lang="it-IT" sz="1200" spc="-44" smtClean="0">
                <a:solidFill>
                  <a:srgbClr val="000000"/>
                </a:solidFill>
                <a:latin typeface="Times New Roman" panose="22635452340000000000" pitchFamily="1"/>
              </a:rPr>
              <a:t>Fare clic per modificare stili del testo dello schema</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47_1_">
    <p:spTree>
      <p:nvGrpSpPr>
        <p:cNvPr id="1" name=""/>
        <p:cNvGrpSpPr/>
        <p:nvPr/>
      </p:nvGrpSpPr>
      <p:grpSpPr>
        <a:xfrm>
          <a:off x="0" y="0"/>
          <a:ext cx="0" cy="0"/>
          <a:chOff x="0" y="0"/>
          <a:chExt cx="0" cy="0"/>
        </a:xfrm>
      </p:grpSpPr>
      <p:sp>
        <p:nvSpPr>
          <p:cNvPr id="212" name=" 211"/>
          <p:cNvSpPr>
            <a:spLocks noGrp="1"/>
          </p:cNvSpPr>
          <p:nvPr>
            <p:ph type="body" idx="10"/>
          </p:nvPr>
        </p:nvSpPr>
        <p:spPr>
          <a:xfrm>
            <a:off x="727502" y="6253136"/>
            <a:ext cx="7405323" cy="157841"/>
          </a:xfrm>
          <a:prstGeom prst="rect">
            <a:avLst/>
          </a:prstGeom>
          <a:noFill/>
          <a:ln w="0" cmpd="sng">
            <a:noFill/>
            <a:prstDash val="solid"/>
          </a:ln>
        </p:spPr>
        <p:txBody>
          <a:bodyPr vert="horz" lIns="0" tIns="0" rIns="0" bIns="0" anchor="t"/>
          <a:lstStyle>
            <a:lvl1pPr marL="3406254" marR="0" indent="0" algn="l">
              <a:lnSpc>
                <a:spcPct val="95999"/>
              </a:lnSpc>
              <a:spcAft>
                <a:spcPts val="0"/>
              </a:spcAft>
              <a:defRPr/>
            </a:lvl1pPr>
          </a:lstStyle>
          <a:p>
            <a:pPr marL="38862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13" name=" 212"/>
          <p:cNvSpPr>
            <a:spLocks noGrp="1"/>
          </p:cNvSpPr>
          <p:nvPr>
            <p:ph type="body" idx="10"/>
          </p:nvPr>
        </p:nvSpPr>
        <p:spPr>
          <a:xfrm>
            <a:off x="727502" y="6253136"/>
            <a:ext cx="7405323" cy="157841"/>
          </a:xfrm>
          <a:prstGeom prst="rect">
            <a:avLst/>
          </a:prstGeom>
          <a:noFill/>
          <a:ln w="0" cmpd="sng">
            <a:noFill/>
            <a:prstDash val="solid"/>
          </a:ln>
        </p:spPr>
        <p:txBody>
          <a:bodyPr vert="horz" lIns="0" tIns="0" rIns="0" bIns="0" anchor="t"/>
          <a:lstStyle>
            <a:lvl1pPr marL="3406254" marR="0" indent="0" algn="l">
              <a:lnSpc>
                <a:spcPct val="95999"/>
              </a:lnSpc>
              <a:spcAft>
                <a:spcPts val="0"/>
              </a:spcAft>
              <a:defRPr/>
            </a:lvl1pPr>
          </a:lstStyle>
          <a:p>
            <a:pPr marL="38862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14" name=" 213"/>
          <p:cNvSpPr>
            <a:spLocks noGrp="1"/>
          </p:cNvSpPr>
          <p:nvPr>
            <p:ph type="body" idx="10"/>
          </p:nvPr>
        </p:nvSpPr>
        <p:spPr>
          <a:xfrm>
            <a:off x="727502" y="6253136"/>
            <a:ext cx="7405323" cy="157841"/>
          </a:xfrm>
          <a:prstGeom prst="rect">
            <a:avLst/>
          </a:prstGeom>
          <a:noFill/>
          <a:ln w="0" cmpd="sng">
            <a:noFill/>
            <a:prstDash val="solid"/>
          </a:ln>
        </p:spPr>
        <p:txBody>
          <a:bodyPr vert="horz" lIns="0" tIns="0" rIns="0" bIns="0" anchor="t"/>
          <a:lstStyle>
            <a:lvl1pPr marL="3406254" marR="0" indent="0" algn="l">
              <a:lnSpc>
                <a:spcPct val="95999"/>
              </a:lnSpc>
              <a:spcAft>
                <a:spcPts val="0"/>
              </a:spcAft>
              <a:defRPr/>
            </a:lvl1pPr>
          </a:lstStyle>
          <a:p>
            <a:pPr marL="38862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17" name=" 216"/>
          <p:cNvSpPr>
            <a:spLocks noGrp="1"/>
          </p:cNvSpPr>
          <p:nvPr>
            <p:ph type="body" idx="10"/>
          </p:nvPr>
        </p:nvSpPr>
        <p:spPr>
          <a:xfrm>
            <a:off x="794823" y="299552"/>
            <a:ext cx="7427040" cy="5766365"/>
          </a:xfrm>
          <a:prstGeom prst="rect">
            <a:avLst/>
          </a:prstGeom>
          <a:noFill/>
          <a:ln w="0" cmpd="sng">
            <a:noFill/>
            <a:prstDash val="solid"/>
          </a:ln>
        </p:spPr>
        <p:txBody>
          <a:bodyPr vert="horz" lIns="0" tIns="0" rIns="0" bIns="0" anchor="t"/>
          <a:lstStyle>
            <a:lvl1pPr marL="80147" marR="0" indent="0" algn="l">
              <a:lnSpc>
                <a:spcPct val="84479"/>
              </a:lnSpc>
              <a:spcBef>
                <a:spcPts val="1420"/>
              </a:spcBef>
              <a:spcAft>
                <a:spcPts val="5522"/>
              </a:spcAft>
              <a:tabLst>
                <a:tab pos="7504334" algn="r"/>
              </a:tabLst>
              <a:defRPr/>
            </a:lvl1pPr>
          </a:lstStyle>
          <a:p>
            <a:pPr marL="2240280" marR="0" lvl="0" indent="0" algn="l">
              <a:lnSpc>
                <a:spcPct val="76799"/>
              </a:lnSpc>
              <a:spcAft>
                <a:spcPts val="0"/>
              </a:spcAft>
            </a:pPr>
            <a:r>
              <a:rPr lang="it-IT" sz="2900" b="1" spc="0" smtClean="0">
                <a:solidFill>
                  <a:srgbClr val="000000"/>
                </a:solidFill>
                <a:latin typeface="Arial" panose="22635452340000000000" pitchFamily="2"/>
              </a:rPr>
              <a:t>Fare clic per modificare stili del testo dello schema</a:t>
            </a:r>
          </a:p>
          <a:p>
            <a:pPr marL="2240280" marR="0" lvl="1" indent="0" algn="l">
              <a:lnSpc>
                <a:spcPct val="76799"/>
              </a:lnSpc>
              <a:spcAft>
                <a:spcPts val="0"/>
              </a:spcAft>
            </a:pPr>
            <a:r>
              <a:rPr lang="it-IT" sz="2900" b="1" spc="0" smtClean="0">
                <a:solidFill>
                  <a:srgbClr val="000000"/>
                </a:solidFill>
                <a:latin typeface="Arial" panose="22635452340000000000" pitchFamily="2"/>
              </a:rPr>
              <a:t>Secondo livello</a:t>
            </a:r>
          </a:p>
          <a:p>
            <a:pPr marL="2240280" marR="0" lvl="2" indent="0" algn="l">
              <a:lnSpc>
                <a:spcPct val="76799"/>
              </a:lnSpc>
              <a:spcAft>
                <a:spcPts val="0"/>
              </a:spcAft>
            </a:pPr>
            <a:r>
              <a:rPr lang="it-IT" sz="2900" b="1" spc="0" smtClean="0">
                <a:solidFill>
                  <a:srgbClr val="000000"/>
                </a:solidFill>
                <a:latin typeface="Arial" panose="22635452340000000000" pitchFamily="2"/>
              </a:rPr>
              <a:t>Terzo livello</a:t>
            </a:r>
          </a:p>
          <a:p>
            <a:pPr marL="2240280" marR="0" lvl="3" indent="0" algn="l">
              <a:lnSpc>
                <a:spcPct val="76799"/>
              </a:lnSpc>
              <a:spcAft>
                <a:spcPts val="0"/>
              </a:spcAft>
            </a:pPr>
            <a:r>
              <a:rPr lang="it-IT" sz="2900" b="1" spc="0" smtClean="0">
                <a:solidFill>
                  <a:srgbClr val="000000"/>
                </a:solidFill>
                <a:latin typeface="Arial" panose="22635452340000000000" pitchFamily="2"/>
              </a:rPr>
              <a:t>Quarto livello</a:t>
            </a:r>
          </a:p>
          <a:p>
            <a:pPr marL="2240280" marR="0" lvl="4" indent="0" algn="l">
              <a:lnSpc>
                <a:spcPct val="76799"/>
              </a:lnSpc>
              <a:spcAft>
                <a:spcPts val="0"/>
              </a:spcAft>
            </a:pPr>
            <a:r>
              <a:rPr lang="it-IT" sz="2900" b="1" spc="0" smtClean="0">
                <a:solidFill>
                  <a:srgbClr val="000000"/>
                </a:solidFill>
                <a:latin typeface="Arial" panose="22635452340000000000" pitchFamily="2"/>
              </a:rPr>
              <a:t>Quinto livello</a:t>
            </a:r>
            <a:endParaRPr lang="it-IT" sz="2300" b="1" spc="0">
              <a:solidFill>
                <a:srgbClr val="000000"/>
              </a:solidFill>
              <a:latin typeface="Arial" panose="22635452340000000000" pitchFamily="2"/>
            </a:endParaRPr>
          </a:p>
        </p:txBody>
      </p:sp>
      <p:sp>
        <p:nvSpPr>
          <p:cNvPr id="218" name=" 217"/>
          <p:cNvSpPr>
            <a:spLocks noGrp="1"/>
          </p:cNvSpPr>
          <p:nvPr>
            <p:ph type="body" idx="10"/>
          </p:nvPr>
        </p:nvSpPr>
        <p:spPr>
          <a:xfrm>
            <a:off x="794823" y="6065917"/>
            <a:ext cx="7427040" cy="187220"/>
          </a:xfrm>
          <a:prstGeom prst="rect">
            <a:avLst/>
          </a:prstGeom>
          <a:noFill/>
          <a:ln w="12700" cmpd="sng">
            <a:solidFill>
              <a:srgbClr val="000000"/>
            </a:solidFill>
            <a:prstDash val="solid"/>
          </a:ln>
        </p:spPr>
        <p:txBody>
          <a:bodyPr vert="horz" lIns="0" tIns="0" rIns="0" bIns="0" anchor="t"/>
          <a:lstStyle>
            <a:lvl1pPr marL="520957" marR="0" indent="0" algn="l">
              <a:lnSpc>
                <a:spcPct val="95999"/>
              </a:lnSpc>
              <a:spcAft>
                <a:spcPts val="0"/>
              </a:spcAft>
              <a:tabLst>
                <a:tab pos="2694948" algn="l"/>
                <a:tab pos="7189312" algn="r"/>
              </a:tabLst>
              <a:defRPr/>
            </a:lvl1pPr>
          </a:lstStyle>
          <a:p>
            <a:pPr marL="594360" marR="0" lvl="0" indent="0" algn="l">
              <a:lnSpc>
                <a:spcPct val="95999"/>
              </a:lnSpc>
              <a:spcAft>
                <a:spcPts val="0"/>
              </a:spcAft>
              <a:tabLst>
                <a:tab pos="3074670" algn="l"/>
                <a:tab pos="8202295" algn="r"/>
              </a:tabLst>
            </a:pPr>
            <a:r>
              <a:rPr lang="it-IT" sz="1200" spc="-44" smtClean="0">
                <a:solidFill>
                  <a:srgbClr val="000000"/>
                </a:solidFill>
                <a:latin typeface="Times New Roman" panose="22635452340000000000" pitchFamily="1"/>
              </a:rPr>
              <a:t>Fare clic per modificare stili del testo dello schema</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48_1_">
    <p:spTree>
      <p:nvGrpSpPr>
        <p:cNvPr id="1" name=""/>
        <p:cNvGrpSpPr/>
        <p:nvPr/>
      </p:nvGrpSpPr>
      <p:grpSpPr>
        <a:xfrm>
          <a:off x="0" y="0"/>
          <a:ext cx="0" cy="0"/>
          <a:chOff x="0" y="0"/>
          <a:chExt cx="0" cy="0"/>
        </a:xfrm>
      </p:grpSpPr>
      <p:sp>
        <p:nvSpPr>
          <p:cNvPr id="221" name=" 220"/>
          <p:cNvSpPr>
            <a:spLocks noGrp="1"/>
          </p:cNvSpPr>
          <p:nvPr>
            <p:ph type="body" idx="10"/>
          </p:nvPr>
        </p:nvSpPr>
        <p:spPr>
          <a:xfrm>
            <a:off x="727502" y="6253136"/>
            <a:ext cx="7405323" cy="157841"/>
          </a:xfrm>
          <a:prstGeom prst="rect">
            <a:avLst/>
          </a:prstGeom>
          <a:noFill/>
          <a:ln w="0" cmpd="sng">
            <a:noFill/>
            <a:prstDash val="solid"/>
          </a:ln>
        </p:spPr>
        <p:txBody>
          <a:bodyPr vert="horz" lIns="0" tIns="0" rIns="0" bIns="0" anchor="t"/>
          <a:lstStyle>
            <a:lvl1pPr marL="3406254" marR="0" indent="0" algn="l">
              <a:lnSpc>
                <a:spcPct val="95999"/>
              </a:lnSpc>
              <a:spcAft>
                <a:spcPts val="0"/>
              </a:spcAft>
              <a:defRPr/>
            </a:lvl1pPr>
          </a:lstStyle>
          <a:p>
            <a:pPr marL="38862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22" name=" 221"/>
          <p:cNvSpPr>
            <a:spLocks noGrp="1"/>
          </p:cNvSpPr>
          <p:nvPr>
            <p:ph type="body" idx="10"/>
          </p:nvPr>
        </p:nvSpPr>
        <p:spPr>
          <a:xfrm>
            <a:off x="727502" y="6253136"/>
            <a:ext cx="7405323" cy="157841"/>
          </a:xfrm>
          <a:prstGeom prst="rect">
            <a:avLst/>
          </a:prstGeom>
          <a:noFill/>
          <a:ln w="0" cmpd="sng">
            <a:noFill/>
            <a:prstDash val="solid"/>
          </a:ln>
        </p:spPr>
        <p:txBody>
          <a:bodyPr vert="horz" lIns="0" tIns="0" rIns="0" bIns="0" anchor="t"/>
          <a:lstStyle>
            <a:lvl1pPr marL="3406254" marR="0" indent="0" algn="l">
              <a:lnSpc>
                <a:spcPct val="95999"/>
              </a:lnSpc>
              <a:spcAft>
                <a:spcPts val="0"/>
              </a:spcAft>
              <a:defRPr/>
            </a:lvl1pPr>
          </a:lstStyle>
          <a:p>
            <a:pPr marL="38862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23" name=" 222"/>
          <p:cNvSpPr>
            <a:spLocks noGrp="1"/>
          </p:cNvSpPr>
          <p:nvPr>
            <p:ph type="body" idx="10"/>
          </p:nvPr>
        </p:nvSpPr>
        <p:spPr>
          <a:xfrm>
            <a:off x="829027" y="299552"/>
            <a:ext cx="7427040" cy="5772702"/>
          </a:xfrm>
          <a:prstGeom prst="rect">
            <a:avLst/>
          </a:prstGeom>
          <a:noFill/>
          <a:ln w="0" cmpd="sng">
            <a:noFill/>
            <a:prstDash val="solid"/>
          </a:ln>
        </p:spPr>
        <p:txBody>
          <a:bodyPr vert="horz" lIns="0" tIns="0" rIns="0" bIns="0" anchor="t"/>
          <a:lstStyle>
            <a:lvl1pPr marL="0" marR="0" indent="0" algn="ctr">
              <a:lnSpc>
                <a:spcPct val="95999"/>
              </a:lnSpc>
              <a:spcBef>
                <a:spcPts val="0"/>
              </a:spcBef>
              <a:spcAft>
                <a:spcPts val="316"/>
              </a:spcAft>
              <a:defRPr/>
            </a:lvl1pPr>
          </a:lstStyle>
          <a:p>
            <a:pPr marL="2194560" marR="0" lvl="0" indent="0" algn="l">
              <a:lnSpc>
                <a:spcPct val="76799"/>
              </a:lnSpc>
              <a:spcAft>
                <a:spcPts val="0"/>
              </a:spcAft>
            </a:pPr>
            <a:r>
              <a:rPr lang="it-IT" sz="2900" b="1" spc="0" smtClean="0">
                <a:solidFill>
                  <a:srgbClr val="000000"/>
                </a:solidFill>
                <a:latin typeface="Arial" panose="22635452340000000000" pitchFamily="2"/>
              </a:rPr>
              <a:t>Fare clic per modificare stili del testo dello schema</a:t>
            </a:r>
          </a:p>
          <a:p>
            <a:pPr marL="2194560" marR="0" lvl="1" indent="0" algn="l">
              <a:lnSpc>
                <a:spcPct val="76799"/>
              </a:lnSpc>
              <a:spcAft>
                <a:spcPts val="0"/>
              </a:spcAft>
            </a:pPr>
            <a:r>
              <a:rPr lang="it-IT" sz="2900" b="1" spc="0" smtClean="0">
                <a:solidFill>
                  <a:srgbClr val="000000"/>
                </a:solidFill>
                <a:latin typeface="Arial" panose="22635452340000000000" pitchFamily="2"/>
              </a:rPr>
              <a:t>Secondo livello</a:t>
            </a:r>
          </a:p>
          <a:p>
            <a:pPr marL="2194560" marR="0" lvl="2" indent="0" algn="l">
              <a:lnSpc>
                <a:spcPct val="76799"/>
              </a:lnSpc>
              <a:spcAft>
                <a:spcPts val="0"/>
              </a:spcAft>
            </a:pPr>
            <a:r>
              <a:rPr lang="it-IT" sz="2900" b="1" spc="0" smtClean="0">
                <a:solidFill>
                  <a:srgbClr val="000000"/>
                </a:solidFill>
                <a:latin typeface="Arial" panose="22635452340000000000" pitchFamily="2"/>
              </a:rPr>
              <a:t>Terzo livello</a:t>
            </a:r>
          </a:p>
          <a:p>
            <a:pPr marL="2194560" marR="0" lvl="3" indent="0" algn="l">
              <a:lnSpc>
                <a:spcPct val="76799"/>
              </a:lnSpc>
              <a:spcAft>
                <a:spcPts val="0"/>
              </a:spcAft>
            </a:pPr>
            <a:r>
              <a:rPr lang="it-IT" sz="2900" b="1" spc="0" smtClean="0">
                <a:solidFill>
                  <a:srgbClr val="000000"/>
                </a:solidFill>
                <a:latin typeface="Arial" panose="22635452340000000000" pitchFamily="2"/>
              </a:rPr>
              <a:t>Quarto livello</a:t>
            </a:r>
          </a:p>
          <a:p>
            <a:pPr marL="2194560" marR="0" lvl="4" indent="0" algn="l">
              <a:lnSpc>
                <a:spcPct val="76799"/>
              </a:lnSpc>
              <a:spcAft>
                <a:spcPts val="0"/>
              </a:spcAft>
            </a:pPr>
            <a:r>
              <a:rPr lang="it-IT" sz="2900" b="1" spc="0" smtClean="0">
                <a:solidFill>
                  <a:srgbClr val="000000"/>
                </a:solidFill>
                <a:latin typeface="Arial" panose="22635452340000000000" pitchFamily="2"/>
              </a:rPr>
              <a:t>Quinto livello</a:t>
            </a:r>
            <a:endParaRPr lang="it-IT" sz="2100" spc="9">
              <a:solidFill>
                <a:srgbClr val="000000"/>
              </a:solidFill>
              <a:latin typeface="Arial" panose="22635452340000000000" pitchFamily="2"/>
            </a:endParaRPr>
          </a:p>
        </p:txBody>
      </p:sp>
      <p:sp>
        <p:nvSpPr>
          <p:cNvPr id="224" name=" 223"/>
          <p:cNvSpPr>
            <a:spLocks noGrp="1"/>
          </p:cNvSpPr>
          <p:nvPr>
            <p:ph type="body" idx="10"/>
          </p:nvPr>
        </p:nvSpPr>
        <p:spPr>
          <a:xfrm>
            <a:off x="829027" y="6072254"/>
            <a:ext cx="5589282" cy="180883"/>
          </a:xfrm>
          <a:prstGeom prst="rect">
            <a:avLst/>
          </a:prstGeom>
          <a:noFill/>
          <a:ln w="12700" cmpd="sng">
            <a:solidFill>
              <a:srgbClr val="000000"/>
            </a:solidFill>
            <a:prstDash val="solid"/>
          </a:ln>
        </p:spPr>
        <p:txBody>
          <a:bodyPr vert="horz" lIns="0" tIns="0" rIns="0" bIns="0" anchor="t"/>
          <a:lstStyle>
            <a:lvl1pPr marL="480883" marR="0" indent="0" algn="l">
              <a:lnSpc>
                <a:spcPts val="88"/>
              </a:lnSpc>
              <a:spcBef>
                <a:spcPts val="631"/>
              </a:spcBef>
              <a:spcAft>
                <a:spcPts val="0"/>
              </a:spcAft>
              <a:tabLst>
                <a:tab pos="2659884" algn="l"/>
              </a:tabLst>
              <a:defRPr/>
            </a:lvl1pPr>
          </a:lstStyle>
          <a:p>
            <a:pPr marL="0" marR="0" lvl="0" indent="0" algn="ctr">
              <a:lnSpc>
                <a:spcPts val="1200"/>
              </a:lnSpc>
              <a:spcAft>
                <a:spcPts val="0"/>
              </a:spcAft>
            </a:pPr>
            <a:r>
              <a:rPr lang="it-IT" sz="2100" spc="-39" smtClean="0">
                <a:solidFill>
                  <a:srgbClr val="000000"/>
                </a:solidFill>
                <a:latin typeface="Arial" panose="22635452340000000000" pitchFamily="2"/>
              </a:rPr>
              <a:t>Fare clic per modificare stili del testo dello schema</a:t>
            </a:r>
          </a:p>
          <a:p>
            <a:pPr marL="0" marR="0" lvl="1" indent="0" algn="ctr">
              <a:lnSpc>
                <a:spcPts val="1200"/>
              </a:lnSpc>
              <a:spcAft>
                <a:spcPts val="0"/>
              </a:spcAft>
            </a:pPr>
            <a:r>
              <a:rPr lang="it-IT" sz="2100" spc="-39" smtClean="0">
                <a:solidFill>
                  <a:srgbClr val="000000"/>
                </a:solidFill>
                <a:latin typeface="Arial" panose="22635452340000000000" pitchFamily="2"/>
              </a:rPr>
              <a:t>Secondo livello</a:t>
            </a:r>
          </a:p>
        </p:txBody>
      </p:sp>
      <p:sp>
        <p:nvSpPr>
          <p:cNvPr id="225" name=" 224"/>
          <p:cNvSpPr>
            <a:spLocks noGrp="1"/>
          </p:cNvSpPr>
          <p:nvPr>
            <p:ph type="body" idx="10"/>
          </p:nvPr>
        </p:nvSpPr>
        <p:spPr>
          <a:xfrm>
            <a:off x="6418309" y="6072254"/>
            <a:ext cx="1837758" cy="288606"/>
          </a:xfrm>
          <a:prstGeom prst="rect">
            <a:avLst/>
          </a:prstGeom>
          <a:noFill/>
          <a:ln w="0" cmpd="sng">
            <a:noFill/>
            <a:prstDash val="solid"/>
          </a:ln>
        </p:spPr>
        <p:txBody>
          <a:bodyPr vert="horz" lIns="0" tIns="0" rIns="0" bIns="0" anchor="t"/>
          <a:lstStyle>
            <a:lvl1pPr marL="1242281" marR="0" indent="0" algn="l">
              <a:lnSpc>
                <a:spcPct val="76799"/>
              </a:lnSpc>
              <a:spcAft>
                <a:spcPts val="631"/>
              </a:spcAft>
              <a:defRPr/>
            </a:lvl1pPr>
          </a:lstStyle>
          <a:p>
            <a:pPr marL="1417320" marR="0" lvl="0" indent="0" algn="l">
              <a:lnSpc>
                <a:spcPct val="76799"/>
              </a:lnSpc>
              <a:spcAft>
                <a:spcPts val="720"/>
              </a:spcAft>
            </a:pPr>
            <a:r>
              <a:rPr lang="it-IT" sz="1200" spc="0" smtClean="0">
                <a:solidFill>
                  <a:srgbClr val="000000"/>
                </a:solidFill>
                <a:latin typeface="Times New Roman" panose="22635452340000000000" pitchFamily="1"/>
              </a:rPr>
              <a:t>Fare clic per modificare stili del testo dello schema</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49_1_">
    <p:spTree>
      <p:nvGrpSpPr>
        <p:cNvPr id="1" name=""/>
        <p:cNvGrpSpPr/>
        <p:nvPr/>
      </p:nvGrpSpPr>
      <p:grpSpPr>
        <a:xfrm>
          <a:off x="0" y="0"/>
          <a:ext cx="0" cy="0"/>
          <a:chOff x="0" y="0"/>
          <a:chExt cx="0" cy="0"/>
        </a:xfrm>
      </p:grpSpPr>
      <p:sp>
        <p:nvSpPr>
          <p:cNvPr id="228" name=" 227"/>
          <p:cNvSpPr>
            <a:spLocks noGrp="1"/>
          </p:cNvSpPr>
          <p:nvPr>
            <p:ph type="body" idx="10"/>
          </p:nvPr>
        </p:nvSpPr>
        <p:spPr>
          <a:xfrm>
            <a:off x="727502" y="6253136"/>
            <a:ext cx="7405323" cy="157841"/>
          </a:xfrm>
          <a:prstGeom prst="rect">
            <a:avLst/>
          </a:prstGeom>
          <a:noFill/>
          <a:ln w="0" cmpd="sng">
            <a:noFill/>
            <a:prstDash val="solid"/>
          </a:ln>
        </p:spPr>
        <p:txBody>
          <a:bodyPr vert="horz" lIns="0" tIns="0" rIns="0" bIns="0" anchor="t"/>
          <a:lstStyle>
            <a:lvl1pPr marL="3406254" marR="0" indent="0" algn="l">
              <a:lnSpc>
                <a:spcPct val="95999"/>
              </a:lnSpc>
              <a:spcAft>
                <a:spcPts val="0"/>
              </a:spcAft>
              <a:defRPr/>
            </a:lvl1pPr>
          </a:lstStyle>
          <a:p>
            <a:pPr marL="38862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29" name=" 228"/>
          <p:cNvSpPr>
            <a:spLocks noGrp="1"/>
          </p:cNvSpPr>
          <p:nvPr>
            <p:ph type="body" idx="10"/>
          </p:nvPr>
        </p:nvSpPr>
        <p:spPr>
          <a:xfrm>
            <a:off x="727502" y="6253136"/>
            <a:ext cx="7405323" cy="157841"/>
          </a:xfrm>
          <a:prstGeom prst="rect">
            <a:avLst/>
          </a:prstGeom>
          <a:noFill/>
          <a:ln w="0" cmpd="sng">
            <a:noFill/>
            <a:prstDash val="solid"/>
          </a:ln>
        </p:spPr>
        <p:txBody>
          <a:bodyPr vert="horz" lIns="0" tIns="0" rIns="0" bIns="0" anchor="t"/>
          <a:lstStyle>
            <a:lvl1pPr marL="3406254" marR="0" indent="0" algn="l">
              <a:lnSpc>
                <a:spcPct val="95999"/>
              </a:lnSpc>
              <a:spcAft>
                <a:spcPts val="0"/>
              </a:spcAft>
              <a:defRPr/>
            </a:lvl1pPr>
          </a:lstStyle>
          <a:p>
            <a:pPr marL="3886200" marR="0" lvl="0" indent="0" algn="l">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p:txBody>
      </p:sp>
      <p:sp>
        <p:nvSpPr>
          <p:cNvPr id="230" name=" 229"/>
          <p:cNvSpPr>
            <a:spLocks noGrp="1"/>
          </p:cNvSpPr>
          <p:nvPr>
            <p:ph type="body" idx="10"/>
          </p:nvPr>
        </p:nvSpPr>
        <p:spPr>
          <a:xfrm>
            <a:off x="825226" y="334116"/>
            <a:ext cx="7427040" cy="5919021"/>
          </a:xfrm>
          <a:prstGeom prst="rect">
            <a:avLst/>
          </a:prstGeom>
          <a:noFill/>
          <a:ln w="12700" cmpd="sng">
            <a:solidFill>
              <a:srgbClr val="000000"/>
            </a:solidFill>
            <a:prstDash val="solid"/>
          </a:ln>
        </p:spPr>
        <p:txBody>
          <a:bodyPr vert="horz" lIns="0" tIns="0" rIns="0" bIns="0" anchor="t"/>
          <a:lstStyle>
            <a:lvl1pPr marL="480883" marR="0" indent="0" algn="l">
              <a:lnSpc>
                <a:spcPct val="81599"/>
              </a:lnSpc>
              <a:spcBef>
                <a:spcPts val="0"/>
              </a:spcBef>
              <a:spcAft>
                <a:spcPts val="0"/>
              </a:spcAft>
              <a:tabLst>
                <a:tab pos="2691052" algn="l"/>
                <a:tab pos="7160926" algn="r"/>
              </a:tabLst>
              <a:defRPr/>
            </a:lvl1pPr>
          </a:lstStyle>
          <a:p>
            <a:pPr marL="2194560" marR="0" lvl="0" indent="0" algn="l">
              <a:lnSpc>
                <a:spcPct val="80639"/>
              </a:lnSpc>
              <a:spcAft>
                <a:spcPts val="0"/>
              </a:spcAft>
            </a:pPr>
            <a:r>
              <a:rPr lang="it-IT" sz="2900" b="1" spc="-18" smtClean="0">
                <a:solidFill>
                  <a:srgbClr val="000000"/>
                </a:solidFill>
                <a:latin typeface="Arial" panose="22635452340000000000" pitchFamily="2"/>
              </a:rPr>
              <a:t>Fare clic per modificare stili del testo dello schema</a:t>
            </a:r>
          </a:p>
          <a:p>
            <a:pPr marL="2194560" marR="0" lvl="1" indent="0" algn="l">
              <a:lnSpc>
                <a:spcPct val="80639"/>
              </a:lnSpc>
              <a:spcAft>
                <a:spcPts val="0"/>
              </a:spcAft>
            </a:pPr>
            <a:r>
              <a:rPr lang="it-IT" sz="2900" b="1" spc="-18" smtClean="0">
                <a:solidFill>
                  <a:srgbClr val="000000"/>
                </a:solidFill>
                <a:latin typeface="Arial" panose="22635452340000000000" pitchFamily="2"/>
              </a:rPr>
              <a:t>Secondo livello</a:t>
            </a:r>
          </a:p>
          <a:p>
            <a:pPr marL="2194560" marR="0" lvl="2" indent="0" algn="l">
              <a:lnSpc>
                <a:spcPct val="80639"/>
              </a:lnSpc>
              <a:spcAft>
                <a:spcPts val="0"/>
              </a:spcAft>
            </a:pPr>
            <a:r>
              <a:rPr lang="it-IT" sz="2900" b="1" spc="-18" smtClean="0">
                <a:solidFill>
                  <a:srgbClr val="000000"/>
                </a:solidFill>
                <a:latin typeface="Arial" panose="22635452340000000000" pitchFamily="2"/>
              </a:rPr>
              <a:t>Terzo livello</a:t>
            </a:r>
          </a:p>
          <a:p>
            <a:pPr marL="2194560" marR="0" lvl="3" indent="0" algn="l">
              <a:lnSpc>
                <a:spcPct val="80639"/>
              </a:lnSpc>
              <a:spcAft>
                <a:spcPts val="0"/>
              </a:spcAft>
            </a:pPr>
            <a:r>
              <a:rPr lang="it-IT" sz="2900" b="1" spc="-18" smtClean="0">
                <a:solidFill>
                  <a:srgbClr val="000000"/>
                </a:solidFill>
                <a:latin typeface="Arial" panose="22635452340000000000" pitchFamily="2"/>
              </a:rPr>
              <a:t>Quarto livello</a:t>
            </a:r>
          </a:p>
          <a:p>
            <a:pPr marL="2194560" marR="0" lvl="4" indent="0" algn="l">
              <a:lnSpc>
                <a:spcPct val="80639"/>
              </a:lnSpc>
              <a:spcAft>
                <a:spcPts val="0"/>
              </a:spcAft>
            </a:pPr>
            <a:r>
              <a:rPr lang="it-IT" sz="2900" b="1" spc="-18" smtClean="0">
                <a:solidFill>
                  <a:srgbClr val="000000"/>
                </a:solidFill>
                <a:latin typeface="Arial" panose="22635452340000000000" pitchFamily="2"/>
              </a:rPr>
              <a:t>Quinto livello</a:t>
            </a:r>
            <a:endParaRPr lang="it-IT" sz="1200" spc="0">
              <a:solidFill>
                <a:srgbClr val="000000"/>
              </a:solidFill>
              <a:latin typeface="Times New Roman" panose="22635452340000000000" pitchFamily="1"/>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94_1_">
    <p:spTree>
      <p:nvGrpSpPr>
        <p:cNvPr id="1" name=""/>
        <p:cNvGrpSpPr/>
        <p:nvPr/>
      </p:nvGrpSpPr>
      <p:grpSpPr>
        <a:xfrm>
          <a:off x="0" y="0"/>
          <a:ext cx="0" cy="0"/>
          <a:chOff x="0" y="0"/>
          <a:chExt cx="0" cy="0"/>
        </a:xfrm>
      </p:grpSpPr>
      <p:sp>
        <p:nvSpPr>
          <p:cNvPr id="597" name="Segnaposto testo 596"/>
          <p:cNvSpPr>
            <a:spLocks noGrp="1"/>
          </p:cNvSpPr>
          <p:nvPr>
            <p:ph type="body" idx="10"/>
          </p:nvPr>
        </p:nvSpPr>
        <p:spPr>
          <a:xfrm>
            <a:off x="1371600" y="5928472"/>
            <a:ext cx="1767609" cy="389965"/>
          </a:xfrm>
          <a:prstGeom prst="rect">
            <a:avLst/>
          </a:prstGeom>
          <a:noFill/>
          <a:ln w="0" cmpd="sng">
            <a:noFill/>
            <a:prstDash val="solid"/>
          </a:ln>
        </p:spPr>
        <p:txBody>
          <a:bodyPr vert="horz" lIns="0" tIns="0" rIns="0" bIns="0" anchor="t"/>
          <a:lstStyle>
            <a:lvl1pPr marL="0" marR="0" indent="0" algn="ctr">
              <a:lnSpc>
                <a:spcPts val="1526"/>
              </a:lnSpc>
              <a:spcAft>
                <a:spcPts val="0"/>
              </a:spcAft>
              <a:defRPr/>
            </a:lvl1pPr>
          </a:lstStyle>
          <a:p>
            <a:pPr marL="0" marR="0" lvl="0" indent="0" algn="ctr">
              <a:lnSpc>
                <a:spcPts val="1700"/>
              </a:lnSpc>
              <a:spcAft>
                <a:spcPts val="0"/>
              </a:spcAft>
            </a:pPr>
            <a:r>
              <a:rPr lang="it-IT" sz="1400" spc="0" smtClean="0">
                <a:solidFill>
                  <a:srgbClr val="003164"/>
                </a:solidFill>
                <a:latin typeface="Times New Roman" panose="22635452340000000000" pitchFamily="1"/>
              </a:rPr>
              <a:t>Fare clic per modificare stili del testo dello schema</a:t>
            </a:r>
          </a:p>
        </p:txBody>
      </p:sp>
      <p:sp>
        <p:nvSpPr>
          <p:cNvPr id="598" name="Segnaposto testo 597"/>
          <p:cNvSpPr>
            <a:spLocks noGrp="1"/>
          </p:cNvSpPr>
          <p:nvPr>
            <p:ph type="body" idx="10"/>
          </p:nvPr>
        </p:nvSpPr>
        <p:spPr>
          <a:xfrm>
            <a:off x="5503141" y="6141384"/>
            <a:ext cx="3094759" cy="156882"/>
          </a:xfrm>
          <a:prstGeom prst="rect">
            <a:avLst/>
          </a:prstGeom>
          <a:noFill/>
          <a:ln w="0" cmpd="sng">
            <a:noFill/>
            <a:prstDash val="solid"/>
          </a:ln>
        </p:spPr>
        <p:txBody>
          <a:bodyPr vert="horz" lIns="0" tIns="0" rIns="0" bIns="0" anchor="t"/>
          <a:lstStyle>
            <a:lvl1pPr marL="0" marR="0" indent="0" algn="l">
              <a:lnSpc>
                <a:spcPct val="83519"/>
              </a:lnSpc>
              <a:spcAft>
                <a:spcPts val="0"/>
              </a:spcAft>
              <a:tabLst>
                <a:tab pos="3052681" algn="r"/>
              </a:tabLst>
              <a:defRPr/>
            </a:lvl1pPr>
          </a:lstStyle>
          <a:p>
            <a:pPr marL="0" marR="0" lvl="0" indent="0" algn="l">
              <a:lnSpc>
                <a:spcPct val="83519"/>
              </a:lnSpc>
              <a:spcAft>
                <a:spcPts val="0"/>
              </a:spcAft>
              <a:tabLst>
                <a:tab pos="3401695" algn="r"/>
              </a:tabLst>
            </a:pPr>
            <a:r>
              <a:rPr lang="it-IT" sz="1300" b="1" spc="-72" smtClean="0">
                <a:solidFill>
                  <a:srgbClr val="003164"/>
                </a:solidFill>
                <a:latin typeface="Times New Roman" panose="22635452340000000000" pitchFamily="1"/>
              </a:rPr>
              <a:t>Fare clic per modificare stili del testo dello schema</a:t>
            </a:r>
          </a:p>
        </p:txBody>
      </p:sp>
      <p:sp>
        <p:nvSpPr>
          <p:cNvPr id="599" name="Segnaposto testo 598"/>
          <p:cNvSpPr>
            <a:spLocks noGrp="1"/>
          </p:cNvSpPr>
          <p:nvPr>
            <p:ph type="body" idx="10"/>
          </p:nvPr>
        </p:nvSpPr>
        <p:spPr>
          <a:xfrm>
            <a:off x="3524827" y="857250"/>
            <a:ext cx="3574473" cy="353546"/>
          </a:xfrm>
          <a:prstGeom prst="rect">
            <a:avLst/>
          </a:prstGeom>
          <a:noFill/>
          <a:ln w="0" cmpd="sng">
            <a:noFill/>
            <a:prstDash val="solid"/>
          </a:ln>
        </p:spPr>
        <p:txBody>
          <a:bodyPr vert="horz" lIns="0" tIns="0" rIns="0" bIns="0" anchor="t">
            <a:normAutofit fontScale="80000"/>
          </a:bodyPr>
          <a:lstStyle>
            <a:lvl1pPr marL="0" marR="0" indent="0" algn="ctr">
              <a:lnSpc>
                <a:spcPct val="78719"/>
              </a:lnSpc>
              <a:spcAft>
                <a:spcPts val="0"/>
              </a:spcAft>
              <a:defRPr/>
            </a:lvl1pPr>
          </a:lstStyle>
          <a:p>
            <a:pPr marL="0" marR="0" lvl="0" indent="0" algn="ctr">
              <a:lnSpc>
                <a:spcPct val="78719"/>
              </a:lnSpc>
              <a:spcAft>
                <a:spcPts val="0"/>
              </a:spcAft>
            </a:pPr>
            <a:r>
              <a:rPr lang="it-IT" sz="2800" b="1" spc="76" smtClean="0">
                <a:solidFill>
                  <a:srgbClr val="003164"/>
                </a:solidFill>
                <a:latin typeface="Tahoma" panose="22635452340000000000" pitchFamily="2"/>
              </a:rPr>
              <a:t>Fare clic per modificare stili del testo dello schema</a:t>
            </a:r>
          </a:p>
        </p:txBody>
      </p:sp>
      <p:sp>
        <p:nvSpPr>
          <p:cNvPr id="600" name="Segnaposto testo 599"/>
          <p:cNvSpPr>
            <a:spLocks noGrp="1"/>
          </p:cNvSpPr>
          <p:nvPr>
            <p:ph type="body" idx="10"/>
          </p:nvPr>
        </p:nvSpPr>
        <p:spPr>
          <a:xfrm>
            <a:off x="2072410" y="1906120"/>
            <a:ext cx="5245677" cy="267821"/>
          </a:xfrm>
          <a:prstGeom prst="rect">
            <a:avLst/>
          </a:prstGeom>
          <a:noFill/>
          <a:ln w="0" cmpd="sng">
            <a:noFill/>
            <a:prstDash val="solid"/>
          </a:ln>
        </p:spPr>
        <p:txBody>
          <a:bodyPr vert="horz" lIns="0" tIns="0" rIns="0" bIns="0" anchor="t">
            <a:normAutofit fontScale="80000"/>
          </a:bodyPr>
          <a:lstStyle>
            <a:lvl1pPr marL="0" marR="0" indent="0" algn="ctr">
              <a:lnSpc>
                <a:spcPct val="94079"/>
              </a:lnSpc>
              <a:spcAft>
                <a:spcPts val="0"/>
              </a:spcAft>
              <a:defRPr/>
            </a:lvl1pPr>
          </a:lstStyle>
          <a:p>
            <a:pPr marL="0" marR="0" lvl="0" indent="0" algn="ctr">
              <a:lnSpc>
                <a:spcPct val="94079"/>
              </a:lnSpc>
              <a:spcAft>
                <a:spcPts val="0"/>
              </a:spcAft>
            </a:pPr>
            <a:r>
              <a:rPr lang="it-IT" sz="1800" b="1" spc="54" smtClean="0">
                <a:solidFill>
                  <a:srgbClr val="003164"/>
                </a:solidFill>
                <a:latin typeface="Tahoma" panose="22635452340000000000" pitchFamily="2"/>
              </a:rPr>
              <a:t>Fare clic per modificare stili del testo dello schema</a:t>
            </a:r>
          </a:p>
        </p:txBody>
      </p:sp>
      <p:sp>
        <p:nvSpPr>
          <p:cNvPr id="601" name="Segnaposto testo 600"/>
          <p:cNvSpPr>
            <a:spLocks noGrp="1"/>
          </p:cNvSpPr>
          <p:nvPr>
            <p:ph type="body" idx="10"/>
          </p:nvPr>
        </p:nvSpPr>
        <p:spPr>
          <a:xfrm>
            <a:off x="1637723" y="2368364"/>
            <a:ext cx="138545" cy="121584"/>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54" smtClean="0">
                <a:solidFill>
                  <a:srgbClr val="000000"/>
                </a:solidFill>
                <a:latin typeface="Arial" panose="22635452340000000000" pitchFamily="2"/>
              </a:rPr>
              <a:t>Fare clic per modificare stili del testo dello schema</a:t>
            </a:r>
          </a:p>
        </p:txBody>
      </p:sp>
      <p:sp>
        <p:nvSpPr>
          <p:cNvPr id="602" name="Segnaposto testo 601"/>
          <p:cNvSpPr>
            <a:spLocks noGrp="1"/>
          </p:cNvSpPr>
          <p:nvPr>
            <p:ph type="body" idx="10"/>
          </p:nvPr>
        </p:nvSpPr>
        <p:spPr>
          <a:xfrm>
            <a:off x="1637723" y="2803712"/>
            <a:ext cx="138545" cy="121584"/>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54" smtClean="0">
                <a:solidFill>
                  <a:srgbClr val="000000"/>
                </a:solidFill>
                <a:latin typeface="Arial" panose="22635452340000000000" pitchFamily="2"/>
              </a:rPr>
              <a:t>Fare clic per modificare stili del testo dello schema</a:t>
            </a:r>
          </a:p>
        </p:txBody>
      </p:sp>
      <p:sp>
        <p:nvSpPr>
          <p:cNvPr id="603" name="Segnaposto testo 602"/>
          <p:cNvSpPr>
            <a:spLocks noGrp="1"/>
          </p:cNvSpPr>
          <p:nvPr>
            <p:ph type="body" idx="10"/>
          </p:nvPr>
        </p:nvSpPr>
        <p:spPr>
          <a:xfrm>
            <a:off x="1637723" y="3231216"/>
            <a:ext cx="135659" cy="124385"/>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67" smtClean="0">
                <a:solidFill>
                  <a:srgbClr val="000000"/>
                </a:solidFill>
                <a:latin typeface="Arial" panose="22635452340000000000" pitchFamily="2"/>
              </a:rPr>
              <a:t>Fare clic per modificare stili del testo dello schema</a:t>
            </a:r>
          </a:p>
        </p:txBody>
      </p:sp>
      <p:sp>
        <p:nvSpPr>
          <p:cNvPr id="604" name="Segnaposto testo 603"/>
          <p:cNvSpPr>
            <a:spLocks noGrp="1"/>
          </p:cNvSpPr>
          <p:nvPr>
            <p:ph type="body" idx="10"/>
          </p:nvPr>
        </p:nvSpPr>
        <p:spPr>
          <a:xfrm>
            <a:off x="1645804" y="3667125"/>
            <a:ext cx="130464" cy="124385"/>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90" smtClean="0">
                <a:solidFill>
                  <a:srgbClr val="000000"/>
                </a:solidFill>
                <a:latin typeface="Arial" panose="22635452340000000000" pitchFamily="2"/>
              </a:rPr>
              <a:t>Fare clic per modificare stili del testo dello schema</a:t>
            </a:r>
          </a:p>
        </p:txBody>
      </p:sp>
      <p:sp>
        <p:nvSpPr>
          <p:cNvPr id="605" name="Segnaposto testo 604"/>
          <p:cNvSpPr>
            <a:spLocks noGrp="1"/>
          </p:cNvSpPr>
          <p:nvPr>
            <p:ph type="body" idx="10"/>
          </p:nvPr>
        </p:nvSpPr>
        <p:spPr>
          <a:xfrm>
            <a:off x="1645804" y="4103034"/>
            <a:ext cx="130464" cy="124385"/>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90" smtClean="0">
                <a:solidFill>
                  <a:srgbClr val="000000"/>
                </a:solidFill>
                <a:latin typeface="Arial" panose="22635452340000000000" pitchFamily="2"/>
              </a:rPr>
              <a:t>Fare clic per modificare stili del testo dello schema</a:t>
            </a:r>
          </a:p>
        </p:txBody>
      </p:sp>
      <p:sp>
        <p:nvSpPr>
          <p:cNvPr id="606" name="Segnaposto testo 605"/>
          <p:cNvSpPr>
            <a:spLocks noGrp="1"/>
          </p:cNvSpPr>
          <p:nvPr>
            <p:ph type="body" idx="10"/>
          </p:nvPr>
        </p:nvSpPr>
        <p:spPr>
          <a:xfrm>
            <a:off x="1645804" y="4533340"/>
            <a:ext cx="130464" cy="121584"/>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90" smtClean="0">
                <a:solidFill>
                  <a:srgbClr val="000000"/>
                </a:solidFill>
                <a:latin typeface="Arial" panose="22635452340000000000" pitchFamily="2"/>
              </a:rPr>
              <a:t>Fare clic per modificare stili del testo dello schema</a:t>
            </a:r>
          </a:p>
        </p:txBody>
      </p:sp>
      <p:sp>
        <p:nvSpPr>
          <p:cNvPr id="607" name="Segnaposto testo 606"/>
          <p:cNvSpPr>
            <a:spLocks noGrp="1"/>
          </p:cNvSpPr>
          <p:nvPr>
            <p:ph type="body" idx="10"/>
          </p:nvPr>
        </p:nvSpPr>
        <p:spPr>
          <a:xfrm>
            <a:off x="1645804" y="4960844"/>
            <a:ext cx="130464" cy="121584"/>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90" smtClean="0">
                <a:solidFill>
                  <a:srgbClr val="000000"/>
                </a:solidFill>
                <a:latin typeface="Arial" panose="22635452340000000000" pitchFamily="2"/>
              </a:rPr>
              <a:t>Fare clic per modificare stili del testo dello schema</a:t>
            </a:r>
          </a:p>
        </p:txBody>
      </p:sp>
      <p:sp>
        <p:nvSpPr>
          <p:cNvPr id="608" name="Segnaposto testo 607"/>
          <p:cNvSpPr>
            <a:spLocks noGrp="1"/>
          </p:cNvSpPr>
          <p:nvPr>
            <p:ph type="body" idx="10"/>
          </p:nvPr>
        </p:nvSpPr>
        <p:spPr>
          <a:xfrm>
            <a:off x="1645805" y="5398994"/>
            <a:ext cx="127577" cy="124385"/>
          </a:xfrm>
          <a:prstGeom prst="rect">
            <a:avLst/>
          </a:prstGeom>
          <a:noFill/>
          <a:ln w="0" cmpd="sng">
            <a:noFill/>
            <a:prstDash val="solid"/>
          </a:ln>
        </p:spPr>
        <p:txBody>
          <a:bodyPr vert="horz" lIns="0" tIns="0" rIns="0" bIns="0" anchor="t"/>
          <a:lstStyle>
            <a:lvl1pPr marL="0" marR="0" indent="0" algn="l">
              <a:lnSpc>
                <a:spcPct val="84479"/>
              </a:lnSpc>
              <a:spcAft>
                <a:spcPts val="0"/>
              </a:spcAft>
              <a:defRPr/>
            </a:lvl1pPr>
          </a:lstStyle>
          <a:p>
            <a:pPr marL="0" marR="0" lvl="0" indent="0" algn="l">
              <a:lnSpc>
                <a:spcPct val="84479"/>
              </a:lnSpc>
              <a:spcAft>
                <a:spcPts val="0"/>
              </a:spcAft>
            </a:pPr>
            <a:r>
              <a:rPr lang="it-IT" sz="1000" spc="-99" smtClean="0">
                <a:solidFill>
                  <a:srgbClr val="000000"/>
                </a:solidFill>
                <a:latin typeface="Arial" panose="22635452340000000000" pitchFamily="2"/>
              </a:rPr>
              <a:t>Fare clic per modificare stili del testo dello schema</a:t>
            </a:r>
          </a:p>
        </p:txBody>
      </p:sp>
      <p:sp>
        <p:nvSpPr>
          <p:cNvPr id="609" name="Segnaposto testo 608"/>
          <p:cNvSpPr>
            <a:spLocks noGrp="1"/>
          </p:cNvSpPr>
          <p:nvPr>
            <p:ph type="body" idx="10"/>
          </p:nvPr>
        </p:nvSpPr>
        <p:spPr>
          <a:xfrm>
            <a:off x="5306292" y="2570069"/>
            <a:ext cx="1831686" cy="14903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000" spc="-9" smtClean="0">
                <a:solidFill>
                  <a:srgbClr val="000000"/>
                </a:solidFill>
                <a:latin typeface="Arial" panose="22635452340000000000" pitchFamily="2"/>
              </a:rPr>
              <a:t>Fare clic per modificare stili del testo dello schema</a:t>
            </a:r>
          </a:p>
        </p:txBody>
      </p:sp>
      <p:sp>
        <p:nvSpPr>
          <p:cNvPr id="610" name="Segnaposto testo 609"/>
          <p:cNvSpPr>
            <a:spLocks noGrp="1"/>
          </p:cNvSpPr>
          <p:nvPr>
            <p:ph type="body" idx="10"/>
          </p:nvPr>
        </p:nvSpPr>
        <p:spPr>
          <a:xfrm>
            <a:off x="1734705" y="5573806"/>
            <a:ext cx="6500668" cy="124385"/>
          </a:xfrm>
          <a:prstGeom prst="rect">
            <a:avLst/>
          </a:prstGeom>
          <a:noFill/>
          <a:ln w="0" cmpd="sng">
            <a:noFill/>
            <a:prstDash val="solid"/>
          </a:ln>
        </p:spPr>
        <p:txBody>
          <a:bodyPr vert="horz" lIns="0" tIns="0" rIns="0" bIns="0" anchor="t"/>
          <a:lstStyle>
            <a:lvl1pPr marL="0" marR="0" indent="0" algn="l">
              <a:lnSpc>
                <a:spcPct val="84479"/>
              </a:lnSpc>
              <a:spcAft>
                <a:spcPts val="0"/>
              </a:spcAft>
              <a:tabLst>
                <a:tab pos="1030857" algn="l"/>
                <a:tab pos="2056585" algn="l"/>
                <a:tab pos="3072056" algn="l"/>
                <a:tab pos="4087527" algn="l"/>
                <a:tab pos="5113255" algn="l"/>
                <a:tab pos="6414220" algn="r"/>
              </a:tabLst>
              <a:defRPr/>
            </a:lvl1pPr>
          </a:lstStyle>
          <a:p>
            <a:pPr marL="0" marR="0" lvl="0" indent="0" algn="l">
              <a:lnSpc>
                <a:spcPct val="84479"/>
              </a:lnSpc>
              <a:spcAft>
                <a:spcPts val="0"/>
              </a:spcAft>
              <a:tabLst>
                <a:tab pos="1148715" algn="l"/>
                <a:tab pos="2291715" algn="l"/>
                <a:tab pos="3423285" algn="l"/>
                <a:tab pos="4554855" algn="l"/>
                <a:tab pos="5697855" algn="l"/>
                <a:tab pos="7147560" algn="r"/>
              </a:tabLst>
            </a:pPr>
            <a:r>
              <a:rPr lang="it-IT" sz="1000" spc="-9" smtClean="0">
                <a:solidFill>
                  <a:srgbClr val="000000"/>
                </a:solidFill>
                <a:latin typeface="Arial" panose="22635452340000000000" pitchFamily="2"/>
              </a:rPr>
              <a:t>Fare clic per modificare stili del testo dello schema</a:t>
            </a:r>
          </a:p>
        </p:txBody>
      </p:sp>
      <p:sp>
        <p:nvSpPr>
          <p:cNvPr id="611" name="Segnaposto testo 610"/>
          <p:cNvSpPr>
            <a:spLocks noGrp="1"/>
          </p:cNvSpPr>
          <p:nvPr>
            <p:ph type="body" idx="10"/>
          </p:nvPr>
        </p:nvSpPr>
        <p:spPr>
          <a:xfrm>
            <a:off x="4513696" y="5783917"/>
            <a:ext cx="925368" cy="14847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000" b="1" spc="-58" smtClean="0">
                <a:solidFill>
                  <a:srgbClr val="000000"/>
                </a:solidFill>
                <a:latin typeface="Arial" panose="22635452340000000000" pitchFamily="2"/>
              </a:rPr>
              <a:t>Fare clic per modificare stili del testo dello schema</a:t>
            </a:r>
          </a:p>
        </p:txBody>
      </p:sp>
      <p:sp>
        <p:nvSpPr>
          <p:cNvPr id="612" name="Segnaposto testo 611"/>
          <p:cNvSpPr>
            <a:spLocks noGrp="1"/>
          </p:cNvSpPr>
          <p:nvPr>
            <p:ph type="body" idx="10"/>
          </p:nvPr>
        </p:nvSpPr>
        <p:spPr>
          <a:xfrm>
            <a:off x="1451841" y="2863104"/>
            <a:ext cx="121805" cy="2155451"/>
          </a:xfrm>
          <a:prstGeom prst="rect">
            <a:avLst/>
          </a:prstGeom>
          <a:noFill/>
          <a:ln w="0" cmpd="sng">
            <a:noFill/>
            <a:prstDash val="solid"/>
          </a:ln>
        </p:spPr>
        <p:txBody>
          <a:bodyPr vert="vert270" lIns="0" tIns="0" rIns="0" bIns="0" anchor="t"/>
          <a:lstStyle>
            <a:lvl1pPr marL="0" marR="0" indent="0" algn="r">
              <a:lnSpc>
                <a:spcPts val="897"/>
              </a:lnSpc>
              <a:spcAft>
                <a:spcPts val="0"/>
              </a:spcAft>
              <a:defRPr/>
            </a:lvl1pPr>
          </a:lstStyle>
          <a:p>
            <a:pPr marL="0" marR="0" lvl="0" indent="0" algn="r">
              <a:lnSpc>
                <a:spcPts val="1000"/>
              </a:lnSpc>
              <a:spcAft>
                <a:spcPts val="0"/>
              </a:spcAft>
            </a:pPr>
            <a:r>
              <a:rPr lang="it-IT" sz="1000" b="1" spc="-63" smtClean="0">
                <a:solidFill>
                  <a:srgbClr val="000000"/>
                </a:solidFill>
                <a:latin typeface="Arial" panose="22635452340000000000" pitchFamily="2"/>
              </a:rPr>
              <a:t>Fare clic per modificare stili del testo dello schema</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bl">
  <p:cSld name="Titolo e tabella">
    <p:spTree>
      <p:nvGrpSpPr>
        <p:cNvPr id="1" name=""/>
        <p:cNvGrpSpPr/>
        <p:nvPr/>
      </p:nvGrpSpPr>
      <p:grpSpPr>
        <a:xfrm>
          <a:off x="0" y="0"/>
          <a:ext cx="0" cy="0"/>
          <a:chOff x="0" y="0"/>
          <a:chExt cx="0" cy="0"/>
        </a:xfrm>
      </p:grpSpPr>
      <p:sp>
        <p:nvSpPr>
          <p:cNvPr id="2" name="Titolo 1"/>
          <p:cNvSpPr>
            <a:spLocks noGrp="1"/>
          </p:cNvSpPr>
          <p:nvPr>
            <p:ph type="title"/>
          </p:nvPr>
        </p:nvSpPr>
        <p:spPr>
          <a:xfrm>
            <a:off x="685800" y="609600"/>
            <a:ext cx="7772400" cy="1143000"/>
          </a:xfrm>
        </p:spPr>
        <p:txBody>
          <a:bodyPr/>
          <a:lstStyle/>
          <a:p>
            <a:r>
              <a:rPr lang="it-IT" smtClean="0"/>
              <a:t>Fare clic per modificare lo stile del titolo</a:t>
            </a:r>
            <a:endParaRPr lang="it-IT"/>
          </a:p>
        </p:txBody>
      </p:sp>
      <p:sp>
        <p:nvSpPr>
          <p:cNvPr id="3" name="Segnaposto tabella 2"/>
          <p:cNvSpPr>
            <a:spLocks noGrp="1"/>
          </p:cNvSpPr>
          <p:nvPr>
            <p:ph type="tbl" idx="1"/>
          </p:nvPr>
        </p:nvSpPr>
        <p:spPr>
          <a:xfrm>
            <a:off x="685800" y="1981200"/>
            <a:ext cx="7772400" cy="4114800"/>
          </a:xfrm>
        </p:spPr>
        <p:txBody>
          <a:bodyPr/>
          <a:lstStyle/>
          <a:p>
            <a:r>
              <a:rPr lang="it-IT" smtClean="0"/>
              <a:t>Fare clic sull'icona per inserire una tabella</a:t>
            </a:r>
            <a:endParaRPr lang="it-IT"/>
          </a:p>
        </p:txBody>
      </p:sp>
      <p:sp>
        <p:nvSpPr>
          <p:cNvPr id="4" name="Segnaposto data 3"/>
          <p:cNvSpPr>
            <a:spLocks noGrp="1"/>
          </p:cNvSpPr>
          <p:nvPr>
            <p:ph type="dt" sz="half" idx="10"/>
          </p:nvPr>
        </p:nvSpPr>
        <p:spPr>
          <a:xfrm>
            <a:off x="685800" y="6248400"/>
            <a:ext cx="1905000" cy="457200"/>
          </a:xfrm>
          <a:prstGeom prst="rect">
            <a:avLst/>
          </a:prstGeom>
        </p:spPr>
        <p:txBody>
          <a:bodyPr/>
          <a:lstStyle>
            <a:lvl1pPr>
              <a:defRPr/>
            </a:lvl1pPr>
          </a:lstStyle>
          <a:p>
            <a:fld id="{9356DE95-0E9D-43EF-AFA6-F3AC2AFE98BA}" type="datetime1">
              <a:rPr lang="it-IT" smtClean="0"/>
              <a:t>30/11/2015</a:t>
            </a:fld>
            <a:endParaRPr lang="it-IT"/>
          </a:p>
        </p:txBody>
      </p:sp>
      <p:sp>
        <p:nvSpPr>
          <p:cNvPr id="5" name="Segnaposto piè di pagina 4"/>
          <p:cNvSpPr>
            <a:spLocks noGrp="1"/>
          </p:cNvSpPr>
          <p:nvPr>
            <p:ph type="ftr" sz="quarter" idx="11"/>
          </p:nvPr>
        </p:nvSpPr>
        <p:spPr>
          <a:xfrm>
            <a:off x="3124200" y="6248400"/>
            <a:ext cx="2895600" cy="457200"/>
          </a:xfrm>
          <a:prstGeom prst="rect">
            <a:avLst/>
          </a:prstGeom>
        </p:spPr>
        <p:txBody>
          <a:bodyPr/>
          <a:lstStyle>
            <a:lvl1pPr>
              <a:defRPr/>
            </a:lvl1pPr>
          </a:lstStyle>
          <a:p>
            <a:endParaRPr lang="it-IT"/>
          </a:p>
        </p:txBody>
      </p:sp>
      <p:sp>
        <p:nvSpPr>
          <p:cNvPr id="6" name="Segnaposto numero diapositiva 5"/>
          <p:cNvSpPr>
            <a:spLocks noGrp="1"/>
          </p:cNvSpPr>
          <p:nvPr>
            <p:ph type="sldNum" sz="quarter" idx="12"/>
          </p:nvPr>
        </p:nvSpPr>
        <p:spPr>
          <a:xfrm>
            <a:off x="7239000" y="6400800"/>
            <a:ext cx="1905000" cy="457200"/>
          </a:xfrm>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8782555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211780" y="6203020"/>
            <a:ext cx="6720711" cy="294367"/>
          </a:xfrm>
          <a:prstGeom prst="rect">
            <a:avLst/>
          </a:prstGeom>
          <a:noFill/>
          <a:ln w="0" cmpd="sng">
            <a:noFill/>
            <a:prstDash val="solid"/>
          </a:ln>
        </p:spPr>
        <p:txBody>
          <a:bodyPr vert="horz" lIns="0" tIns="0" rIns="0" bIns="0" anchor="t"/>
          <a:lstStyle>
            <a:lvl1pPr marL="2244120"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5" name="Segnaposto testo 4"/>
          <p:cNvSpPr>
            <a:spLocks noGrp="1"/>
          </p:cNvSpPr>
          <p:nvPr>
            <p:ph type="body" idx="10"/>
          </p:nvPr>
        </p:nvSpPr>
        <p:spPr>
          <a:xfrm>
            <a:off x="1211780" y="6203020"/>
            <a:ext cx="6720711" cy="294367"/>
          </a:xfrm>
          <a:prstGeom prst="rect">
            <a:avLst/>
          </a:prstGeom>
          <a:noFill/>
          <a:ln w="0" cmpd="sng">
            <a:noFill/>
            <a:prstDash val="solid"/>
          </a:ln>
        </p:spPr>
        <p:txBody>
          <a:bodyPr vert="horz" lIns="0" tIns="0" rIns="0" bIns="0" anchor="t"/>
          <a:lstStyle>
            <a:lvl1pPr marL="2244120"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6" name="Segnaposto testo 5"/>
          <p:cNvSpPr>
            <a:spLocks noGrp="1"/>
          </p:cNvSpPr>
          <p:nvPr>
            <p:ph type="body" idx="10"/>
          </p:nvPr>
        </p:nvSpPr>
        <p:spPr>
          <a:xfrm>
            <a:off x="1211780" y="6203020"/>
            <a:ext cx="6720711" cy="294367"/>
          </a:xfrm>
          <a:prstGeom prst="rect">
            <a:avLst/>
          </a:prstGeom>
          <a:noFill/>
          <a:ln w="0" cmpd="sng">
            <a:noFill/>
            <a:prstDash val="solid"/>
          </a:ln>
        </p:spPr>
        <p:txBody>
          <a:bodyPr vert="horz" lIns="0" tIns="0" rIns="0" bIns="0" anchor="t"/>
          <a:lstStyle>
            <a:lvl1pPr marL="2244120"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7" name="Segnaposto testo 6"/>
          <p:cNvSpPr>
            <a:spLocks noGrp="1"/>
          </p:cNvSpPr>
          <p:nvPr>
            <p:ph type="body" idx="10"/>
          </p:nvPr>
        </p:nvSpPr>
        <p:spPr>
          <a:xfrm>
            <a:off x="2824773" y="2721886"/>
            <a:ext cx="3518071" cy="3327325"/>
          </a:xfrm>
          <a:prstGeom prst="rect">
            <a:avLst/>
          </a:prstGeom>
          <a:noFill/>
          <a:ln w="0" cmpd="sng">
            <a:noFill/>
            <a:prstDash val="solid"/>
          </a:ln>
        </p:spPr>
        <p:txBody>
          <a:bodyPr vert="horz" lIns="0" tIns="0" rIns="0" bIns="0" anchor="t"/>
          <a:lstStyle>
            <a:lvl1pPr marL="0" marR="0" indent="0" algn="ctr">
              <a:lnSpc>
                <a:spcPct val="80639"/>
              </a:lnSpc>
              <a:spcAft>
                <a:spcPts val="21141"/>
              </a:spcAft>
              <a:defRPr/>
            </a:lvl1pPr>
          </a:lstStyle>
          <a:p>
            <a:pPr marL="0" marR="0" lvl="0" indent="0" algn="ctr">
              <a:lnSpc>
                <a:spcPct val="80639"/>
              </a:lnSpc>
              <a:spcAft>
                <a:spcPts val="24120"/>
              </a:spcAft>
            </a:pPr>
            <a:r>
              <a:rPr lang="it-IT" sz="3900" spc="-18" smtClean="0">
                <a:solidFill>
                  <a:srgbClr val="00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344690832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52_1_">
    <p:spTree>
      <p:nvGrpSpPr>
        <p:cNvPr id="1" name=""/>
        <p:cNvGrpSpPr/>
        <p:nvPr/>
      </p:nvGrpSpPr>
      <p:grpSpPr>
        <a:xfrm>
          <a:off x="0" y="0"/>
          <a:ext cx="0" cy="0"/>
          <a:chOff x="0" y="0"/>
          <a:chExt cx="0" cy="0"/>
        </a:xfrm>
      </p:grpSpPr>
      <p:sp>
        <p:nvSpPr>
          <p:cNvPr id="916" name="Segnaposto testo 915"/>
          <p:cNvSpPr>
            <a:spLocks noGrp="1"/>
          </p:cNvSpPr>
          <p:nvPr>
            <p:ph type="body" idx="10"/>
          </p:nvPr>
        </p:nvSpPr>
        <p:spPr>
          <a:xfrm>
            <a:off x="1340450" y="6163848"/>
            <a:ext cx="6471514" cy="295519"/>
          </a:xfrm>
          <a:prstGeom prst="rect">
            <a:avLst/>
          </a:prstGeom>
          <a:noFill/>
          <a:ln w="0" cmpd="sng">
            <a:noFill/>
            <a:prstDash val="solid"/>
          </a:ln>
        </p:spPr>
        <p:txBody>
          <a:bodyPr vert="horz" lIns="0" tIns="0" rIns="0" bIns="0" anchor="t"/>
          <a:lstStyle>
            <a:lvl1pPr marL="2003679"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917" name="Segnaposto testo 916"/>
          <p:cNvSpPr>
            <a:spLocks noGrp="1"/>
          </p:cNvSpPr>
          <p:nvPr>
            <p:ph type="body" idx="10"/>
          </p:nvPr>
        </p:nvSpPr>
        <p:spPr>
          <a:xfrm>
            <a:off x="1340450" y="6163848"/>
            <a:ext cx="6471514" cy="295519"/>
          </a:xfrm>
          <a:prstGeom prst="rect">
            <a:avLst/>
          </a:prstGeom>
          <a:noFill/>
          <a:ln w="0" cmpd="sng">
            <a:noFill/>
            <a:prstDash val="solid"/>
          </a:ln>
        </p:spPr>
        <p:txBody>
          <a:bodyPr vert="horz" lIns="0" tIns="0" rIns="0" bIns="0" anchor="t"/>
          <a:lstStyle>
            <a:lvl1pPr marL="2003679"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918" name="Segnaposto testo 917"/>
          <p:cNvSpPr>
            <a:spLocks noGrp="1"/>
          </p:cNvSpPr>
          <p:nvPr>
            <p:ph type="body" idx="10"/>
          </p:nvPr>
        </p:nvSpPr>
        <p:spPr>
          <a:xfrm>
            <a:off x="915893" y="449327"/>
            <a:ext cx="7177300" cy="1134839"/>
          </a:xfrm>
          <a:prstGeom prst="rect">
            <a:avLst/>
          </a:prstGeom>
          <a:noFill/>
          <a:ln w="0" cmpd="sng">
            <a:noFill/>
            <a:prstDash val="solid"/>
          </a:ln>
        </p:spPr>
        <p:txBody>
          <a:bodyPr vert="horz" lIns="0" tIns="400736" rIns="0" bIns="0" anchor="t"/>
          <a:lstStyle>
            <a:lvl1pPr marL="1322428" marR="0" indent="0" algn="l">
              <a:lnSpc>
                <a:spcPct val="95999"/>
              </a:lnSpc>
              <a:spcAft>
                <a:spcPts val="0"/>
              </a:spcAft>
              <a:defRPr/>
            </a:lvl1pPr>
          </a:lstStyle>
          <a:p>
            <a:pPr marL="1508760" marR="0" lvl="0" indent="0" algn="l">
              <a:lnSpc>
                <a:spcPct val="95999"/>
              </a:lnSpc>
              <a:spcAft>
                <a:spcPts val="0"/>
              </a:spcAft>
            </a:pPr>
            <a:r>
              <a:rPr lang="it-IT" sz="3900" spc="0" smtClean="0">
                <a:solidFill>
                  <a:srgbClr val="00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177952419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63_1_">
    <p:spTree>
      <p:nvGrpSpPr>
        <p:cNvPr id="1" name=""/>
        <p:cNvGrpSpPr/>
        <p:nvPr/>
      </p:nvGrpSpPr>
      <p:grpSpPr>
        <a:xfrm>
          <a:off x="0" y="0"/>
          <a:ext cx="0" cy="0"/>
          <a:chOff x="0" y="0"/>
          <a:chExt cx="0" cy="0"/>
        </a:xfrm>
      </p:grpSpPr>
      <p:sp>
        <p:nvSpPr>
          <p:cNvPr id="926" name="Segnaposto testo 925"/>
          <p:cNvSpPr>
            <a:spLocks noGrp="1"/>
          </p:cNvSpPr>
          <p:nvPr>
            <p:ph type="body" idx="10"/>
          </p:nvPr>
        </p:nvSpPr>
        <p:spPr>
          <a:xfrm>
            <a:off x="1340450" y="6163848"/>
            <a:ext cx="6471514" cy="295519"/>
          </a:xfrm>
          <a:prstGeom prst="rect">
            <a:avLst/>
          </a:prstGeom>
          <a:noFill/>
          <a:ln w="0" cmpd="sng">
            <a:noFill/>
            <a:prstDash val="solid"/>
          </a:ln>
        </p:spPr>
        <p:txBody>
          <a:bodyPr vert="horz" lIns="0" tIns="0" rIns="0" bIns="0" anchor="t"/>
          <a:lstStyle>
            <a:lvl1pPr marL="2003679"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927" name="Segnaposto testo 926"/>
          <p:cNvSpPr>
            <a:spLocks noGrp="1"/>
          </p:cNvSpPr>
          <p:nvPr>
            <p:ph type="body" idx="10"/>
          </p:nvPr>
        </p:nvSpPr>
        <p:spPr>
          <a:xfrm>
            <a:off x="1340450" y="6163848"/>
            <a:ext cx="6471514" cy="295519"/>
          </a:xfrm>
          <a:prstGeom prst="rect">
            <a:avLst/>
          </a:prstGeom>
          <a:noFill/>
          <a:ln w="0" cmpd="sng">
            <a:noFill/>
            <a:prstDash val="solid"/>
          </a:ln>
        </p:spPr>
        <p:txBody>
          <a:bodyPr vert="horz" lIns="0" tIns="0" rIns="0" bIns="0" anchor="t"/>
          <a:lstStyle>
            <a:lvl1pPr marL="2003679"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928" name="Segnaposto testo 927"/>
          <p:cNvSpPr>
            <a:spLocks noGrp="1"/>
          </p:cNvSpPr>
          <p:nvPr>
            <p:ph type="body" idx="10"/>
          </p:nvPr>
        </p:nvSpPr>
        <p:spPr>
          <a:xfrm>
            <a:off x="915893" y="449327"/>
            <a:ext cx="7177300" cy="966629"/>
          </a:xfrm>
          <a:prstGeom prst="rect">
            <a:avLst/>
          </a:prstGeom>
          <a:noFill/>
          <a:ln w="0" cmpd="sng">
            <a:noFill/>
            <a:prstDash val="solid"/>
          </a:ln>
        </p:spPr>
        <p:txBody>
          <a:bodyPr vert="horz" lIns="0" tIns="320589" rIns="0" bIns="0" anchor="t"/>
          <a:lstStyle>
            <a:lvl1pPr marL="881619" marR="0" indent="0" algn="l">
              <a:lnSpc>
                <a:spcPct val="95999"/>
              </a:lnSpc>
              <a:spcAft>
                <a:spcPts val="0"/>
              </a:spcAft>
              <a:defRPr/>
            </a:lvl1pPr>
          </a:lstStyle>
          <a:p>
            <a:pPr marL="1005840" marR="0" lvl="0" indent="0" algn="l">
              <a:lnSpc>
                <a:spcPct val="95999"/>
              </a:lnSpc>
              <a:spcAft>
                <a:spcPts val="0"/>
              </a:spcAft>
            </a:pPr>
            <a:r>
              <a:rPr lang="it-IT" sz="3900" spc="0" smtClean="0">
                <a:solidFill>
                  <a:srgbClr val="00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423349727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65_1_">
    <p:spTree>
      <p:nvGrpSpPr>
        <p:cNvPr id="1" name=""/>
        <p:cNvGrpSpPr/>
        <p:nvPr/>
      </p:nvGrpSpPr>
      <p:grpSpPr>
        <a:xfrm>
          <a:off x="0" y="0"/>
          <a:ext cx="0" cy="0"/>
          <a:chOff x="0" y="0"/>
          <a:chExt cx="0" cy="0"/>
        </a:xfrm>
      </p:grpSpPr>
      <p:sp>
        <p:nvSpPr>
          <p:cNvPr id="936" name="Segnaposto testo 935"/>
          <p:cNvSpPr>
            <a:spLocks noGrp="1"/>
          </p:cNvSpPr>
          <p:nvPr>
            <p:ph type="body" idx="10"/>
          </p:nvPr>
        </p:nvSpPr>
        <p:spPr>
          <a:xfrm>
            <a:off x="1340450" y="6163848"/>
            <a:ext cx="6471514" cy="295519"/>
          </a:xfrm>
          <a:prstGeom prst="rect">
            <a:avLst/>
          </a:prstGeom>
          <a:noFill/>
          <a:ln w="0" cmpd="sng">
            <a:noFill/>
            <a:prstDash val="solid"/>
          </a:ln>
        </p:spPr>
        <p:txBody>
          <a:bodyPr vert="horz" lIns="0" tIns="0" rIns="0" bIns="0" anchor="t"/>
          <a:lstStyle>
            <a:lvl1pPr marL="2003679"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937" name="Segnaposto testo 936"/>
          <p:cNvSpPr>
            <a:spLocks noGrp="1"/>
          </p:cNvSpPr>
          <p:nvPr>
            <p:ph type="body" idx="10"/>
          </p:nvPr>
        </p:nvSpPr>
        <p:spPr>
          <a:xfrm>
            <a:off x="1340450" y="6163848"/>
            <a:ext cx="6471514" cy="295519"/>
          </a:xfrm>
          <a:prstGeom prst="rect">
            <a:avLst/>
          </a:prstGeom>
          <a:noFill/>
          <a:ln w="0" cmpd="sng">
            <a:noFill/>
            <a:prstDash val="solid"/>
          </a:ln>
        </p:spPr>
        <p:txBody>
          <a:bodyPr vert="horz" lIns="0" tIns="0" rIns="0" bIns="0" anchor="t"/>
          <a:lstStyle>
            <a:lvl1pPr marL="2003679" marR="0" indent="0" algn="l">
              <a:lnSpc>
                <a:spcPct val="95999"/>
              </a:lnSpc>
              <a:spcBef>
                <a:spcPts val="0"/>
              </a:spcBef>
              <a:spcAft>
                <a:spcPts val="0"/>
              </a:spcAft>
              <a:defRPr/>
            </a:lvl1pPr>
          </a:lstStyle>
          <a:p>
            <a:pPr marL="0" marR="22860" lvl="0" indent="0" algn="r">
              <a:lnSpc>
                <a:spcPct val="95999"/>
              </a:lnSpc>
              <a:spcAft>
                <a:spcPts val="0"/>
              </a:spcAft>
            </a:pPr>
            <a:r>
              <a:rPr lang="it-IT" sz="1200" spc="0" smtClean="0">
                <a:solidFill>
                  <a:srgbClr val="000000"/>
                </a:solidFill>
                <a:latin typeface="Times New Roman" panose="22635452340000000000" pitchFamily="1"/>
              </a:rPr>
              <a:t>Fare clic per modificare stili del testo dello schema</a:t>
            </a:r>
          </a:p>
          <a:p>
            <a:pPr marL="0" marR="22860" lvl="1" indent="0" algn="r">
              <a:lnSpc>
                <a:spcPct val="95999"/>
              </a:lnSpc>
              <a:spcAft>
                <a:spcPts val="0"/>
              </a:spcAft>
            </a:pPr>
            <a:r>
              <a:rPr lang="it-IT" sz="1200" spc="0" smtClean="0">
                <a:solidFill>
                  <a:srgbClr val="000000"/>
                </a:solidFill>
                <a:latin typeface="Times New Roman" panose="22635452340000000000" pitchFamily="1"/>
              </a:rPr>
              <a:t>Secondo livello</a:t>
            </a:r>
          </a:p>
        </p:txBody>
      </p:sp>
      <p:sp>
        <p:nvSpPr>
          <p:cNvPr id="938" name="Segnaposto testo 937"/>
          <p:cNvSpPr>
            <a:spLocks noGrp="1"/>
          </p:cNvSpPr>
          <p:nvPr>
            <p:ph type="body" idx="10"/>
          </p:nvPr>
        </p:nvSpPr>
        <p:spPr>
          <a:xfrm>
            <a:off x="915893" y="449327"/>
            <a:ext cx="7177300" cy="1320331"/>
          </a:xfrm>
          <a:prstGeom prst="rect">
            <a:avLst/>
          </a:prstGeom>
          <a:noFill/>
          <a:ln w="0" cmpd="sng">
            <a:noFill/>
            <a:prstDash val="solid"/>
          </a:ln>
        </p:spPr>
        <p:txBody>
          <a:bodyPr vert="horz" lIns="0" tIns="320589" rIns="0" bIns="0" anchor="t"/>
          <a:lstStyle>
            <a:lvl1pPr marL="881619" marR="0" indent="0" algn="l">
              <a:lnSpc>
                <a:spcPct val="95999"/>
              </a:lnSpc>
              <a:spcAft>
                <a:spcPts val="2682"/>
              </a:spcAft>
              <a:defRPr/>
            </a:lvl1pPr>
          </a:lstStyle>
          <a:p>
            <a:pPr marL="1005840" marR="0" lvl="0" indent="0" algn="l">
              <a:lnSpc>
                <a:spcPct val="95999"/>
              </a:lnSpc>
              <a:spcAft>
                <a:spcPts val="3060"/>
              </a:spcAft>
            </a:pPr>
            <a:r>
              <a:rPr lang="it-IT" sz="3900" spc="0" smtClean="0">
                <a:solidFill>
                  <a:srgbClr val="00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2583127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51_1_">
    <p:spTree>
      <p:nvGrpSpPr>
        <p:cNvPr id="1" name=""/>
        <p:cNvGrpSpPr/>
        <p:nvPr/>
      </p:nvGrpSpPr>
      <p:grpSpPr>
        <a:xfrm>
          <a:off x="0" y="0"/>
          <a:ext cx="0" cy="0"/>
          <a:chOff x="0" y="0"/>
          <a:chExt cx="0" cy="0"/>
        </a:xfrm>
      </p:grpSpPr>
      <p:sp>
        <p:nvSpPr>
          <p:cNvPr id="111" name="Segnaposto testo 110"/>
          <p:cNvSpPr>
            <a:spLocks noGrp="1"/>
          </p:cNvSpPr>
          <p:nvPr>
            <p:ph type="body" idx="10"/>
          </p:nvPr>
        </p:nvSpPr>
        <p:spPr>
          <a:xfrm>
            <a:off x="659095" y="6321112"/>
            <a:ext cx="7913489" cy="151504"/>
          </a:xfrm>
          <a:prstGeom prst="rect">
            <a:avLst/>
          </a:prstGeom>
          <a:noFill/>
          <a:ln w="0" cmpd="sng">
            <a:noFill/>
            <a:prstDash val="solid"/>
          </a:ln>
        </p:spPr>
        <p:txBody>
          <a:bodyPr vert="horz" lIns="0" tIns="0" rIns="0" bIns="0" anchor="t"/>
          <a:lstStyle>
            <a:lvl1pPr marL="7453686" marR="0" indent="0" algn="l">
              <a:lnSpc>
                <a:spcPct val="95999"/>
              </a:lnSpc>
              <a:spcAft>
                <a:spcPts val="0"/>
              </a:spcAft>
              <a:defRPr/>
            </a:lvl1pPr>
          </a:lstStyle>
          <a:p>
            <a:pPr marL="8503920" marR="0" lvl="0" indent="0" algn="l">
              <a:lnSpc>
                <a:spcPct val="95999"/>
              </a:lnSpc>
              <a:spcAft>
                <a:spcPts val="0"/>
              </a:spcAft>
            </a:pPr>
            <a:r>
              <a:rPr lang="it-IT" sz="1200" spc="-179" smtClean="0">
                <a:solidFill>
                  <a:srgbClr val="7E0000"/>
                </a:solidFill>
                <a:latin typeface="Times New Roman" panose="22635452340000000000" pitchFamily="1"/>
              </a:rPr>
              <a:t>Fare clic per modificare stili del testo dello schema</a:t>
            </a:r>
          </a:p>
        </p:txBody>
      </p:sp>
      <p:sp>
        <p:nvSpPr>
          <p:cNvPr id="114" name="Segnaposto testo 113"/>
          <p:cNvSpPr>
            <a:spLocks noGrp="1"/>
          </p:cNvSpPr>
          <p:nvPr>
            <p:ph type="body" idx="10"/>
          </p:nvPr>
        </p:nvSpPr>
        <p:spPr>
          <a:xfrm>
            <a:off x="2642354" y="1233922"/>
            <a:ext cx="4698906" cy="390569"/>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48" smtClean="0">
                <a:solidFill>
                  <a:srgbClr val="003164"/>
                </a:solidFill>
                <a:latin typeface="Arial" panose="22635452340000000000" pitchFamily="2"/>
              </a:rPr>
              <a:t>Fare clic per modificare stili del testo dello schema</a:t>
            </a:r>
          </a:p>
        </p:txBody>
      </p:sp>
      <p:sp>
        <p:nvSpPr>
          <p:cNvPr id="115" name="Segnaposto testo 114"/>
          <p:cNvSpPr>
            <a:spLocks noGrp="1"/>
          </p:cNvSpPr>
          <p:nvPr>
            <p:ph type="body" idx="10"/>
          </p:nvPr>
        </p:nvSpPr>
        <p:spPr>
          <a:xfrm>
            <a:off x="1154231" y="2296178"/>
            <a:ext cx="6423738" cy="1095091"/>
          </a:xfrm>
          <a:prstGeom prst="rect">
            <a:avLst/>
          </a:prstGeom>
          <a:noFill/>
          <a:ln w="0" cmpd="sng">
            <a:noFill/>
            <a:prstDash val="solid"/>
          </a:ln>
        </p:spPr>
        <p:txBody>
          <a:bodyPr vert="horz" lIns="0" tIns="0" rIns="0" bIns="0" anchor="t"/>
          <a:lstStyle>
            <a:lvl1pPr marL="520957" marR="0" indent="0" algn="l">
              <a:lnSpc>
                <a:spcPct val="88319"/>
              </a:lnSpc>
              <a:spcBef>
                <a:spcPts val="0"/>
              </a:spcBef>
              <a:spcAft>
                <a:spcPts val="0"/>
              </a:spcAft>
              <a:tabLst>
                <a:tab pos="4630168" algn="r"/>
              </a:tabLst>
              <a:defRPr/>
            </a:lvl1pPr>
          </a:lstStyle>
          <a:p>
            <a:pPr marL="0" marR="0" lvl="0" indent="0" algn="l">
              <a:lnSpc>
                <a:spcPct val="95999"/>
              </a:lnSpc>
              <a:spcAft>
                <a:spcPts val="0"/>
              </a:spcAft>
              <a:tabLst>
                <a:tab pos="5282565" algn="r"/>
              </a:tabLst>
            </a:pPr>
            <a:r>
              <a:rPr lang="it-IT" sz="1600" b="1" spc="-412" smtClean="0">
                <a:solidFill>
                  <a:srgbClr val="003164"/>
                </a:solidFill>
                <a:latin typeface="Arial" panose="22635452340000000000" pitchFamily="2"/>
              </a:rPr>
              <a:t>Fare clic per modificare stili del testo dello schema</a:t>
            </a:r>
          </a:p>
          <a:p>
            <a:pPr marL="0" marR="0" lvl="1" indent="0" algn="l">
              <a:lnSpc>
                <a:spcPct val="95999"/>
              </a:lnSpc>
              <a:spcAft>
                <a:spcPts val="0"/>
              </a:spcAft>
              <a:tabLst>
                <a:tab pos="5282565" algn="r"/>
              </a:tabLst>
            </a:pPr>
            <a:r>
              <a:rPr lang="it-IT" sz="1600" b="1" spc="-412" smtClean="0">
                <a:solidFill>
                  <a:srgbClr val="003164"/>
                </a:solidFill>
                <a:latin typeface="Arial" panose="22635452340000000000" pitchFamily="2"/>
              </a:rPr>
              <a:t>Secondo livello</a:t>
            </a:r>
          </a:p>
          <a:p>
            <a:pPr marL="0" marR="0" lvl="2" indent="0" algn="l">
              <a:lnSpc>
                <a:spcPct val="95999"/>
              </a:lnSpc>
              <a:spcAft>
                <a:spcPts val="0"/>
              </a:spcAft>
              <a:tabLst>
                <a:tab pos="5282565" algn="r"/>
              </a:tabLst>
            </a:pPr>
            <a:r>
              <a:rPr lang="it-IT" sz="1600" b="1" spc="-412" smtClean="0">
                <a:solidFill>
                  <a:srgbClr val="003164"/>
                </a:solidFill>
                <a:latin typeface="Arial" panose="22635452340000000000" pitchFamily="2"/>
              </a:rPr>
              <a:t>Terzo livello</a:t>
            </a:r>
          </a:p>
          <a:p>
            <a:pPr marL="0" marR="0" lvl="3" indent="0" algn="l">
              <a:lnSpc>
                <a:spcPct val="95999"/>
              </a:lnSpc>
              <a:spcAft>
                <a:spcPts val="0"/>
              </a:spcAft>
              <a:tabLst>
                <a:tab pos="5282565" algn="r"/>
              </a:tabLst>
            </a:pPr>
            <a:r>
              <a:rPr lang="it-IT" sz="1600" b="1" spc="-412" smtClean="0">
                <a:solidFill>
                  <a:srgbClr val="003164"/>
                </a:solidFill>
                <a:latin typeface="Arial" panose="22635452340000000000" pitchFamily="2"/>
              </a:rPr>
              <a:t>Quarto livello</a:t>
            </a:r>
          </a:p>
          <a:p>
            <a:pPr marL="0" marR="0" lvl="4" indent="0" algn="l">
              <a:lnSpc>
                <a:spcPct val="95999"/>
              </a:lnSpc>
              <a:spcAft>
                <a:spcPts val="0"/>
              </a:spcAft>
              <a:tabLst>
                <a:tab pos="5282565" algn="r"/>
              </a:tabLst>
            </a:pPr>
            <a:r>
              <a:rPr lang="it-IT" sz="1600" b="1" spc="-412" smtClean="0">
                <a:solidFill>
                  <a:srgbClr val="003164"/>
                </a:solidFill>
                <a:latin typeface="Arial" panose="22635452340000000000" pitchFamily="2"/>
              </a:rPr>
              <a:t>Quinto livello</a:t>
            </a:r>
            <a:endParaRPr lang="it-IT" sz="1600" spc="-18" dirty="0">
              <a:solidFill>
                <a:srgbClr val="003164"/>
              </a:solidFill>
              <a:latin typeface="Arial" panose="22635452340000000000" pitchFamily="2"/>
            </a:endParaRPr>
          </a:p>
        </p:txBody>
      </p:sp>
      <p:sp>
        <p:nvSpPr>
          <p:cNvPr id="116" name="Segnaposto testo 115"/>
          <p:cNvSpPr>
            <a:spLocks noGrp="1"/>
          </p:cNvSpPr>
          <p:nvPr>
            <p:ph type="body" idx="10"/>
          </p:nvPr>
        </p:nvSpPr>
        <p:spPr>
          <a:xfrm>
            <a:off x="1156946" y="3633214"/>
            <a:ext cx="6358588" cy="454512"/>
          </a:xfrm>
          <a:prstGeom prst="rect">
            <a:avLst/>
          </a:prstGeom>
          <a:noFill/>
          <a:ln w="0" cmpd="sng">
            <a:noFill/>
            <a:prstDash val="solid"/>
          </a:ln>
        </p:spPr>
        <p:txBody>
          <a:bodyPr vert="horz" lIns="0" tIns="0" rIns="0" bIns="0" anchor="t"/>
          <a:lstStyle>
            <a:lvl1pPr marL="520957" marR="0" indent="0" algn="l">
              <a:lnSpc>
                <a:spcPct val="82559"/>
              </a:lnSpc>
              <a:spcBef>
                <a:spcPts val="0"/>
              </a:spcBef>
              <a:spcAft>
                <a:spcPts val="0"/>
              </a:spcAft>
              <a:tabLst>
                <a:tab pos="6515853" algn="r"/>
              </a:tabLst>
              <a:defRPr/>
            </a:lvl1pPr>
          </a:lstStyle>
          <a:p>
            <a:pPr marL="0" marR="0" lvl="0" indent="0" algn="l">
              <a:lnSpc>
                <a:spcPts val="1900"/>
              </a:lnSpc>
              <a:spcAft>
                <a:spcPts val="0"/>
              </a:spcAft>
              <a:tabLst>
                <a:tab pos="7433945" algn="r"/>
              </a:tabLst>
            </a:pPr>
            <a:r>
              <a:rPr lang="it-IT" sz="2600" spc="0" smtClean="0">
                <a:solidFill>
                  <a:srgbClr val="003164"/>
                </a:solidFill>
                <a:latin typeface="Arial" panose="22635452340000000000" pitchFamily="2"/>
              </a:rPr>
              <a:t>Fare clic per modificare stili del testo dello schema</a:t>
            </a:r>
          </a:p>
          <a:p>
            <a:pPr marL="0" marR="0" lvl="1" indent="0" algn="l">
              <a:lnSpc>
                <a:spcPts val="1900"/>
              </a:lnSpc>
              <a:spcAft>
                <a:spcPts val="0"/>
              </a:spcAft>
              <a:tabLst>
                <a:tab pos="7433945" algn="r"/>
              </a:tabLst>
            </a:pPr>
            <a:r>
              <a:rPr lang="it-IT" sz="2600" spc="0" smtClean="0">
                <a:solidFill>
                  <a:srgbClr val="003164"/>
                </a:solidFill>
                <a:latin typeface="Arial" panose="22635452340000000000" pitchFamily="2"/>
              </a:rPr>
              <a:t>Secondo livello</a:t>
            </a:r>
          </a:p>
        </p:txBody>
      </p:sp>
      <p:sp>
        <p:nvSpPr>
          <p:cNvPr id="117" name="Segnaposto testo 116"/>
          <p:cNvSpPr>
            <a:spLocks noGrp="1"/>
          </p:cNvSpPr>
          <p:nvPr>
            <p:ph type="body" idx="10"/>
          </p:nvPr>
        </p:nvSpPr>
        <p:spPr>
          <a:xfrm>
            <a:off x="7955836" y="6319960"/>
            <a:ext cx="128127" cy="154384"/>
          </a:xfrm>
          <a:prstGeom prst="rect">
            <a:avLst/>
          </a:prstGeom>
          <a:noFill/>
          <a:ln w="0" cmpd="sng">
            <a:noFill/>
            <a:prstDash val="solid"/>
          </a:ln>
        </p:spPr>
        <p:txBody>
          <a:bodyPr vert="horz" lIns="0" tIns="0" rIns="0" bIns="0" anchor="t"/>
          <a:lstStyle>
            <a:lvl1pPr marL="0" marR="0" indent="0" algn="l">
              <a:lnSpc>
                <a:spcPct val="79679"/>
              </a:lnSpc>
              <a:spcAft>
                <a:spcPts val="0"/>
              </a:spcAft>
              <a:defRPr/>
            </a:lvl1pPr>
          </a:lstStyle>
          <a:p>
            <a:pPr marL="0" marR="0" lvl="0" indent="0" algn="l">
              <a:lnSpc>
                <a:spcPct val="79679"/>
              </a:lnSpc>
              <a:spcAft>
                <a:spcPts val="0"/>
              </a:spcAft>
            </a:pPr>
            <a:r>
              <a:rPr lang="it-IT" sz="1200" spc="-118" smtClean="0">
                <a:solidFill>
                  <a:srgbClr val="7E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18735045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53_1_">
    <p:spTree>
      <p:nvGrpSpPr>
        <p:cNvPr id="1" name=""/>
        <p:cNvGrpSpPr/>
        <p:nvPr/>
      </p:nvGrpSpPr>
      <p:grpSpPr>
        <a:xfrm>
          <a:off x="0" y="0"/>
          <a:ext cx="0" cy="0"/>
          <a:chOff x="0" y="0"/>
          <a:chExt cx="0" cy="0"/>
        </a:xfrm>
      </p:grpSpPr>
      <p:sp>
        <p:nvSpPr>
          <p:cNvPr id="129" name="Segnaposto testo 128"/>
          <p:cNvSpPr>
            <a:spLocks noGrp="1"/>
          </p:cNvSpPr>
          <p:nvPr>
            <p:ph type="body" idx="10"/>
          </p:nvPr>
        </p:nvSpPr>
        <p:spPr>
          <a:xfrm>
            <a:off x="2642354" y="1546146"/>
            <a:ext cx="4698906" cy="390569"/>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48" smtClean="0">
                <a:solidFill>
                  <a:srgbClr val="003164"/>
                </a:solidFill>
                <a:latin typeface="Arial" panose="22635452340000000000" pitchFamily="2"/>
              </a:rPr>
              <a:t>Fare clic per modificare stili del testo dello schema</a:t>
            </a:r>
          </a:p>
        </p:txBody>
      </p:sp>
      <p:sp>
        <p:nvSpPr>
          <p:cNvPr id="130" name="Segnaposto testo 129"/>
          <p:cNvSpPr>
            <a:spLocks noGrp="1"/>
          </p:cNvSpPr>
          <p:nvPr>
            <p:ph type="body" idx="10"/>
          </p:nvPr>
        </p:nvSpPr>
        <p:spPr>
          <a:xfrm>
            <a:off x="659095" y="2405629"/>
            <a:ext cx="7289140" cy="1212031"/>
          </a:xfrm>
          <a:prstGeom prst="rect">
            <a:avLst/>
          </a:prstGeom>
          <a:noFill/>
          <a:ln w="0" cmpd="sng">
            <a:noFill/>
            <a:prstDash val="solid"/>
          </a:ln>
        </p:spPr>
        <p:txBody>
          <a:bodyPr vert="horz" lIns="0" tIns="0" rIns="0" bIns="0" anchor="t"/>
          <a:lstStyle>
            <a:lvl1pPr marL="1081987" marR="0" indent="0" algn="l">
              <a:lnSpc>
                <a:spcPct val="82559"/>
              </a:lnSpc>
              <a:spcBef>
                <a:spcPts val="0"/>
              </a:spcBef>
              <a:spcAft>
                <a:spcPts val="0"/>
              </a:spcAft>
              <a:tabLst>
                <a:tab pos="7469827" algn="r"/>
              </a:tabLst>
              <a:defRPr/>
            </a:lvl1pPr>
          </a:lstStyle>
          <a:p>
            <a:pPr marL="0" marR="0" lvl="0" indent="0" algn="l">
              <a:lnSpc>
                <a:spcPts val="2100"/>
              </a:lnSpc>
              <a:spcAft>
                <a:spcPts val="0"/>
              </a:spcAft>
              <a:tabLst>
                <a:tab pos="8522335" algn="r"/>
              </a:tabLst>
            </a:pPr>
            <a:r>
              <a:rPr lang="it-IT" sz="100" spc="0" smtClean="0">
                <a:solidFill>
                  <a:srgbClr val="003164"/>
                </a:solidFill>
                <a:latin typeface="Arial" panose="22635452340000000000" pitchFamily="2"/>
              </a:rPr>
              <a:t>Fare clic per modificare stili del testo dello schema</a:t>
            </a:r>
          </a:p>
          <a:p>
            <a:pPr marL="0" marR="0" lvl="1" indent="0" algn="l">
              <a:lnSpc>
                <a:spcPts val="2100"/>
              </a:lnSpc>
              <a:spcAft>
                <a:spcPts val="0"/>
              </a:spcAft>
              <a:tabLst>
                <a:tab pos="8522335" algn="r"/>
              </a:tabLst>
            </a:pPr>
            <a:r>
              <a:rPr lang="it-IT" sz="100" spc="0" smtClean="0">
                <a:solidFill>
                  <a:srgbClr val="003164"/>
                </a:solidFill>
                <a:latin typeface="Arial" panose="22635452340000000000" pitchFamily="2"/>
              </a:rPr>
              <a:t>Secondo livello</a:t>
            </a:r>
          </a:p>
          <a:p>
            <a:pPr marL="0" marR="0" lvl="2" indent="0" algn="l">
              <a:lnSpc>
                <a:spcPts val="2100"/>
              </a:lnSpc>
              <a:spcAft>
                <a:spcPts val="0"/>
              </a:spcAft>
              <a:tabLst>
                <a:tab pos="8522335" algn="r"/>
              </a:tabLst>
            </a:pPr>
            <a:r>
              <a:rPr lang="it-IT" sz="100" spc="0" smtClean="0">
                <a:solidFill>
                  <a:srgbClr val="003164"/>
                </a:solidFill>
                <a:latin typeface="Arial" panose="22635452340000000000" pitchFamily="2"/>
              </a:rPr>
              <a:t>Terzo livello</a:t>
            </a:r>
          </a:p>
          <a:p>
            <a:pPr marL="0" marR="0" lvl="3" indent="0" algn="l">
              <a:lnSpc>
                <a:spcPts val="2100"/>
              </a:lnSpc>
              <a:spcAft>
                <a:spcPts val="0"/>
              </a:spcAft>
              <a:tabLst>
                <a:tab pos="8522335" algn="r"/>
              </a:tabLst>
            </a:pPr>
            <a:r>
              <a:rPr lang="it-IT" sz="100" spc="0" smtClean="0">
                <a:solidFill>
                  <a:srgbClr val="003164"/>
                </a:solidFill>
                <a:latin typeface="Arial" panose="22635452340000000000" pitchFamily="2"/>
              </a:rPr>
              <a:t>Quarto livello</a:t>
            </a:r>
          </a:p>
          <a:p>
            <a:pPr marL="0" marR="0" lvl="4" indent="0" algn="l">
              <a:lnSpc>
                <a:spcPts val="2100"/>
              </a:lnSpc>
              <a:spcAft>
                <a:spcPts val="0"/>
              </a:spcAft>
              <a:tabLst>
                <a:tab pos="8522335" algn="r"/>
              </a:tabLst>
            </a:pPr>
            <a:r>
              <a:rPr lang="it-IT" sz="100" spc="0" smtClean="0">
                <a:solidFill>
                  <a:srgbClr val="003164"/>
                </a:solidFill>
                <a:latin typeface="Arial" panose="22635452340000000000" pitchFamily="2"/>
              </a:rPr>
              <a:t>Quinto livello</a:t>
            </a:r>
            <a:endParaRPr lang="it-IT" sz="1600" spc="-18" dirty="0">
              <a:solidFill>
                <a:srgbClr val="003164"/>
              </a:solidFill>
              <a:latin typeface="Arial" panose="22635452340000000000" pitchFamily="2"/>
            </a:endParaRPr>
          </a:p>
        </p:txBody>
      </p:sp>
      <p:sp>
        <p:nvSpPr>
          <p:cNvPr id="131" name="Segnaposto testo 130"/>
          <p:cNvSpPr>
            <a:spLocks noGrp="1"/>
          </p:cNvSpPr>
          <p:nvPr>
            <p:ph type="body" idx="10"/>
          </p:nvPr>
        </p:nvSpPr>
        <p:spPr>
          <a:xfrm>
            <a:off x="7955836" y="6317079"/>
            <a:ext cx="130299" cy="158417"/>
          </a:xfrm>
          <a:prstGeom prst="rect">
            <a:avLst/>
          </a:prstGeom>
          <a:noFill/>
          <a:ln w="0" cmpd="sng">
            <a:noFill/>
            <a:prstDash val="solid"/>
          </a:ln>
        </p:spPr>
        <p:txBody>
          <a:bodyPr vert="horz" lIns="0" tIns="0" rIns="0" bIns="0" anchor="t"/>
          <a:lstStyle>
            <a:lvl1pPr marL="0" marR="0" indent="0" algn="l">
              <a:lnSpc>
                <a:spcPct val="81599"/>
              </a:lnSpc>
              <a:spcAft>
                <a:spcPts val="0"/>
              </a:spcAft>
              <a:defRPr/>
            </a:lvl1pPr>
          </a:lstStyle>
          <a:p>
            <a:pPr marL="0" marR="0" lvl="0" indent="0" algn="l">
              <a:lnSpc>
                <a:spcPct val="81599"/>
              </a:lnSpc>
              <a:spcAft>
                <a:spcPts val="0"/>
              </a:spcAft>
            </a:pPr>
            <a:r>
              <a:rPr lang="it-IT" sz="1200" spc="-110" smtClean="0">
                <a:solidFill>
                  <a:srgbClr val="7E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32241383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54_1_">
    <p:spTree>
      <p:nvGrpSpPr>
        <p:cNvPr id="1" name=""/>
        <p:cNvGrpSpPr/>
        <p:nvPr/>
      </p:nvGrpSpPr>
      <p:grpSpPr>
        <a:xfrm>
          <a:off x="0" y="0"/>
          <a:ext cx="0" cy="0"/>
          <a:chOff x="0" y="0"/>
          <a:chExt cx="0" cy="0"/>
        </a:xfrm>
      </p:grpSpPr>
      <p:sp>
        <p:nvSpPr>
          <p:cNvPr id="101" name="Segnaposto testo 100"/>
          <p:cNvSpPr>
            <a:spLocks noGrp="1"/>
          </p:cNvSpPr>
          <p:nvPr>
            <p:ph type="body" idx="10"/>
          </p:nvPr>
        </p:nvSpPr>
        <p:spPr>
          <a:xfrm>
            <a:off x="659095" y="6321112"/>
            <a:ext cx="7913489" cy="151504"/>
          </a:xfrm>
          <a:prstGeom prst="rect">
            <a:avLst/>
          </a:prstGeom>
          <a:noFill/>
          <a:ln w="0" cmpd="sng">
            <a:noFill/>
            <a:prstDash val="solid"/>
          </a:ln>
        </p:spPr>
        <p:txBody>
          <a:bodyPr vert="horz" lIns="0" tIns="0" rIns="0" bIns="0" anchor="t"/>
          <a:lstStyle>
            <a:lvl1pPr marL="7453686" marR="0" indent="0" algn="l">
              <a:lnSpc>
                <a:spcPct val="95999"/>
              </a:lnSpc>
              <a:spcAft>
                <a:spcPts val="0"/>
              </a:spcAft>
              <a:defRPr/>
            </a:lvl1pPr>
          </a:lstStyle>
          <a:p>
            <a:pPr marL="8503920" marR="0" lvl="0" indent="0" algn="l">
              <a:lnSpc>
                <a:spcPct val="95999"/>
              </a:lnSpc>
              <a:spcAft>
                <a:spcPts val="0"/>
              </a:spcAft>
            </a:pPr>
            <a:r>
              <a:rPr lang="it-IT" sz="1200" spc="-179" smtClean="0">
                <a:solidFill>
                  <a:srgbClr val="7E0000"/>
                </a:solidFill>
                <a:latin typeface="Times New Roman" panose="22635452340000000000" pitchFamily="1"/>
              </a:rPr>
              <a:t>Fare clic per modificare stili del testo dello schema</a:t>
            </a:r>
          </a:p>
        </p:txBody>
      </p:sp>
      <p:sp>
        <p:nvSpPr>
          <p:cNvPr id="104" name="Segnaposto testo 103"/>
          <p:cNvSpPr>
            <a:spLocks noGrp="1"/>
          </p:cNvSpPr>
          <p:nvPr>
            <p:ph type="body" idx="10"/>
          </p:nvPr>
        </p:nvSpPr>
        <p:spPr>
          <a:xfrm>
            <a:off x="2652669" y="1220097"/>
            <a:ext cx="4670131" cy="716043"/>
          </a:xfrm>
          <a:prstGeom prst="rect">
            <a:avLst/>
          </a:prstGeom>
          <a:noFill/>
          <a:ln w="0" cmpd="sng">
            <a:noFill/>
            <a:prstDash val="solid"/>
          </a:ln>
        </p:spPr>
        <p:txBody>
          <a:bodyPr vert="horz" lIns="0" tIns="0" rIns="0" bIns="0" anchor="t"/>
          <a:lstStyle>
            <a:lvl1pPr marL="0" marR="0" indent="0" algn="ctr">
              <a:lnSpc>
                <a:spcPct val="95999"/>
              </a:lnSpc>
              <a:spcBef>
                <a:spcPts val="0"/>
              </a:spcBef>
              <a:spcAft>
                <a:spcPts val="0"/>
              </a:spcAft>
              <a:defRPr/>
            </a:lvl1pPr>
          </a:lstStyle>
          <a:p>
            <a:pPr marL="0" marR="0" lvl="0" indent="0" algn="ctr">
              <a:lnSpc>
                <a:spcPct val="83519"/>
              </a:lnSpc>
              <a:spcAft>
                <a:spcPts val="0"/>
              </a:spcAft>
            </a:pPr>
            <a:r>
              <a:rPr lang="it-IT" sz="2500" b="1" spc="0" smtClean="0">
                <a:solidFill>
                  <a:srgbClr val="003164"/>
                </a:solidFill>
                <a:latin typeface="Arial" panose="22635452340000000000" pitchFamily="2"/>
              </a:rPr>
              <a:t>Fare clic per modificare stili del testo dello schema</a:t>
            </a:r>
          </a:p>
          <a:p>
            <a:pPr marL="0" marR="0" lvl="1" indent="0" algn="ctr">
              <a:lnSpc>
                <a:spcPct val="83519"/>
              </a:lnSpc>
              <a:spcAft>
                <a:spcPts val="0"/>
              </a:spcAft>
            </a:pPr>
            <a:r>
              <a:rPr lang="it-IT" sz="2500" b="1" spc="0" smtClean="0">
                <a:solidFill>
                  <a:srgbClr val="003164"/>
                </a:solidFill>
                <a:latin typeface="Arial" panose="22635452340000000000" pitchFamily="2"/>
              </a:rPr>
              <a:t>Secondo livello</a:t>
            </a:r>
          </a:p>
        </p:txBody>
      </p:sp>
      <p:sp>
        <p:nvSpPr>
          <p:cNvPr id="105" name="Segnaposto testo 104"/>
          <p:cNvSpPr>
            <a:spLocks noGrp="1"/>
          </p:cNvSpPr>
          <p:nvPr>
            <p:ph type="body" idx="10"/>
          </p:nvPr>
        </p:nvSpPr>
        <p:spPr>
          <a:xfrm>
            <a:off x="1097226" y="2619924"/>
            <a:ext cx="3142919" cy="212566"/>
          </a:xfrm>
          <a:prstGeom prst="rect">
            <a:avLst/>
          </a:prstGeom>
          <a:noFill/>
          <a:ln w="0" cmpd="sng">
            <a:noFill/>
            <a:prstDash val="solid"/>
          </a:ln>
        </p:spPr>
        <p:txBody>
          <a:bodyPr vert="horz" lIns="0" tIns="0" rIns="0" bIns="0" anchor="t"/>
          <a:lstStyle>
            <a:lvl1pPr marL="0" marR="0" indent="0" algn="l">
              <a:lnSpc>
                <a:spcPct val="83519"/>
              </a:lnSpc>
              <a:spcAft>
                <a:spcPts val="0"/>
              </a:spcAft>
              <a:defRPr/>
            </a:lvl1pPr>
          </a:lstStyle>
          <a:p>
            <a:pPr marL="0" marR="0" lvl="0" indent="0" algn="l">
              <a:lnSpc>
                <a:spcPct val="83519"/>
              </a:lnSpc>
              <a:spcAft>
                <a:spcPts val="0"/>
              </a:spcAft>
            </a:pPr>
            <a:r>
              <a:rPr lang="it-IT" sz="1600" spc="-35" smtClean="0">
                <a:solidFill>
                  <a:srgbClr val="003164"/>
                </a:solidFill>
                <a:latin typeface="Arial" panose="22635452340000000000" pitchFamily="2"/>
              </a:rPr>
              <a:t>Fare clic per modificare stili del testo dello schema</a:t>
            </a:r>
          </a:p>
        </p:txBody>
      </p:sp>
      <p:sp>
        <p:nvSpPr>
          <p:cNvPr id="106" name="Segnaposto testo 105"/>
          <p:cNvSpPr>
            <a:spLocks noGrp="1"/>
          </p:cNvSpPr>
          <p:nvPr>
            <p:ph type="body" idx="10"/>
          </p:nvPr>
        </p:nvSpPr>
        <p:spPr>
          <a:xfrm>
            <a:off x="1094511" y="3216146"/>
            <a:ext cx="6752200" cy="256923"/>
          </a:xfrm>
          <a:prstGeom prst="rect">
            <a:avLst/>
          </a:prstGeom>
          <a:noFill/>
          <a:ln w="0" cmpd="sng">
            <a:noFill/>
            <a:prstDash val="solid"/>
          </a:ln>
        </p:spPr>
        <p:txBody>
          <a:bodyPr vert="horz" lIns="0" tIns="0" rIns="0" bIns="0" anchor="t"/>
          <a:lstStyle>
            <a:lvl1pPr marL="0" marR="0" indent="0" algn="l">
              <a:lnSpc>
                <a:spcPts val="1753"/>
              </a:lnSpc>
              <a:spcAft>
                <a:spcPts val="0"/>
              </a:spcAft>
              <a:defRPr/>
            </a:lvl1pPr>
          </a:lstStyle>
          <a:p>
            <a:pPr marL="0" marR="0" lvl="0" indent="0" algn="l">
              <a:lnSpc>
                <a:spcPts val="2000"/>
              </a:lnSpc>
              <a:spcAft>
                <a:spcPts val="0"/>
              </a:spcAft>
            </a:pPr>
            <a:r>
              <a:rPr lang="it-IT" sz="2600" spc="-18" smtClean="0">
                <a:solidFill>
                  <a:srgbClr val="003164"/>
                </a:solidFill>
                <a:latin typeface="Arial" panose="22635452340000000000" pitchFamily="2"/>
              </a:rPr>
              <a:t>Fare clic per modificare stili del testo dello schema</a:t>
            </a:r>
          </a:p>
        </p:txBody>
      </p:sp>
      <p:sp>
        <p:nvSpPr>
          <p:cNvPr id="107" name="Segnaposto testo 106"/>
          <p:cNvSpPr>
            <a:spLocks noGrp="1"/>
          </p:cNvSpPr>
          <p:nvPr>
            <p:ph type="body" idx="10"/>
          </p:nvPr>
        </p:nvSpPr>
        <p:spPr>
          <a:xfrm>
            <a:off x="659096" y="3473069"/>
            <a:ext cx="5553449" cy="243674"/>
          </a:xfrm>
          <a:prstGeom prst="rect">
            <a:avLst/>
          </a:prstGeom>
          <a:noFill/>
          <a:ln w="0" cmpd="sng">
            <a:noFill/>
            <a:prstDash val="solid"/>
          </a:ln>
        </p:spPr>
        <p:txBody>
          <a:bodyPr vert="horz" lIns="0" tIns="0" rIns="0" bIns="0" anchor="t"/>
          <a:lstStyle>
            <a:lvl1pPr marL="0" marR="0" indent="0" algn="l">
              <a:lnSpc>
                <a:spcPct val="95999"/>
              </a:lnSpc>
              <a:spcAft>
                <a:spcPts val="0"/>
              </a:spcAft>
              <a:tabLst>
                <a:tab pos="5690448" algn="r"/>
              </a:tabLst>
              <a:defRPr/>
            </a:lvl1pPr>
          </a:lstStyle>
          <a:p>
            <a:pPr marL="0" marR="0" lvl="0" indent="0" algn="l">
              <a:lnSpc>
                <a:spcPct val="95999"/>
              </a:lnSpc>
              <a:spcAft>
                <a:spcPts val="0"/>
              </a:spcAft>
              <a:tabLst>
                <a:tab pos="6492240" algn="r"/>
              </a:tabLst>
            </a:pPr>
            <a:r>
              <a:rPr lang="it-IT" sz="100" spc="0" smtClean="0">
                <a:solidFill>
                  <a:srgbClr val="003164"/>
                </a:solidFill>
                <a:latin typeface="Arial" panose="22635452340000000000" pitchFamily="2"/>
              </a:rPr>
              <a:t>Fare clic per modificare stili del testo dello schema</a:t>
            </a:r>
          </a:p>
        </p:txBody>
      </p:sp>
      <p:sp>
        <p:nvSpPr>
          <p:cNvPr id="108" name="Segnaposto testo 107"/>
          <p:cNvSpPr>
            <a:spLocks noGrp="1"/>
          </p:cNvSpPr>
          <p:nvPr>
            <p:ph type="body" idx="10"/>
          </p:nvPr>
        </p:nvSpPr>
        <p:spPr>
          <a:xfrm>
            <a:off x="659095" y="4061803"/>
            <a:ext cx="7047001" cy="504053"/>
          </a:xfrm>
          <a:prstGeom prst="rect">
            <a:avLst/>
          </a:prstGeom>
          <a:noFill/>
          <a:ln w="0" cmpd="sng">
            <a:noFill/>
            <a:prstDash val="solid"/>
          </a:ln>
        </p:spPr>
        <p:txBody>
          <a:bodyPr vert="horz" lIns="0" tIns="0" rIns="0" bIns="0" anchor="t"/>
          <a:lstStyle>
            <a:lvl1pPr marL="0" marR="0" indent="0" algn="l">
              <a:lnSpc>
                <a:spcPct val="95999"/>
              </a:lnSpc>
              <a:spcBef>
                <a:spcPts val="0"/>
              </a:spcBef>
              <a:spcAft>
                <a:spcPts val="0"/>
              </a:spcAft>
              <a:tabLst>
                <a:tab pos="7221593" algn="r"/>
              </a:tabLst>
              <a:defRPr/>
            </a:lvl1pPr>
          </a:lstStyle>
          <a:p>
            <a:pPr marL="0" marR="0" lvl="0" indent="0" algn="l">
              <a:lnSpc>
                <a:spcPts val="2100"/>
              </a:lnSpc>
              <a:spcAft>
                <a:spcPts val="0"/>
              </a:spcAft>
              <a:tabLst>
                <a:tab pos="8174990" algn="r"/>
              </a:tabLst>
            </a:pPr>
            <a:r>
              <a:rPr lang="it-IT" sz="100" spc="0" smtClean="0">
                <a:solidFill>
                  <a:srgbClr val="003164"/>
                </a:solidFill>
                <a:latin typeface="Arial" panose="22635452340000000000" pitchFamily="2"/>
              </a:rPr>
              <a:t>Fare clic per modificare stili del testo dello schema</a:t>
            </a:r>
          </a:p>
          <a:p>
            <a:pPr marL="0" marR="0" lvl="1" indent="0" algn="l">
              <a:lnSpc>
                <a:spcPts val="2100"/>
              </a:lnSpc>
              <a:spcAft>
                <a:spcPts val="0"/>
              </a:spcAft>
              <a:tabLst>
                <a:tab pos="8174990" algn="r"/>
              </a:tabLst>
            </a:pPr>
            <a:r>
              <a:rPr lang="it-IT" sz="100" spc="0" smtClean="0">
                <a:solidFill>
                  <a:srgbClr val="003164"/>
                </a:solidFill>
                <a:latin typeface="Arial" panose="22635452340000000000" pitchFamily="2"/>
              </a:rPr>
              <a:t>Secondo livello</a:t>
            </a:r>
          </a:p>
        </p:txBody>
      </p:sp>
    </p:spTree>
    <p:extLst>
      <p:ext uri="{BB962C8B-B14F-4D97-AF65-F5344CB8AC3E}">
        <p14:creationId xmlns:p14="http://schemas.microsoft.com/office/powerpoint/2010/main" val="50447546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55_1_">
    <p:spTree>
      <p:nvGrpSpPr>
        <p:cNvPr id="1" name=""/>
        <p:cNvGrpSpPr/>
        <p:nvPr/>
      </p:nvGrpSpPr>
      <p:grpSpPr>
        <a:xfrm>
          <a:off x="0" y="0"/>
          <a:ext cx="0" cy="0"/>
          <a:chOff x="0" y="0"/>
          <a:chExt cx="0" cy="0"/>
        </a:xfrm>
      </p:grpSpPr>
      <p:sp>
        <p:nvSpPr>
          <p:cNvPr id="122" name="Segnaposto testo 121"/>
          <p:cNvSpPr>
            <a:spLocks noGrp="1"/>
          </p:cNvSpPr>
          <p:nvPr>
            <p:ph type="body" idx="10"/>
          </p:nvPr>
        </p:nvSpPr>
        <p:spPr>
          <a:xfrm>
            <a:off x="4378045" y="1241411"/>
            <a:ext cx="1235125" cy="388841"/>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105" smtClean="0">
                <a:solidFill>
                  <a:srgbClr val="003164"/>
                </a:solidFill>
                <a:latin typeface="Arial" panose="22635452340000000000" pitchFamily="2"/>
              </a:rPr>
              <a:t>Fare clic per modificare stili del testo dello schema</a:t>
            </a:r>
          </a:p>
        </p:txBody>
      </p:sp>
      <p:sp>
        <p:nvSpPr>
          <p:cNvPr id="123" name="Segnaposto testo 122"/>
          <p:cNvSpPr>
            <a:spLocks noGrp="1"/>
          </p:cNvSpPr>
          <p:nvPr>
            <p:ph type="body" idx="10"/>
          </p:nvPr>
        </p:nvSpPr>
        <p:spPr>
          <a:xfrm>
            <a:off x="659096" y="2402748"/>
            <a:ext cx="7278825" cy="1502366"/>
          </a:xfrm>
          <a:prstGeom prst="rect">
            <a:avLst/>
          </a:prstGeom>
          <a:noFill/>
          <a:ln w="0" cmpd="sng">
            <a:noFill/>
            <a:prstDash val="solid"/>
          </a:ln>
        </p:spPr>
        <p:txBody>
          <a:bodyPr vert="horz" lIns="0" tIns="0" rIns="0" bIns="0" anchor="t"/>
          <a:lstStyle>
            <a:lvl1pPr marL="1081987" marR="20037" indent="0" algn="l">
              <a:lnSpc>
                <a:spcPct val="95999"/>
              </a:lnSpc>
              <a:spcBef>
                <a:spcPts val="0"/>
              </a:spcBef>
              <a:spcAft>
                <a:spcPts val="158"/>
              </a:spcAft>
              <a:tabLst>
                <a:tab pos="7133097" algn="r"/>
              </a:tabLst>
              <a:defRPr/>
            </a:lvl1pPr>
          </a:lstStyle>
          <a:p>
            <a:pPr marL="0" marR="22860" lvl="0" indent="0" algn="l">
              <a:lnSpc>
                <a:spcPts val="2100"/>
              </a:lnSpc>
              <a:spcAft>
                <a:spcPts val="0"/>
              </a:spcAft>
              <a:tabLst>
                <a:tab pos="8138160" algn="r"/>
              </a:tabLst>
            </a:pPr>
            <a:r>
              <a:rPr lang="it-IT" sz="100" spc="0" smtClean="0">
                <a:solidFill>
                  <a:srgbClr val="003164"/>
                </a:solidFill>
                <a:latin typeface="Arial" panose="22635452340000000000" pitchFamily="2"/>
              </a:rPr>
              <a:t>Fare clic per modificare stili del testo dello schema</a:t>
            </a:r>
          </a:p>
          <a:p>
            <a:pPr marL="0" marR="22860" lvl="1" indent="0" algn="l">
              <a:lnSpc>
                <a:spcPts val="2100"/>
              </a:lnSpc>
              <a:spcAft>
                <a:spcPts val="0"/>
              </a:spcAft>
              <a:tabLst>
                <a:tab pos="8138160" algn="r"/>
              </a:tabLst>
            </a:pPr>
            <a:r>
              <a:rPr lang="it-IT" sz="100" spc="0" smtClean="0">
                <a:solidFill>
                  <a:srgbClr val="003164"/>
                </a:solidFill>
                <a:latin typeface="Arial" panose="22635452340000000000" pitchFamily="2"/>
              </a:rPr>
              <a:t>Secondo livello</a:t>
            </a:r>
          </a:p>
          <a:p>
            <a:pPr marL="0" marR="22860" lvl="2" indent="0" algn="l">
              <a:lnSpc>
                <a:spcPts val="2100"/>
              </a:lnSpc>
              <a:spcAft>
                <a:spcPts val="0"/>
              </a:spcAft>
              <a:tabLst>
                <a:tab pos="8138160" algn="r"/>
              </a:tabLst>
            </a:pPr>
            <a:r>
              <a:rPr lang="it-IT" sz="100" spc="0" smtClean="0">
                <a:solidFill>
                  <a:srgbClr val="003164"/>
                </a:solidFill>
                <a:latin typeface="Arial" panose="22635452340000000000" pitchFamily="2"/>
              </a:rPr>
              <a:t>Terzo livello</a:t>
            </a:r>
          </a:p>
          <a:p>
            <a:pPr marL="0" marR="22860" lvl="3" indent="0" algn="l">
              <a:lnSpc>
                <a:spcPts val="2100"/>
              </a:lnSpc>
              <a:spcAft>
                <a:spcPts val="0"/>
              </a:spcAft>
              <a:tabLst>
                <a:tab pos="8138160" algn="r"/>
              </a:tabLst>
            </a:pPr>
            <a:r>
              <a:rPr lang="it-IT" sz="100" spc="0" smtClean="0">
                <a:solidFill>
                  <a:srgbClr val="003164"/>
                </a:solidFill>
                <a:latin typeface="Arial" panose="22635452340000000000" pitchFamily="2"/>
              </a:rPr>
              <a:t>Quarto livello</a:t>
            </a:r>
          </a:p>
          <a:p>
            <a:pPr marL="0" marR="22860" lvl="4" indent="0" algn="l">
              <a:lnSpc>
                <a:spcPts val="2100"/>
              </a:lnSpc>
              <a:spcAft>
                <a:spcPts val="0"/>
              </a:spcAft>
              <a:tabLst>
                <a:tab pos="8138160" algn="r"/>
              </a:tabLst>
            </a:pPr>
            <a:r>
              <a:rPr lang="it-IT" sz="100" spc="0" smtClean="0">
                <a:solidFill>
                  <a:srgbClr val="003164"/>
                </a:solidFill>
                <a:latin typeface="Arial" panose="22635452340000000000" pitchFamily="2"/>
              </a:rPr>
              <a:t>Quinto livello</a:t>
            </a:r>
            <a:endParaRPr lang="it-IT" sz="1600" spc="-26" dirty="0">
              <a:solidFill>
                <a:srgbClr val="003164"/>
              </a:solidFill>
              <a:latin typeface="Arial" panose="22635452340000000000" pitchFamily="2"/>
            </a:endParaRPr>
          </a:p>
        </p:txBody>
      </p:sp>
      <p:sp>
        <p:nvSpPr>
          <p:cNvPr id="124" name="Segnaposto testo 123"/>
          <p:cNvSpPr>
            <a:spLocks noGrp="1"/>
          </p:cNvSpPr>
          <p:nvPr>
            <p:ph type="body" idx="10"/>
          </p:nvPr>
        </p:nvSpPr>
        <p:spPr>
          <a:xfrm>
            <a:off x="7955836" y="6319960"/>
            <a:ext cx="135728" cy="151504"/>
          </a:xfrm>
          <a:prstGeom prst="rect">
            <a:avLst/>
          </a:prstGeom>
          <a:noFill/>
          <a:ln w="0" cmpd="sng">
            <a:noFill/>
            <a:prstDash val="solid"/>
          </a:ln>
        </p:spPr>
        <p:txBody>
          <a:bodyPr vert="horz" lIns="0" tIns="0" rIns="0" bIns="0" anchor="t"/>
          <a:lstStyle>
            <a:lvl1pPr marL="0" marR="0" indent="0" algn="l">
              <a:lnSpc>
                <a:spcPct val="78719"/>
              </a:lnSpc>
              <a:spcAft>
                <a:spcPts val="0"/>
              </a:spcAft>
              <a:defRPr/>
            </a:lvl1pPr>
          </a:lstStyle>
          <a:p>
            <a:pPr marL="0" marR="0" lvl="0" indent="0" algn="l">
              <a:lnSpc>
                <a:spcPct val="78719"/>
              </a:lnSpc>
              <a:spcAft>
                <a:spcPts val="0"/>
              </a:spcAft>
            </a:pPr>
            <a:r>
              <a:rPr lang="it-IT" sz="1200" spc="-88" smtClean="0">
                <a:solidFill>
                  <a:srgbClr val="7E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96313757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56_1_">
    <p:spTree>
      <p:nvGrpSpPr>
        <p:cNvPr id="1" name=""/>
        <p:cNvGrpSpPr/>
        <p:nvPr/>
      </p:nvGrpSpPr>
      <p:grpSpPr>
        <a:xfrm>
          <a:off x="0" y="0"/>
          <a:ext cx="0" cy="0"/>
          <a:chOff x="0" y="0"/>
          <a:chExt cx="0" cy="0"/>
        </a:xfrm>
      </p:grpSpPr>
      <p:sp>
        <p:nvSpPr>
          <p:cNvPr id="141" name="Segnaposto testo 140"/>
          <p:cNvSpPr>
            <a:spLocks noGrp="1"/>
          </p:cNvSpPr>
          <p:nvPr>
            <p:ph type="body" idx="10"/>
          </p:nvPr>
        </p:nvSpPr>
        <p:spPr>
          <a:xfrm>
            <a:off x="659095" y="6317079"/>
            <a:ext cx="7913489" cy="158417"/>
          </a:xfrm>
          <a:prstGeom prst="rect">
            <a:avLst/>
          </a:prstGeom>
          <a:noFill/>
          <a:ln w="0" cmpd="sng">
            <a:noFill/>
            <a:prstDash val="solid"/>
          </a:ln>
        </p:spPr>
        <p:txBody>
          <a:bodyPr vert="horz" lIns="0" tIns="0" rIns="0" bIns="0" anchor="t"/>
          <a:lstStyle>
            <a:lvl1pPr marL="7453686" marR="0" indent="0" algn="l">
              <a:lnSpc>
                <a:spcPct val="95999"/>
              </a:lnSpc>
              <a:spcAft>
                <a:spcPts val="0"/>
              </a:spcAft>
              <a:defRPr/>
            </a:lvl1pPr>
          </a:lstStyle>
          <a:p>
            <a:pPr marL="8503920" marR="0" lvl="0" indent="0" algn="l">
              <a:lnSpc>
                <a:spcPct val="95999"/>
              </a:lnSpc>
              <a:spcAft>
                <a:spcPts val="0"/>
              </a:spcAft>
            </a:pPr>
            <a:r>
              <a:rPr lang="it-IT" sz="1200" spc="-105" smtClean="0">
                <a:solidFill>
                  <a:srgbClr val="7E0000"/>
                </a:solidFill>
                <a:latin typeface="Times New Roman" panose="22635452340000000000" pitchFamily="1"/>
              </a:rPr>
              <a:t>Fare clic per modificare stili del testo dello schema</a:t>
            </a:r>
          </a:p>
        </p:txBody>
      </p:sp>
      <p:sp>
        <p:nvSpPr>
          <p:cNvPr id="142" name="Segnaposto testo 141"/>
          <p:cNvSpPr>
            <a:spLocks noGrp="1"/>
          </p:cNvSpPr>
          <p:nvPr>
            <p:ph type="body" idx="10"/>
          </p:nvPr>
        </p:nvSpPr>
        <p:spPr>
          <a:xfrm>
            <a:off x="659095" y="6317079"/>
            <a:ext cx="7913489" cy="158417"/>
          </a:xfrm>
          <a:prstGeom prst="rect">
            <a:avLst/>
          </a:prstGeom>
          <a:noFill/>
          <a:ln w="0" cmpd="sng">
            <a:noFill/>
            <a:prstDash val="solid"/>
          </a:ln>
        </p:spPr>
        <p:txBody>
          <a:bodyPr vert="horz" lIns="0" tIns="0" rIns="0" bIns="0" anchor="t"/>
          <a:lstStyle>
            <a:lvl1pPr marL="7453686" marR="0" indent="0" algn="l">
              <a:lnSpc>
                <a:spcPct val="95999"/>
              </a:lnSpc>
              <a:spcAft>
                <a:spcPts val="0"/>
              </a:spcAft>
              <a:defRPr/>
            </a:lvl1pPr>
          </a:lstStyle>
          <a:p>
            <a:pPr marL="8503920" marR="0" lvl="0" indent="0" algn="l">
              <a:lnSpc>
                <a:spcPct val="95999"/>
              </a:lnSpc>
              <a:spcAft>
                <a:spcPts val="0"/>
              </a:spcAft>
            </a:pPr>
            <a:r>
              <a:rPr lang="it-IT" sz="1200" spc="-105" smtClean="0">
                <a:solidFill>
                  <a:srgbClr val="7E0000"/>
                </a:solidFill>
                <a:latin typeface="Times New Roman" panose="22635452340000000000" pitchFamily="1"/>
              </a:rPr>
              <a:t>Fare clic per modificare stili del testo dello schema</a:t>
            </a:r>
          </a:p>
        </p:txBody>
      </p:sp>
      <p:sp>
        <p:nvSpPr>
          <p:cNvPr id="145" name="Segnaposto testo 144"/>
          <p:cNvSpPr>
            <a:spLocks noGrp="1"/>
          </p:cNvSpPr>
          <p:nvPr>
            <p:ph type="body" idx="10"/>
          </p:nvPr>
        </p:nvSpPr>
        <p:spPr>
          <a:xfrm>
            <a:off x="2905666" y="1241411"/>
            <a:ext cx="4174995" cy="388841"/>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70" smtClean="0">
                <a:solidFill>
                  <a:srgbClr val="003164"/>
                </a:solidFill>
                <a:latin typeface="Arial" panose="22635452340000000000" pitchFamily="2"/>
              </a:rPr>
              <a:t>Fare clic per modificare stili del testo dello schema</a:t>
            </a:r>
          </a:p>
        </p:txBody>
      </p:sp>
      <p:sp>
        <p:nvSpPr>
          <p:cNvPr id="146" name="Segnaposto testo 145"/>
          <p:cNvSpPr>
            <a:spLocks noGrp="1"/>
          </p:cNvSpPr>
          <p:nvPr>
            <p:ph type="body" idx="10"/>
          </p:nvPr>
        </p:nvSpPr>
        <p:spPr>
          <a:xfrm>
            <a:off x="1449033" y="2405629"/>
            <a:ext cx="6147395" cy="504053"/>
          </a:xfrm>
          <a:prstGeom prst="rect">
            <a:avLst/>
          </a:prstGeom>
          <a:noFill/>
          <a:ln w="0" cmpd="sng">
            <a:noFill/>
            <a:prstDash val="solid"/>
          </a:ln>
        </p:spPr>
        <p:txBody>
          <a:bodyPr vert="horz" lIns="0" tIns="0" rIns="0" bIns="0" anchor="t"/>
          <a:lstStyle>
            <a:lvl1pPr marL="280515" marR="0" indent="0" algn="l">
              <a:lnSpc>
                <a:spcPct val="95999"/>
              </a:lnSpc>
              <a:spcBef>
                <a:spcPts val="0"/>
              </a:spcBef>
              <a:spcAft>
                <a:spcPts val="158"/>
              </a:spcAft>
              <a:defRPr/>
            </a:lvl1pPr>
          </a:lstStyle>
          <a:p>
            <a:pPr marL="0" marR="0" lvl="0" indent="0" algn="l">
              <a:lnSpc>
                <a:spcPts val="1900"/>
              </a:lnSpc>
              <a:spcAft>
                <a:spcPts val="0"/>
              </a:spcAft>
            </a:pPr>
            <a:r>
              <a:rPr lang="it-IT" sz="2600" spc="-18" smtClean="0">
                <a:solidFill>
                  <a:srgbClr val="003164"/>
                </a:solidFill>
                <a:latin typeface="Arial" panose="22635452340000000000" pitchFamily="2"/>
              </a:rPr>
              <a:t>Fare clic per modificare stili del testo dello schema</a:t>
            </a:r>
          </a:p>
          <a:p>
            <a:pPr marL="0" marR="0" lvl="1" indent="0" algn="l">
              <a:lnSpc>
                <a:spcPts val="1900"/>
              </a:lnSpc>
              <a:spcAft>
                <a:spcPts val="0"/>
              </a:spcAft>
            </a:pPr>
            <a:r>
              <a:rPr lang="it-IT" sz="2600" spc="-18" smtClean="0">
                <a:solidFill>
                  <a:srgbClr val="003164"/>
                </a:solidFill>
                <a:latin typeface="Arial" panose="22635452340000000000" pitchFamily="2"/>
              </a:rPr>
              <a:t>Secondo livello</a:t>
            </a:r>
          </a:p>
        </p:txBody>
      </p:sp>
    </p:spTree>
    <p:extLst>
      <p:ext uri="{BB962C8B-B14F-4D97-AF65-F5344CB8AC3E}">
        <p14:creationId xmlns:p14="http://schemas.microsoft.com/office/powerpoint/2010/main" val="4558013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57_1_">
    <p:spTree>
      <p:nvGrpSpPr>
        <p:cNvPr id="1" name=""/>
        <p:cNvGrpSpPr/>
        <p:nvPr/>
      </p:nvGrpSpPr>
      <p:grpSpPr>
        <a:xfrm>
          <a:off x="0" y="0"/>
          <a:ext cx="0" cy="0"/>
          <a:chOff x="0" y="0"/>
          <a:chExt cx="0" cy="0"/>
        </a:xfrm>
      </p:grpSpPr>
      <p:sp>
        <p:nvSpPr>
          <p:cNvPr id="249" name="Segnaposto testo 248"/>
          <p:cNvSpPr>
            <a:spLocks noGrp="1"/>
          </p:cNvSpPr>
          <p:nvPr>
            <p:ph type="body" idx="10"/>
          </p:nvPr>
        </p:nvSpPr>
        <p:spPr>
          <a:xfrm>
            <a:off x="6837295" y="2023427"/>
            <a:ext cx="732606" cy="444532"/>
          </a:xfrm>
          <a:prstGeom prst="rect">
            <a:avLst/>
          </a:prstGeom>
          <a:noFill/>
          <a:ln w="0" cmpd="sng">
            <a:noFill/>
            <a:prstDash val="solid"/>
          </a:ln>
        </p:spPr>
        <p:txBody>
          <a:bodyPr vert="horz" lIns="0" tIns="0" rIns="0" bIns="0" anchor="t"/>
          <a:lstStyle>
            <a:lvl1pPr marL="0" marR="0" indent="0" algn="ctr">
              <a:lnSpc>
                <a:spcPts val="1227"/>
              </a:lnSpc>
              <a:spcBef>
                <a:spcPts val="0"/>
              </a:spcBef>
              <a:spcAft>
                <a:spcPts val="0"/>
              </a:spcAft>
              <a:defRPr/>
            </a:lvl1pPr>
          </a:lstStyle>
          <a:p>
            <a:pPr marL="0" marR="0" lvl="0" indent="0" algn="r">
              <a:lnSpc>
                <a:spcPct val="95999"/>
              </a:lnSpc>
              <a:spcAft>
                <a:spcPts val="0"/>
              </a:spcAft>
            </a:pPr>
            <a:r>
              <a:rPr lang="it-IT" sz="1800" spc="44" smtClean="0">
                <a:solidFill>
                  <a:srgbClr val="000000"/>
                </a:solidFill>
                <a:latin typeface="Times New Roman" panose="22635452340000000000" pitchFamily="1"/>
              </a:rPr>
              <a:t>Fare clic per modificare stili del testo dello schema</a:t>
            </a:r>
          </a:p>
          <a:p>
            <a:pPr marL="0" marR="0" lvl="1" indent="0" algn="r">
              <a:lnSpc>
                <a:spcPct val="95999"/>
              </a:lnSpc>
              <a:spcAft>
                <a:spcPts val="0"/>
              </a:spcAft>
            </a:pPr>
            <a:r>
              <a:rPr lang="it-IT" sz="1800" spc="44" smtClean="0">
                <a:solidFill>
                  <a:srgbClr val="000000"/>
                </a:solidFill>
                <a:latin typeface="Times New Roman" panose="22635452340000000000" pitchFamily="1"/>
              </a:rPr>
              <a:t>Secondo livello</a:t>
            </a:r>
          </a:p>
        </p:txBody>
      </p:sp>
      <p:sp>
        <p:nvSpPr>
          <p:cNvPr id="250" name="Segnaposto testo 249"/>
          <p:cNvSpPr>
            <a:spLocks noGrp="1"/>
          </p:cNvSpPr>
          <p:nvPr>
            <p:ph type="body" idx="10"/>
          </p:nvPr>
        </p:nvSpPr>
        <p:spPr>
          <a:xfrm>
            <a:off x="1139368" y="6047248"/>
            <a:ext cx="750528" cy="251633"/>
          </a:xfrm>
          <a:prstGeom prst="rect">
            <a:avLst/>
          </a:prstGeom>
          <a:noFill/>
          <a:ln w="0" cmpd="sng">
            <a:noFill/>
            <a:prstDash val="solid"/>
          </a:ln>
        </p:spPr>
        <p:txBody>
          <a:bodyPr vert="horz" lIns="0" tIns="0" rIns="0" bIns="0" anchor="t"/>
          <a:lstStyle>
            <a:lvl1pPr marL="0" marR="0" indent="0" algn="l">
              <a:lnSpc>
                <a:spcPts val="877"/>
              </a:lnSpc>
              <a:spcAft>
                <a:spcPts val="0"/>
              </a:spcAft>
              <a:defRPr/>
            </a:lvl1pPr>
          </a:lstStyle>
          <a:p>
            <a:pPr marL="0" marR="0" lvl="0" indent="0" algn="l">
              <a:lnSpc>
                <a:spcPts val="1000"/>
              </a:lnSpc>
              <a:spcAft>
                <a:spcPts val="0"/>
              </a:spcAft>
            </a:pPr>
            <a:r>
              <a:rPr lang="it-IT" sz="1000" spc="44" smtClean="0">
                <a:solidFill>
                  <a:srgbClr val="000000"/>
                </a:solidFill>
                <a:latin typeface="Times New Roman" panose="22635452340000000000" pitchFamily="1"/>
              </a:rPr>
              <a:t>Fare clic per modificare stili del testo dello schema</a:t>
            </a:r>
          </a:p>
        </p:txBody>
      </p:sp>
      <p:sp>
        <p:nvSpPr>
          <p:cNvPr id="251" name="Segnaposto testo 250"/>
          <p:cNvSpPr>
            <a:spLocks noGrp="1"/>
          </p:cNvSpPr>
          <p:nvPr>
            <p:ph type="body" idx="10"/>
          </p:nvPr>
        </p:nvSpPr>
        <p:spPr>
          <a:xfrm>
            <a:off x="7879997" y="6050126"/>
            <a:ext cx="120019" cy="88676"/>
          </a:xfrm>
          <a:prstGeom prst="rect">
            <a:avLst/>
          </a:prstGeom>
          <a:noFill/>
          <a:ln w="0" cmpd="sng">
            <a:noFill/>
            <a:prstDash val="solid"/>
          </a:ln>
        </p:spPr>
        <p:txBody>
          <a:bodyPr vert="horz" lIns="0" tIns="0" rIns="0" bIns="0" anchor="t"/>
          <a:lstStyle>
            <a:lvl1pPr marL="0" marR="0" indent="0" algn="l">
              <a:lnSpc>
                <a:spcPts val="614"/>
              </a:lnSpc>
              <a:spcAft>
                <a:spcPts val="0"/>
              </a:spcAft>
              <a:defRPr/>
            </a:lvl1pPr>
          </a:lstStyle>
          <a:p>
            <a:pPr marL="0" marR="0" lvl="0" indent="0" algn="l">
              <a:lnSpc>
                <a:spcPts val="700"/>
              </a:lnSpc>
              <a:spcAft>
                <a:spcPts val="0"/>
              </a:spcAft>
            </a:pPr>
            <a:r>
              <a:rPr lang="it-IT" sz="1000" spc="-39" smtClean="0">
                <a:solidFill>
                  <a:srgbClr val="000000"/>
                </a:solidFill>
                <a:latin typeface="Times New Roman" panose="22635452340000000000" pitchFamily="1"/>
              </a:rPr>
              <a:t>Fare clic per modificare stili del testo dello schema</a:t>
            </a:r>
          </a:p>
        </p:txBody>
      </p:sp>
      <p:sp>
        <p:nvSpPr>
          <p:cNvPr id="252" name="Segnaposto testo 251"/>
          <p:cNvSpPr>
            <a:spLocks noGrp="1"/>
          </p:cNvSpPr>
          <p:nvPr>
            <p:ph type="body" idx="10"/>
          </p:nvPr>
        </p:nvSpPr>
        <p:spPr>
          <a:xfrm>
            <a:off x="3753724" y="3841862"/>
            <a:ext cx="1991450" cy="428409"/>
          </a:xfrm>
          <a:prstGeom prst="rect">
            <a:avLst/>
          </a:prstGeom>
          <a:noFill/>
          <a:ln w="0" cmpd="sng">
            <a:noFill/>
            <a:prstDash val="solid"/>
          </a:ln>
        </p:spPr>
        <p:txBody>
          <a:bodyPr vert="horz" lIns="0" tIns="0" rIns="0" bIns="0" anchor="t"/>
          <a:lstStyle>
            <a:lvl1pPr marL="0" marR="0" indent="0" algn="ctr">
              <a:lnSpc>
                <a:spcPts val="1139"/>
              </a:lnSpc>
              <a:spcBef>
                <a:spcPts val="158"/>
              </a:spcBef>
              <a:spcAft>
                <a:spcPts val="0"/>
              </a:spcAft>
              <a:defRPr/>
            </a:lvl1pPr>
          </a:lstStyle>
          <a:p>
            <a:pPr marL="0" marR="0" lvl="0" indent="0" algn="l">
              <a:lnSpc>
                <a:spcPct val="95999"/>
              </a:lnSpc>
              <a:spcAft>
                <a:spcPts val="0"/>
              </a:spcAft>
            </a:pPr>
            <a:r>
              <a:rPr lang="it-IT" sz="1600" spc="-44" smtClean="0">
                <a:solidFill>
                  <a:srgbClr val="000000"/>
                </a:solidFill>
                <a:latin typeface="Times New Roman" panose="22635452340000000000" pitchFamily="1"/>
              </a:rPr>
              <a:t>Fare clic per modificare stili del testo dello schema</a:t>
            </a:r>
          </a:p>
          <a:p>
            <a:pPr marL="0" marR="0" lvl="1" indent="0" algn="l">
              <a:lnSpc>
                <a:spcPct val="95999"/>
              </a:lnSpc>
              <a:spcAft>
                <a:spcPts val="0"/>
              </a:spcAft>
            </a:pPr>
            <a:r>
              <a:rPr lang="it-IT" sz="1600" spc="-44" smtClean="0">
                <a:solidFill>
                  <a:srgbClr val="000000"/>
                </a:solidFill>
                <a:latin typeface="Times New Roman" panose="22635452340000000000" pitchFamily="1"/>
              </a:rPr>
              <a:t>Secondo livello</a:t>
            </a:r>
          </a:p>
        </p:txBody>
      </p:sp>
      <p:sp>
        <p:nvSpPr>
          <p:cNvPr id="253" name="Segnaposto testo 252"/>
          <p:cNvSpPr>
            <a:spLocks noGrp="1"/>
          </p:cNvSpPr>
          <p:nvPr>
            <p:ph type="body" idx="10"/>
          </p:nvPr>
        </p:nvSpPr>
        <p:spPr>
          <a:xfrm>
            <a:off x="6774842" y="4369888"/>
            <a:ext cx="1142084" cy="497507"/>
          </a:xfrm>
          <a:prstGeom prst="rect">
            <a:avLst/>
          </a:prstGeom>
          <a:noFill/>
          <a:ln w="0" cmpd="sng">
            <a:noFill/>
            <a:prstDash val="solid"/>
          </a:ln>
        </p:spPr>
        <p:txBody>
          <a:bodyPr vert="horz" lIns="0" tIns="0" rIns="0" bIns="0" anchor="t"/>
          <a:lstStyle>
            <a:lvl1pPr marL="0" marR="0" indent="0" algn="ctr">
              <a:lnSpc>
                <a:spcPct val="79679"/>
              </a:lnSpc>
              <a:spcBef>
                <a:spcPts val="0"/>
              </a:spcBef>
              <a:spcAft>
                <a:spcPts val="0"/>
              </a:spcAft>
              <a:defRPr/>
            </a:lvl1pPr>
          </a:lstStyle>
          <a:p>
            <a:pPr marL="0" marR="0" lvl="0" indent="0" algn="ctr">
              <a:lnSpc>
                <a:spcPct val="95999"/>
              </a:lnSpc>
              <a:spcAft>
                <a:spcPts val="0"/>
              </a:spcAft>
            </a:pPr>
            <a:r>
              <a:rPr lang="it-IT" sz="1800" b="1" spc="53" smtClean="0">
                <a:solidFill>
                  <a:srgbClr val="000000"/>
                </a:solidFill>
                <a:latin typeface="Arial Rounded MT Bold" panose="22635452340000000000" pitchFamily="1"/>
              </a:rPr>
              <a:t>Fare clic per modificare stili del testo dello schema</a:t>
            </a:r>
          </a:p>
          <a:p>
            <a:pPr marL="0" marR="0" lvl="1" indent="0" algn="ctr">
              <a:lnSpc>
                <a:spcPct val="95999"/>
              </a:lnSpc>
              <a:spcAft>
                <a:spcPts val="0"/>
              </a:spcAft>
            </a:pPr>
            <a:r>
              <a:rPr lang="it-IT" sz="1800" b="1" spc="53" smtClean="0">
                <a:solidFill>
                  <a:srgbClr val="000000"/>
                </a:solidFill>
                <a:latin typeface="Arial Rounded MT Bold" panose="22635452340000000000" pitchFamily="1"/>
              </a:rPr>
              <a:t>Secondo livello</a:t>
            </a:r>
          </a:p>
        </p:txBody>
      </p:sp>
      <p:sp>
        <p:nvSpPr>
          <p:cNvPr id="254" name="Segnaposto testo 253"/>
          <p:cNvSpPr>
            <a:spLocks noGrp="1"/>
          </p:cNvSpPr>
          <p:nvPr>
            <p:ph type="body" idx="10"/>
          </p:nvPr>
        </p:nvSpPr>
        <p:spPr>
          <a:xfrm>
            <a:off x="1355512" y="3734184"/>
            <a:ext cx="1227889" cy="649523"/>
          </a:xfrm>
          <a:prstGeom prst="rect">
            <a:avLst/>
          </a:prstGeom>
          <a:noFill/>
          <a:ln w="0" cmpd="sng">
            <a:noFill/>
            <a:prstDash val="solid"/>
          </a:ln>
        </p:spPr>
        <p:txBody>
          <a:bodyPr vert="horz" lIns="0" tIns="0" rIns="0" bIns="0" anchor="t"/>
          <a:lstStyle>
            <a:lvl1pPr marL="0" marR="0" indent="0" algn="ctr">
              <a:lnSpc>
                <a:spcPts val="1578"/>
              </a:lnSpc>
              <a:spcAft>
                <a:spcPts val="0"/>
              </a:spcAft>
              <a:defRPr/>
            </a:lvl1pPr>
          </a:lstStyle>
          <a:p>
            <a:pPr marL="0" marR="0" lvl="0" indent="0" algn="ctr">
              <a:lnSpc>
                <a:spcPts val="1800"/>
              </a:lnSpc>
              <a:spcAft>
                <a:spcPts val="0"/>
              </a:spcAft>
            </a:pPr>
            <a:r>
              <a:rPr lang="it-IT" sz="1600" spc="-4" smtClean="0">
                <a:solidFill>
                  <a:srgbClr val="000000"/>
                </a:solidFill>
                <a:latin typeface="Times New Roman" panose="22635452340000000000" pitchFamily="1"/>
              </a:rPr>
              <a:t>Fare clic per modificare stili del testo dello schema</a:t>
            </a:r>
          </a:p>
        </p:txBody>
      </p:sp>
      <p:sp>
        <p:nvSpPr>
          <p:cNvPr id="255" name="Segnaposto testo 254"/>
          <p:cNvSpPr>
            <a:spLocks noGrp="1"/>
          </p:cNvSpPr>
          <p:nvPr>
            <p:ph type="body" idx="10"/>
          </p:nvPr>
        </p:nvSpPr>
        <p:spPr>
          <a:xfrm>
            <a:off x="1092121" y="4864516"/>
            <a:ext cx="1754670" cy="898277"/>
          </a:xfrm>
          <a:prstGeom prst="rect">
            <a:avLst/>
          </a:prstGeom>
          <a:noFill/>
          <a:ln w="0" cmpd="sng">
            <a:noFill/>
            <a:prstDash val="solid"/>
          </a:ln>
        </p:spPr>
        <p:txBody>
          <a:bodyPr vert="horz" lIns="0" tIns="0" rIns="0" bIns="0" anchor="t"/>
          <a:lstStyle>
            <a:lvl1pPr marL="0" marR="0" indent="0" algn="ctr">
              <a:lnSpc>
                <a:spcPts val="1665"/>
              </a:lnSpc>
              <a:spcAft>
                <a:spcPts val="0"/>
              </a:spcAft>
              <a:defRPr/>
            </a:lvl1pPr>
          </a:lstStyle>
          <a:p>
            <a:pPr marL="0" marR="0" lvl="0" indent="0" algn="ctr">
              <a:lnSpc>
                <a:spcPts val="1900"/>
              </a:lnSpc>
              <a:spcAft>
                <a:spcPts val="0"/>
              </a:spcAft>
            </a:pPr>
            <a:r>
              <a:rPr lang="it-IT" sz="1600" spc="0" smtClean="0">
                <a:solidFill>
                  <a:srgbClr val="000000"/>
                </a:solidFill>
                <a:latin typeface="Times New Roman" panose="22635452340000000000" pitchFamily="1"/>
              </a:rPr>
              <a:t>Fare clic per modificare stili del testo dello schema</a:t>
            </a:r>
          </a:p>
        </p:txBody>
      </p:sp>
      <p:sp>
        <p:nvSpPr>
          <p:cNvPr id="256" name="Segnaposto testo 255"/>
          <p:cNvSpPr>
            <a:spLocks noGrp="1"/>
          </p:cNvSpPr>
          <p:nvPr>
            <p:ph type="body" idx="10"/>
          </p:nvPr>
        </p:nvSpPr>
        <p:spPr>
          <a:xfrm>
            <a:off x="1704708" y="1641659"/>
            <a:ext cx="583804" cy="152016"/>
          </a:xfrm>
          <a:prstGeom prst="rect">
            <a:avLst/>
          </a:prstGeom>
          <a:noFill/>
          <a:ln w="0" cmpd="sng">
            <a:noFill/>
            <a:prstDash val="solid"/>
          </a:ln>
        </p:spPr>
        <p:txBody>
          <a:bodyPr vert="horz" lIns="0" tIns="0" rIns="0" bIns="0" anchor="t"/>
          <a:lstStyle>
            <a:lvl1pPr marL="0" marR="0" indent="0" algn="l">
              <a:lnSpc>
                <a:spcPts val="1052"/>
              </a:lnSpc>
              <a:spcAft>
                <a:spcPts val="0"/>
              </a:spcAft>
              <a:defRPr/>
            </a:lvl1pPr>
          </a:lstStyle>
          <a:p>
            <a:pPr marL="0" marR="0" lvl="0" indent="0" algn="l">
              <a:lnSpc>
                <a:spcPts val="1200"/>
              </a:lnSpc>
              <a:spcAft>
                <a:spcPts val="0"/>
              </a:spcAft>
            </a:pPr>
            <a:r>
              <a:rPr lang="it-IT" sz="1600" spc="-31" smtClean="0">
                <a:solidFill>
                  <a:srgbClr val="000000"/>
                </a:solidFill>
                <a:latin typeface="Times New Roman" panose="22635452340000000000" pitchFamily="1"/>
              </a:rPr>
              <a:t>Fare clic per modificare stili del testo dello schema</a:t>
            </a:r>
          </a:p>
        </p:txBody>
      </p:sp>
      <p:sp>
        <p:nvSpPr>
          <p:cNvPr id="257" name="Segnaposto testo 256"/>
          <p:cNvSpPr>
            <a:spLocks noGrp="1"/>
          </p:cNvSpPr>
          <p:nvPr>
            <p:ph type="body" idx="10"/>
          </p:nvPr>
        </p:nvSpPr>
        <p:spPr>
          <a:xfrm>
            <a:off x="1417965" y="2139166"/>
            <a:ext cx="1123619" cy="652403"/>
          </a:xfrm>
          <a:prstGeom prst="rect">
            <a:avLst/>
          </a:prstGeom>
          <a:noFill/>
          <a:ln w="0" cmpd="sng">
            <a:noFill/>
            <a:prstDash val="solid"/>
          </a:ln>
        </p:spPr>
        <p:txBody>
          <a:bodyPr vert="horz" lIns="0" tIns="0" rIns="0" bIns="0" anchor="t"/>
          <a:lstStyle>
            <a:lvl1pPr marL="0" marR="0" indent="0" algn="ctr">
              <a:lnSpc>
                <a:spcPts val="1578"/>
              </a:lnSpc>
              <a:spcAft>
                <a:spcPts val="0"/>
              </a:spcAft>
              <a:defRPr/>
            </a:lvl1pPr>
          </a:lstStyle>
          <a:p>
            <a:pPr marL="0" marR="0" lvl="0" indent="0" algn="ctr">
              <a:lnSpc>
                <a:spcPts val="1800"/>
              </a:lnSpc>
              <a:spcAft>
                <a:spcPts val="0"/>
              </a:spcAft>
            </a:pPr>
            <a:r>
              <a:rPr lang="it-IT" sz="1600" spc="0" smtClean="0">
                <a:solidFill>
                  <a:srgbClr val="00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08978214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58_1_">
    <p:spTree>
      <p:nvGrpSpPr>
        <p:cNvPr id="1" name=""/>
        <p:cNvGrpSpPr/>
        <p:nvPr/>
      </p:nvGrpSpPr>
      <p:grpSpPr>
        <a:xfrm>
          <a:off x="0" y="0"/>
          <a:ext cx="0" cy="0"/>
          <a:chOff x="0" y="0"/>
          <a:chExt cx="0" cy="0"/>
        </a:xfrm>
      </p:grpSpPr>
      <p:sp>
        <p:nvSpPr>
          <p:cNvPr id="129" name="Segnaposto testo 128"/>
          <p:cNvSpPr>
            <a:spLocks noGrp="1"/>
          </p:cNvSpPr>
          <p:nvPr>
            <p:ph type="body" idx="10"/>
          </p:nvPr>
        </p:nvSpPr>
        <p:spPr>
          <a:xfrm>
            <a:off x="2642354" y="1546146"/>
            <a:ext cx="4698906" cy="390569"/>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48" smtClean="0">
                <a:solidFill>
                  <a:srgbClr val="003164"/>
                </a:solidFill>
                <a:latin typeface="Arial" panose="22635452340000000000" pitchFamily="2"/>
              </a:rPr>
              <a:t>Fare clic per modificare stili del testo dello schema</a:t>
            </a:r>
          </a:p>
        </p:txBody>
      </p:sp>
      <p:sp>
        <p:nvSpPr>
          <p:cNvPr id="130" name="Segnaposto testo 129"/>
          <p:cNvSpPr>
            <a:spLocks noGrp="1"/>
          </p:cNvSpPr>
          <p:nvPr>
            <p:ph type="body" idx="10"/>
          </p:nvPr>
        </p:nvSpPr>
        <p:spPr>
          <a:xfrm>
            <a:off x="659095" y="2405629"/>
            <a:ext cx="7289140" cy="1212031"/>
          </a:xfrm>
          <a:prstGeom prst="rect">
            <a:avLst/>
          </a:prstGeom>
          <a:noFill/>
          <a:ln w="0" cmpd="sng">
            <a:noFill/>
            <a:prstDash val="solid"/>
          </a:ln>
        </p:spPr>
        <p:txBody>
          <a:bodyPr vert="horz" lIns="0" tIns="0" rIns="0" bIns="0" anchor="t"/>
          <a:lstStyle>
            <a:lvl1pPr marL="1081987" marR="0" indent="0" algn="l">
              <a:lnSpc>
                <a:spcPct val="82559"/>
              </a:lnSpc>
              <a:spcBef>
                <a:spcPts val="0"/>
              </a:spcBef>
              <a:spcAft>
                <a:spcPts val="0"/>
              </a:spcAft>
              <a:tabLst>
                <a:tab pos="7469827" algn="r"/>
              </a:tabLst>
              <a:defRPr/>
            </a:lvl1pPr>
          </a:lstStyle>
          <a:p>
            <a:pPr marL="0" marR="0" lvl="0" indent="0" algn="l">
              <a:lnSpc>
                <a:spcPts val="2100"/>
              </a:lnSpc>
              <a:spcAft>
                <a:spcPts val="0"/>
              </a:spcAft>
              <a:tabLst>
                <a:tab pos="8522335" algn="r"/>
              </a:tabLst>
            </a:pPr>
            <a:r>
              <a:rPr lang="it-IT" sz="100" spc="0" smtClean="0">
                <a:solidFill>
                  <a:srgbClr val="003164"/>
                </a:solidFill>
                <a:latin typeface="Arial" panose="22635452340000000000" pitchFamily="2"/>
              </a:rPr>
              <a:t>Fare clic per modificare stili del testo dello schema</a:t>
            </a:r>
          </a:p>
          <a:p>
            <a:pPr marL="0" marR="0" lvl="1" indent="0" algn="l">
              <a:lnSpc>
                <a:spcPts val="2100"/>
              </a:lnSpc>
              <a:spcAft>
                <a:spcPts val="0"/>
              </a:spcAft>
              <a:tabLst>
                <a:tab pos="8522335" algn="r"/>
              </a:tabLst>
            </a:pPr>
            <a:r>
              <a:rPr lang="it-IT" sz="100" spc="0" smtClean="0">
                <a:solidFill>
                  <a:srgbClr val="003164"/>
                </a:solidFill>
                <a:latin typeface="Arial" panose="22635452340000000000" pitchFamily="2"/>
              </a:rPr>
              <a:t>Secondo livello</a:t>
            </a:r>
          </a:p>
          <a:p>
            <a:pPr marL="0" marR="0" lvl="2" indent="0" algn="l">
              <a:lnSpc>
                <a:spcPts val="2100"/>
              </a:lnSpc>
              <a:spcAft>
                <a:spcPts val="0"/>
              </a:spcAft>
              <a:tabLst>
                <a:tab pos="8522335" algn="r"/>
              </a:tabLst>
            </a:pPr>
            <a:r>
              <a:rPr lang="it-IT" sz="100" spc="0" smtClean="0">
                <a:solidFill>
                  <a:srgbClr val="003164"/>
                </a:solidFill>
                <a:latin typeface="Arial" panose="22635452340000000000" pitchFamily="2"/>
              </a:rPr>
              <a:t>Terzo livello</a:t>
            </a:r>
          </a:p>
          <a:p>
            <a:pPr marL="0" marR="0" lvl="3" indent="0" algn="l">
              <a:lnSpc>
                <a:spcPts val="2100"/>
              </a:lnSpc>
              <a:spcAft>
                <a:spcPts val="0"/>
              </a:spcAft>
              <a:tabLst>
                <a:tab pos="8522335" algn="r"/>
              </a:tabLst>
            </a:pPr>
            <a:r>
              <a:rPr lang="it-IT" sz="100" spc="0" smtClean="0">
                <a:solidFill>
                  <a:srgbClr val="003164"/>
                </a:solidFill>
                <a:latin typeface="Arial" panose="22635452340000000000" pitchFamily="2"/>
              </a:rPr>
              <a:t>Quarto livello</a:t>
            </a:r>
          </a:p>
          <a:p>
            <a:pPr marL="0" marR="0" lvl="4" indent="0" algn="l">
              <a:lnSpc>
                <a:spcPts val="2100"/>
              </a:lnSpc>
              <a:spcAft>
                <a:spcPts val="0"/>
              </a:spcAft>
              <a:tabLst>
                <a:tab pos="8522335" algn="r"/>
              </a:tabLst>
            </a:pPr>
            <a:r>
              <a:rPr lang="it-IT" sz="100" spc="0" smtClean="0">
                <a:solidFill>
                  <a:srgbClr val="003164"/>
                </a:solidFill>
                <a:latin typeface="Arial" panose="22635452340000000000" pitchFamily="2"/>
              </a:rPr>
              <a:t>Quinto livello</a:t>
            </a:r>
            <a:endParaRPr lang="it-IT" sz="1600" spc="-18" dirty="0">
              <a:solidFill>
                <a:srgbClr val="003164"/>
              </a:solidFill>
              <a:latin typeface="Arial" panose="22635452340000000000" pitchFamily="2"/>
            </a:endParaRPr>
          </a:p>
        </p:txBody>
      </p:sp>
      <p:sp>
        <p:nvSpPr>
          <p:cNvPr id="131" name="Segnaposto testo 130"/>
          <p:cNvSpPr>
            <a:spLocks noGrp="1"/>
          </p:cNvSpPr>
          <p:nvPr>
            <p:ph type="body" idx="10"/>
          </p:nvPr>
        </p:nvSpPr>
        <p:spPr>
          <a:xfrm>
            <a:off x="7955836" y="6317079"/>
            <a:ext cx="130299" cy="158417"/>
          </a:xfrm>
          <a:prstGeom prst="rect">
            <a:avLst/>
          </a:prstGeom>
          <a:noFill/>
          <a:ln w="0" cmpd="sng">
            <a:noFill/>
            <a:prstDash val="solid"/>
          </a:ln>
        </p:spPr>
        <p:txBody>
          <a:bodyPr vert="horz" lIns="0" tIns="0" rIns="0" bIns="0" anchor="t"/>
          <a:lstStyle>
            <a:lvl1pPr marL="0" marR="0" indent="0" algn="l">
              <a:lnSpc>
                <a:spcPct val="81599"/>
              </a:lnSpc>
              <a:spcAft>
                <a:spcPts val="0"/>
              </a:spcAft>
              <a:defRPr/>
            </a:lvl1pPr>
          </a:lstStyle>
          <a:p>
            <a:pPr marL="0" marR="0" lvl="0" indent="0" algn="l">
              <a:lnSpc>
                <a:spcPct val="81599"/>
              </a:lnSpc>
              <a:spcAft>
                <a:spcPts val="0"/>
              </a:spcAft>
            </a:pPr>
            <a:r>
              <a:rPr lang="it-IT" sz="1200" spc="-110" smtClean="0">
                <a:solidFill>
                  <a:srgbClr val="7E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32241383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59_1_">
    <p:spTree>
      <p:nvGrpSpPr>
        <p:cNvPr id="1" name=""/>
        <p:cNvGrpSpPr/>
        <p:nvPr/>
      </p:nvGrpSpPr>
      <p:grpSpPr>
        <a:xfrm>
          <a:off x="0" y="0"/>
          <a:ext cx="0" cy="0"/>
          <a:chOff x="0" y="0"/>
          <a:chExt cx="0" cy="0"/>
        </a:xfrm>
      </p:grpSpPr>
      <p:sp>
        <p:nvSpPr>
          <p:cNvPr id="133" name="Segnaposto testo 132"/>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134" name="Segnaposto testo 133"/>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135" name="Segnaposto testo 134"/>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136" name="Segnaposto testo 135"/>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139" name="Segnaposto testo 138"/>
          <p:cNvSpPr>
            <a:spLocks noGrp="1"/>
          </p:cNvSpPr>
          <p:nvPr>
            <p:ph type="body" idx="10"/>
          </p:nvPr>
        </p:nvSpPr>
        <p:spPr>
          <a:xfrm>
            <a:off x="1023150" y="1858743"/>
            <a:ext cx="3486532" cy="3503856"/>
          </a:xfrm>
          <a:prstGeom prst="rect">
            <a:avLst/>
          </a:prstGeom>
          <a:noFill/>
          <a:ln w="0" cmpd="sng">
            <a:noFill/>
            <a:prstDash val="solid"/>
          </a:ln>
        </p:spPr>
        <p:txBody>
          <a:bodyPr vert="horz" lIns="0" tIns="0" rIns="0" bIns="0" anchor="t">
            <a:normAutofit fontScale="90000"/>
          </a:bodyPr>
          <a:lstStyle>
            <a:lvl1pPr marL="761398" marR="0" indent="0" algn="l">
              <a:lnSpc>
                <a:spcPts val="2191"/>
              </a:lnSpc>
              <a:spcBef>
                <a:spcPts val="473"/>
              </a:spcBef>
              <a:spcAft>
                <a:spcPts val="0"/>
              </a:spcAft>
              <a:defRPr/>
            </a:lvl1pPr>
          </a:lstStyle>
          <a:p>
            <a:pPr marL="137160" marR="0" lvl="0" indent="0" algn="l">
              <a:lnSpc>
                <a:spcPts val="2600"/>
              </a:lnSpc>
              <a:spcAft>
                <a:spcPts val="0"/>
              </a:spcAft>
            </a:pPr>
            <a:r>
              <a:rPr lang="it-IT" sz="2700" spc="0" smtClean="0">
                <a:solidFill>
                  <a:srgbClr val="000000"/>
                </a:solidFill>
                <a:latin typeface="Times New Roman" panose="22635452340000000000" pitchFamily="1"/>
              </a:rPr>
              <a:t>Fare clic per modificare stili del testo dello schema</a:t>
            </a:r>
          </a:p>
          <a:p>
            <a:pPr marL="137160" marR="0" lvl="1" indent="0" algn="l">
              <a:lnSpc>
                <a:spcPts val="2600"/>
              </a:lnSpc>
              <a:spcAft>
                <a:spcPts val="0"/>
              </a:spcAft>
            </a:pPr>
            <a:r>
              <a:rPr lang="it-IT" sz="2700" spc="0" smtClean="0">
                <a:solidFill>
                  <a:srgbClr val="000000"/>
                </a:solidFill>
                <a:latin typeface="Times New Roman" panose="22635452340000000000" pitchFamily="1"/>
              </a:rPr>
              <a:t>Secondo livello</a:t>
            </a:r>
          </a:p>
          <a:p>
            <a:pPr marL="137160" marR="0" lvl="2" indent="0" algn="l">
              <a:lnSpc>
                <a:spcPts val="2600"/>
              </a:lnSpc>
              <a:spcAft>
                <a:spcPts val="0"/>
              </a:spcAft>
            </a:pPr>
            <a:r>
              <a:rPr lang="it-IT" sz="2700" spc="0" smtClean="0">
                <a:solidFill>
                  <a:srgbClr val="000000"/>
                </a:solidFill>
                <a:latin typeface="Times New Roman" panose="22635452340000000000" pitchFamily="1"/>
              </a:rPr>
              <a:t>Terzo livello</a:t>
            </a:r>
          </a:p>
          <a:p>
            <a:pPr marL="137160" marR="0" lvl="3" indent="0" algn="l">
              <a:lnSpc>
                <a:spcPts val="2600"/>
              </a:lnSpc>
              <a:spcAft>
                <a:spcPts val="0"/>
              </a:spcAft>
            </a:pPr>
            <a:r>
              <a:rPr lang="it-IT" sz="2700" spc="0" smtClean="0">
                <a:solidFill>
                  <a:srgbClr val="000000"/>
                </a:solidFill>
                <a:latin typeface="Times New Roman" panose="22635452340000000000" pitchFamily="1"/>
              </a:rPr>
              <a:t>Quarto livello</a:t>
            </a:r>
          </a:p>
          <a:p>
            <a:pPr marL="137160" marR="0" lvl="4" indent="0" algn="l">
              <a:lnSpc>
                <a:spcPts val="2600"/>
              </a:lnSpc>
              <a:spcAft>
                <a:spcPts val="0"/>
              </a:spcAft>
            </a:pPr>
            <a:r>
              <a:rPr lang="it-IT" sz="2700" spc="0" smtClean="0">
                <a:solidFill>
                  <a:srgbClr val="000000"/>
                </a:solidFill>
                <a:latin typeface="Times New Roman" panose="22635452340000000000" pitchFamily="1"/>
              </a:rPr>
              <a:t>Quinto livello</a:t>
            </a:r>
            <a:endParaRPr lang="it-IT" sz="2100" spc="131" dirty="0">
              <a:solidFill>
                <a:srgbClr val="000000"/>
              </a:solidFill>
              <a:latin typeface="Times New Roman" panose="22635452340000000000" pitchFamily="1"/>
            </a:endParaRPr>
          </a:p>
        </p:txBody>
      </p:sp>
      <p:sp>
        <p:nvSpPr>
          <p:cNvPr id="140" name="Segnaposto testo 139"/>
          <p:cNvSpPr>
            <a:spLocks noGrp="1"/>
          </p:cNvSpPr>
          <p:nvPr>
            <p:ph type="body" idx="10"/>
          </p:nvPr>
        </p:nvSpPr>
        <p:spPr>
          <a:xfrm>
            <a:off x="4602005" y="1768915"/>
            <a:ext cx="3519116" cy="4107314"/>
          </a:xfrm>
          <a:prstGeom prst="rect">
            <a:avLst/>
          </a:prstGeom>
          <a:solidFill>
            <a:srgbClr val="DDDDDD"/>
          </a:solidFill>
          <a:ln w="0" cmpd="sng">
            <a:noFill/>
            <a:prstDash val="solid"/>
          </a:ln>
        </p:spPr>
        <p:txBody>
          <a:bodyPr vert="horz" lIns="0" tIns="60110" rIns="0" bIns="0" anchor="t">
            <a:normAutofit fontScale="90000"/>
          </a:bodyPr>
          <a:lstStyle>
            <a:lvl1pPr marL="400736" marR="0" indent="0" algn="l">
              <a:lnSpc>
                <a:spcPct val="74879"/>
              </a:lnSpc>
              <a:spcBef>
                <a:spcPts val="0"/>
              </a:spcBef>
              <a:spcAft>
                <a:spcPts val="631"/>
              </a:spcAft>
              <a:buFont typeface="Symbol"/>
              <a:buChar char="·"/>
              <a:defRPr/>
            </a:lvl1pPr>
          </a:lstStyle>
          <a:p>
            <a:pPr marL="137160" marR="0" lvl="0" indent="365760" algn="l">
              <a:lnSpc>
                <a:spcPts val="2000"/>
              </a:lnSpc>
              <a:spcAft>
                <a:spcPts val="0"/>
              </a:spcAft>
              <a:buFont typeface="Symbol"/>
              <a:buChar char="·"/>
            </a:pPr>
            <a:r>
              <a:rPr lang="it-IT" sz="2100" spc="210" smtClean="0">
                <a:solidFill>
                  <a:srgbClr val="000000"/>
                </a:solidFill>
                <a:latin typeface="Times New Roman" panose="22635452340000000000" pitchFamily="1"/>
              </a:rPr>
              <a:t>Fare clic per modificare stili del testo dello schema</a:t>
            </a:r>
          </a:p>
          <a:p>
            <a:pPr marL="137160" marR="0" lvl="1" indent="365760" algn="l">
              <a:lnSpc>
                <a:spcPts val="2000"/>
              </a:lnSpc>
              <a:spcAft>
                <a:spcPts val="0"/>
              </a:spcAft>
              <a:buFont typeface="Symbol"/>
              <a:buChar char="·"/>
            </a:pPr>
            <a:r>
              <a:rPr lang="it-IT" sz="2100" spc="210" smtClean="0">
                <a:solidFill>
                  <a:srgbClr val="000000"/>
                </a:solidFill>
                <a:latin typeface="Times New Roman" panose="22635452340000000000" pitchFamily="1"/>
              </a:rPr>
              <a:t>Secondo livello</a:t>
            </a:r>
          </a:p>
          <a:p>
            <a:pPr marL="137160" marR="0" lvl="2" indent="365760" algn="l">
              <a:lnSpc>
                <a:spcPts val="2000"/>
              </a:lnSpc>
              <a:spcAft>
                <a:spcPts val="0"/>
              </a:spcAft>
              <a:buFont typeface="Symbol"/>
              <a:buChar char="·"/>
            </a:pPr>
            <a:r>
              <a:rPr lang="it-IT" sz="2100" spc="210" smtClean="0">
                <a:solidFill>
                  <a:srgbClr val="000000"/>
                </a:solidFill>
                <a:latin typeface="Times New Roman" panose="22635452340000000000" pitchFamily="1"/>
              </a:rPr>
              <a:t>Terzo livello</a:t>
            </a:r>
          </a:p>
          <a:p>
            <a:pPr marL="137160" marR="0" lvl="3" indent="365760" algn="l">
              <a:lnSpc>
                <a:spcPts val="2000"/>
              </a:lnSpc>
              <a:spcAft>
                <a:spcPts val="0"/>
              </a:spcAft>
              <a:buFont typeface="Symbol"/>
              <a:buChar char="·"/>
            </a:pPr>
            <a:r>
              <a:rPr lang="it-IT" sz="2100" spc="210" smtClean="0">
                <a:solidFill>
                  <a:srgbClr val="000000"/>
                </a:solidFill>
                <a:latin typeface="Times New Roman" panose="22635452340000000000" pitchFamily="1"/>
              </a:rPr>
              <a:t>Quarto livello</a:t>
            </a:r>
          </a:p>
          <a:p>
            <a:pPr marL="137160" marR="0" lvl="4" indent="365760" algn="l">
              <a:lnSpc>
                <a:spcPts val="2000"/>
              </a:lnSpc>
              <a:spcAft>
                <a:spcPts val="0"/>
              </a:spcAft>
              <a:buFont typeface="Symbol"/>
              <a:buChar char="·"/>
            </a:pPr>
            <a:r>
              <a:rPr lang="it-IT" sz="2100" spc="210" smtClean="0">
                <a:solidFill>
                  <a:srgbClr val="000000"/>
                </a:solidFill>
                <a:latin typeface="Times New Roman" panose="22635452340000000000" pitchFamily="1"/>
              </a:rPr>
              <a:t>Quinto livello</a:t>
            </a:r>
            <a:endParaRPr lang="it-IT" sz="2100" spc="131" dirty="0">
              <a:solidFill>
                <a:srgbClr val="000000"/>
              </a:solidFill>
              <a:latin typeface="Times New Roman" panose="22635452340000000000" pitchFamily="1"/>
            </a:endParaRPr>
          </a:p>
        </p:txBody>
      </p:sp>
    </p:spTree>
    <p:extLst>
      <p:ext uri="{BB962C8B-B14F-4D97-AF65-F5344CB8AC3E}">
        <p14:creationId xmlns:p14="http://schemas.microsoft.com/office/powerpoint/2010/main" val="425150180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60_1_">
    <p:spTree>
      <p:nvGrpSpPr>
        <p:cNvPr id="1" name=""/>
        <p:cNvGrpSpPr/>
        <p:nvPr/>
      </p:nvGrpSpPr>
      <p:grpSpPr>
        <a:xfrm>
          <a:off x="0" y="0"/>
          <a:ext cx="0" cy="0"/>
          <a:chOff x="0" y="0"/>
          <a:chExt cx="0" cy="0"/>
        </a:xfrm>
      </p:grpSpPr>
      <p:sp>
        <p:nvSpPr>
          <p:cNvPr id="164" name="Segnaposto testo 163"/>
          <p:cNvSpPr>
            <a:spLocks noGrp="1"/>
          </p:cNvSpPr>
          <p:nvPr>
            <p:ph type="body" idx="10"/>
          </p:nvPr>
        </p:nvSpPr>
        <p:spPr>
          <a:xfrm>
            <a:off x="923769" y="6042065"/>
            <a:ext cx="7297278" cy="282727"/>
          </a:xfrm>
          <a:prstGeom prst="rect">
            <a:avLst/>
          </a:prstGeom>
          <a:noFill/>
          <a:ln w="0" cmpd="sng">
            <a:noFill/>
            <a:prstDash val="solid"/>
          </a:ln>
        </p:spPr>
        <p:txBody>
          <a:bodyPr vert="horz" lIns="0" tIns="0" rIns="0" bIns="0" anchor="t"/>
          <a:lstStyle>
            <a:lvl1pPr marL="280515" marR="0" indent="0" algn="l">
              <a:lnSpc>
                <a:spcPct val="95999"/>
              </a:lnSpc>
              <a:spcBef>
                <a:spcPts val="0"/>
              </a:spcBef>
              <a:spcAft>
                <a:spcPts val="0"/>
              </a:spcAft>
              <a:tabLst>
                <a:tab pos="7350719" algn="r"/>
              </a:tabLst>
              <a:defRPr/>
            </a:lvl1pPr>
          </a:lstStyle>
          <a:p>
            <a:pPr marL="320040" marR="0" lvl="0" indent="0" algn="l">
              <a:lnSpc>
                <a:spcPct val="95999"/>
              </a:lnSpc>
              <a:spcAft>
                <a:spcPts val="0"/>
              </a:spcAft>
              <a:tabLst>
                <a:tab pos="8386445" algn="r"/>
              </a:tabLst>
            </a:pPr>
            <a:r>
              <a:rPr lang="it-IT" sz="1000" spc="0" smtClean="0">
                <a:solidFill>
                  <a:srgbClr val="000000"/>
                </a:solidFill>
                <a:latin typeface="Times New Roman" panose="22635452340000000000" pitchFamily="1"/>
              </a:rPr>
              <a:t>Fare clic per modificare stili del testo dello schema</a:t>
            </a:r>
          </a:p>
          <a:p>
            <a:pPr marL="320040" marR="0" lvl="1" indent="0" algn="l">
              <a:lnSpc>
                <a:spcPct val="95999"/>
              </a:lnSpc>
              <a:spcAft>
                <a:spcPts val="0"/>
              </a:spcAft>
              <a:tabLst>
                <a:tab pos="8386445" algn="r"/>
              </a:tabLst>
            </a:pPr>
            <a:r>
              <a:rPr lang="it-IT" sz="1000" spc="0" smtClean="0">
                <a:solidFill>
                  <a:srgbClr val="000000"/>
                </a:solidFill>
                <a:latin typeface="Times New Roman" panose="22635452340000000000" pitchFamily="1"/>
              </a:rPr>
              <a:t>Secondo livello</a:t>
            </a:r>
          </a:p>
        </p:txBody>
      </p:sp>
      <p:sp>
        <p:nvSpPr>
          <p:cNvPr id="165" name="Segnaposto testo 164"/>
          <p:cNvSpPr>
            <a:spLocks noGrp="1"/>
          </p:cNvSpPr>
          <p:nvPr>
            <p:ph type="body" idx="10"/>
          </p:nvPr>
        </p:nvSpPr>
        <p:spPr>
          <a:xfrm>
            <a:off x="923769" y="6042065"/>
            <a:ext cx="7297278" cy="282727"/>
          </a:xfrm>
          <a:prstGeom prst="rect">
            <a:avLst/>
          </a:prstGeom>
          <a:noFill/>
          <a:ln w="0" cmpd="sng">
            <a:noFill/>
            <a:prstDash val="solid"/>
          </a:ln>
        </p:spPr>
        <p:txBody>
          <a:bodyPr vert="horz" lIns="0" tIns="0" rIns="0" bIns="0" anchor="t"/>
          <a:lstStyle>
            <a:lvl1pPr marL="280515" marR="0" indent="0" algn="l">
              <a:lnSpc>
                <a:spcPct val="95999"/>
              </a:lnSpc>
              <a:spcBef>
                <a:spcPts val="0"/>
              </a:spcBef>
              <a:spcAft>
                <a:spcPts val="0"/>
              </a:spcAft>
              <a:tabLst>
                <a:tab pos="7350719" algn="r"/>
              </a:tabLst>
              <a:defRPr/>
            </a:lvl1pPr>
          </a:lstStyle>
          <a:p>
            <a:pPr marL="320040" marR="0" lvl="0" indent="0" algn="l">
              <a:lnSpc>
                <a:spcPct val="95999"/>
              </a:lnSpc>
              <a:spcAft>
                <a:spcPts val="0"/>
              </a:spcAft>
              <a:tabLst>
                <a:tab pos="8386445" algn="r"/>
              </a:tabLst>
            </a:pPr>
            <a:r>
              <a:rPr lang="it-IT" sz="1000" spc="0" smtClean="0">
                <a:solidFill>
                  <a:srgbClr val="000000"/>
                </a:solidFill>
                <a:latin typeface="Times New Roman" panose="22635452340000000000" pitchFamily="1"/>
              </a:rPr>
              <a:t>Fare clic per modificare stili del testo dello schema</a:t>
            </a:r>
          </a:p>
          <a:p>
            <a:pPr marL="320040" marR="0" lvl="1" indent="0" algn="l">
              <a:lnSpc>
                <a:spcPct val="95999"/>
              </a:lnSpc>
              <a:spcAft>
                <a:spcPts val="0"/>
              </a:spcAft>
              <a:tabLst>
                <a:tab pos="8386445" algn="r"/>
              </a:tabLst>
            </a:pPr>
            <a:r>
              <a:rPr lang="it-IT" sz="1000" spc="0" smtClean="0">
                <a:solidFill>
                  <a:srgbClr val="000000"/>
                </a:solidFill>
                <a:latin typeface="Times New Roman" panose="22635452340000000000" pitchFamily="1"/>
              </a:rPr>
              <a:t>Secondo livello</a:t>
            </a:r>
          </a:p>
        </p:txBody>
      </p:sp>
      <p:sp>
        <p:nvSpPr>
          <p:cNvPr id="166" name="Segnaposto testo 165"/>
          <p:cNvSpPr>
            <a:spLocks noGrp="1"/>
          </p:cNvSpPr>
          <p:nvPr>
            <p:ph type="body" idx="10"/>
          </p:nvPr>
        </p:nvSpPr>
        <p:spPr>
          <a:xfrm>
            <a:off x="923769" y="6042065"/>
            <a:ext cx="7297278" cy="282727"/>
          </a:xfrm>
          <a:prstGeom prst="rect">
            <a:avLst/>
          </a:prstGeom>
          <a:noFill/>
          <a:ln w="0" cmpd="sng">
            <a:noFill/>
            <a:prstDash val="solid"/>
          </a:ln>
        </p:spPr>
        <p:txBody>
          <a:bodyPr vert="horz" lIns="0" tIns="0" rIns="0" bIns="0" anchor="t"/>
          <a:lstStyle>
            <a:lvl1pPr marL="280515" marR="0" indent="0" algn="l">
              <a:lnSpc>
                <a:spcPct val="95999"/>
              </a:lnSpc>
              <a:spcBef>
                <a:spcPts val="0"/>
              </a:spcBef>
              <a:spcAft>
                <a:spcPts val="0"/>
              </a:spcAft>
              <a:tabLst>
                <a:tab pos="7350719" algn="r"/>
              </a:tabLst>
              <a:defRPr/>
            </a:lvl1pPr>
          </a:lstStyle>
          <a:p>
            <a:pPr marL="320040" marR="0" lvl="0" indent="0" algn="l">
              <a:lnSpc>
                <a:spcPct val="95999"/>
              </a:lnSpc>
              <a:spcAft>
                <a:spcPts val="0"/>
              </a:spcAft>
              <a:tabLst>
                <a:tab pos="8386445" algn="r"/>
              </a:tabLst>
            </a:pPr>
            <a:r>
              <a:rPr lang="it-IT" sz="1000" spc="0" smtClean="0">
                <a:solidFill>
                  <a:srgbClr val="000000"/>
                </a:solidFill>
                <a:latin typeface="Times New Roman" panose="22635452340000000000" pitchFamily="1"/>
              </a:rPr>
              <a:t>Fare clic per modificare stili del testo dello schema</a:t>
            </a:r>
          </a:p>
          <a:p>
            <a:pPr marL="320040" marR="0" lvl="1" indent="0" algn="l">
              <a:lnSpc>
                <a:spcPct val="95999"/>
              </a:lnSpc>
              <a:spcAft>
                <a:spcPts val="0"/>
              </a:spcAft>
              <a:tabLst>
                <a:tab pos="8386445" algn="r"/>
              </a:tabLst>
            </a:pPr>
            <a:r>
              <a:rPr lang="it-IT" sz="1000" spc="0" smtClean="0">
                <a:solidFill>
                  <a:srgbClr val="000000"/>
                </a:solidFill>
                <a:latin typeface="Times New Roman" panose="22635452340000000000" pitchFamily="1"/>
              </a:rPr>
              <a:t>Secondo livello</a:t>
            </a:r>
          </a:p>
        </p:txBody>
      </p:sp>
      <p:sp>
        <p:nvSpPr>
          <p:cNvPr id="167" name="Segnaposto testo 166"/>
          <p:cNvSpPr>
            <a:spLocks noGrp="1"/>
          </p:cNvSpPr>
          <p:nvPr>
            <p:ph type="body" idx="10"/>
          </p:nvPr>
        </p:nvSpPr>
        <p:spPr>
          <a:xfrm>
            <a:off x="1023151" y="1766036"/>
            <a:ext cx="7097970" cy="4113073"/>
          </a:xfrm>
          <a:prstGeom prst="rect">
            <a:avLst/>
          </a:prstGeom>
          <a:noFill/>
          <a:ln w="8890" cmpd="sng">
            <a:solidFill>
              <a:srgbClr val="C0C0C0"/>
            </a:solidFill>
            <a:prstDash val="solid"/>
          </a:ln>
        </p:spPr>
        <p:txBody>
          <a:bodyPr vert="horz" lIns="0" tIns="0" rIns="0" bIns="0" anchor="t"/>
          <a:lstStyle/>
          <a:p>
            <a:pPr lvl="0" algn="l"/>
            <a:r>
              <a:rPr lang="it-IT" sz="100" smtClean="0"/>
              <a:t>Fare clic per modificare stili del testo dello schema</a:t>
            </a:r>
          </a:p>
        </p:txBody>
      </p:sp>
      <p:sp>
        <p:nvSpPr>
          <p:cNvPr id="170" name="Segnaposto testo 169"/>
          <p:cNvSpPr>
            <a:spLocks noGrp="1"/>
          </p:cNvSpPr>
          <p:nvPr>
            <p:ph type="body" idx="10"/>
          </p:nvPr>
        </p:nvSpPr>
        <p:spPr>
          <a:xfrm>
            <a:off x="1146971" y="1766036"/>
            <a:ext cx="6826977" cy="3368539"/>
          </a:xfrm>
          <a:prstGeom prst="rect">
            <a:avLst/>
          </a:prstGeom>
          <a:noFill/>
          <a:ln w="0" cmpd="sng">
            <a:noFill/>
            <a:prstDash val="solid"/>
          </a:ln>
        </p:spPr>
        <p:txBody>
          <a:bodyPr vert="horz" lIns="0" tIns="60110" rIns="0" bIns="0" anchor="t"/>
          <a:lstStyle>
            <a:lvl1pPr marL="280515" marR="200368" indent="0" algn="l">
              <a:lnSpc>
                <a:spcPct val="83519"/>
              </a:lnSpc>
              <a:spcBef>
                <a:spcPts val="0"/>
              </a:spcBef>
              <a:spcAft>
                <a:spcPts val="0"/>
              </a:spcAft>
              <a:defRPr/>
            </a:lvl1pPr>
          </a:lstStyle>
          <a:p>
            <a:pPr marL="320040" marR="0" lvl="0" indent="-320040" algn="l">
              <a:lnSpc>
                <a:spcPct val="83519"/>
              </a:lnSpc>
              <a:spcAft>
                <a:spcPts val="0"/>
              </a:spcAft>
            </a:pPr>
            <a:r>
              <a:rPr lang="it-IT" sz="1400" spc="105" smtClean="0">
                <a:solidFill>
                  <a:srgbClr val="000000"/>
                </a:solidFill>
                <a:latin typeface="Times New Roman" panose="22635452340000000000" pitchFamily="1"/>
              </a:rPr>
              <a:t>Fare clic per modificare stili del testo dello schema</a:t>
            </a:r>
          </a:p>
          <a:p>
            <a:pPr marL="320040" marR="0" lvl="1" indent="-320040" algn="l">
              <a:lnSpc>
                <a:spcPct val="83519"/>
              </a:lnSpc>
              <a:spcAft>
                <a:spcPts val="0"/>
              </a:spcAft>
            </a:pPr>
            <a:r>
              <a:rPr lang="it-IT" sz="1400" spc="105" smtClean="0">
                <a:solidFill>
                  <a:srgbClr val="000000"/>
                </a:solidFill>
                <a:latin typeface="Times New Roman" panose="22635452340000000000" pitchFamily="1"/>
              </a:rPr>
              <a:t>Secondo livello</a:t>
            </a:r>
          </a:p>
          <a:p>
            <a:pPr marL="320040" marR="0" lvl="2" indent="-320040" algn="l">
              <a:lnSpc>
                <a:spcPct val="83519"/>
              </a:lnSpc>
              <a:spcAft>
                <a:spcPts val="0"/>
              </a:spcAft>
            </a:pPr>
            <a:r>
              <a:rPr lang="it-IT" sz="1400" spc="105" smtClean="0">
                <a:solidFill>
                  <a:srgbClr val="000000"/>
                </a:solidFill>
                <a:latin typeface="Times New Roman" panose="22635452340000000000" pitchFamily="1"/>
              </a:rPr>
              <a:t>Terzo livello</a:t>
            </a:r>
          </a:p>
          <a:p>
            <a:pPr marL="320040" marR="0" lvl="3" indent="-320040" algn="l">
              <a:lnSpc>
                <a:spcPct val="83519"/>
              </a:lnSpc>
              <a:spcAft>
                <a:spcPts val="0"/>
              </a:spcAft>
            </a:pPr>
            <a:r>
              <a:rPr lang="it-IT" sz="1400" spc="105" smtClean="0">
                <a:solidFill>
                  <a:srgbClr val="000000"/>
                </a:solidFill>
                <a:latin typeface="Times New Roman" panose="22635452340000000000" pitchFamily="1"/>
              </a:rPr>
              <a:t>Quarto livello</a:t>
            </a:r>
          </a:p>
          <a:p>
            <a:pPr marL="320040" marR="0" lvl="4" indent="-320040" algn="l">
              <a:lnSpc>
                <a:spcPct val="83519"/>
              </a:lnSpc>
              <a:spcAft>
                <a:spcPts val="0"/>
              </a:spcAft>
            </a:pPr>
            <a:r>
              <a:rPr lang="it-IT" sz="1400" spc="105" smtClean="0">
                <a:solidFill>
                  <a:srgbClr val="000000"/>
                </a:solidFill>
                <a:latin typeface="Times New Roman" panose="22635452340000000000" pitchFamily="1"/>
              </a:rPr>
              <a:t>Quinto livello</a:t>
            </a:r>
            <a:endParaRPr lang="it-IT" sz="1400" spc="9" dirty="0">
              <a:solidFill>
                <a:srgbClr val="000000"/>
              </a:solidFill>
              <a:latin typeface="Times New Roman" panose="22635452340000000000" pitchFamily="1"/>
            </a:endParaRPr>
          </a:p>
        </p:txBody>
      </p:sp>
      <p:sp>
        <p:nvSpPr>
          <p:cNvPr id="171" name="Segnaposto testo 170"/>
          <p:cNvSpPr>
            <a:spLocks noGrp="1"/>
          </p:cNvSpPr>
          <p:nvPr>
            <p:ph type="body" idx="10"/>
          </p:nvPr>
        </p:nvSpPr>
        <p:spPr>
          <a:xfrm>
            <a:off x="1934428" y="5134575"/>
            <a:ext cx="5288993" cy="728411"/>
          </a:xfrm>
          <a:prstGeom prst="rect">
            <a:avLst/>
          </a:prstGeom>
          <a:noFill/>
          <a:ln w="0" cmpd="sng">
            <a:noFill/>
            <a:prstDash val="solid"/>
          </a:ln>
        </p:spPr>
        <p:txBody>
          <a:bodyPr vert="horz" lIns="0" tIns="220405" rIns="0" bIns="0" anchor="t"/>
          <a:lstStyle>
            <a:lvl1pPr marL="0" marR="0" indent="0" algn="ctr">
              <a:lnSpc>
                <a:spcPct val="109439"/>
              </a:lnSpc>
              <a:spcAft>
                <a:spcPts val="2502"/>
              </a:spcAft>
              <a:defRPr/>
            </a:lvl1pPr>
          </a:lstStyle>
          <a:p>
            <a:pPr marL="0" marR="0" lvl="0" indent="0" algn="ctr">
              <a:lnSpc>
                <a:spcPct val="109439"/>
              </a:lnSpc>
              <a:spcAft>
                <a:spcPts val="2855"/>
              </a:spcAft>
            </a:pPr>
            <a:r>
              <a:rPr lang="it-IT" sz="1000" i="1" spc="18" smtClean="0">
                <a:solidFill>
                  <a:srgbClr val="000000"/>
                </a:solidFill>
                <a:latin typeface="Times New Roman" panose="22635452340000000000" pitchFamily="1"/>
              </a:rPr>
              <a:t>Fare clic per modificare stili del testo dello schema</a:t>
            </a:r>
          </a:p>
        </p:txBody>
      </p:sp>
      <p:sp>
        <p:nvSpPr>
          <p:cNvPr id="172" name="Segnaposto testo 171"/>
          <p:cNvSpPr>
            <a:spLocks noGrp="1"/>
          </p:cNvSpPr>
          <p:nvPr>
            <p:ph type="body" idx="10"/>
          </p:nvPr>
        </p:nvSpPr>
        <p:spPr>
          <a:xfrm>
            <a:off x="1023151" y="5862986"/>
            <a:ext cx="7097970" cy="179080"/>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Tree>
    <p:extLst>
      <p:ext uri="{BB962C8B-B14F-4D97-AF65-F5344CB8AC3E}">
        <p14:creationId xmlns:p14="http://schemas.microsoft.com/office/powerpoint/2010/main" val="7772945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61_1_">
    <p:spTree>
      <p:nvGrpSpPr>
        <p:cNvPr id="1" name=""/>
        <p:cNvGrpSpPr/>
        <p:nvPr/>
      </p:nvGrpSpPr>
      <p:grpSpPr>
        <a:xfrm>
          <a:off x="0" y="0"/>
          <a:ext cx="0" cy="0"/>
          <a:chOff x="0" y="0"/>
          <a:chExt cx="0" cy="0"/>
        </a:xfrm>
      </p:grpSpPr>
      <p:sp>
        <p:nvSpPr>
          <p:cNvPr id="111" name="Segnaposto testo 110"/>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112" name="Segnaposto testo 111"/>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113" name="Segnaposto testo 112"/>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114" name="Segnaposto testo 113"/>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117" name="Segnaposto testo 116"/>
          <p:cNvSpPr>
            <a:spLocks noGrp="1"/>
          </p:cNvSpPr>
          <p:nvPr>
            <p:ph type="body" idx="10"/>
          </p:nvPr>
        </p:nvSpPr>
        <p:spPr>
          <a:xfrm>
            <a:off x="1023150" y="1869107"/>
            <a:ext cx="5278674" cy="720925"/>
          </a:xfrm>
          <a:prstGeom prst="rect">
            <a:avLst/>
          </a:prstGeom>
          <a:noFill/>
          <a:ln w="0" cmpd="sng">
            <a:noFill/>
            <a:prstDash val="solid"/>
          </a:ln>
        </p:spPr>
        <p:txBody>
          <a:bodyPr vert="horz" lIns="0" tIns="0" rIns="0" bIns="0" anchor="t">
            <a:normAutofit fontScale="80000"/>
          </a:bodyPr>
          <a:lstStyle>
            <a:lvl1pPr marL="0" marR="140258" indent="0" algn="r">
              <a:lnSpc>
                <a:spcPct val="95999"/>
              </a:lnSpc>
              <a:spcBef>
                <a:spcPts val="0"/>
              </a:spcBef>
              <a:spcAft>
                <a:spcPts val="0"/>
              </a:spcAft>
              <a:defRPr/>
            </a:lvl1pPr>
          </a:lstStyle>
          <a:p>
            <a:pPr marL="0" marR="0" lvl="0" indent="0" algn="r">
              <a:lnSpc>
                <a:spcPct val="95999"/>
              </a:lnSpc>
              <a:spcAft>
                <a:spcPts val="0"/>
              </a:spcAft>
            </a:pPr>
            <a:r>
              <a:rPr lang="it-IT" sz="2900" spc="289" smtClean="0">
                <a:solidFill>
                  <a:srgbClr val="000000"/>
                </a:solidFill>
                <a:latin typeface="Times New Roman" panose="22635452340000000000" pitchFamily="1"/>
              </a:rPr>
              <a:t>Fare clic per modificare stili del testo dello schema</a:t>
            </a:r>
          </a:p>
          <a:p>
            <a:pPr marL="0" marR="0" lvl="1" indent="0" algn="r">
              <a:lnSpc>
                <a:spcPct val="95999"/>
              </a:lnSpc>
              <a:spcAft>
                <a:spcPts val="0"/>
              </a:spcAft>
            </a:pPr>
            <a:r>
              <a:rPr lang="it-IT" sz="2900" spc="289" smtClean="0">
                <a:solidFill>
                  <a:srgbClr val="000000"/>
                </a:solidFill>
                <a:latin typeface="Times New Roman" panose="22635452340000000000" pitchFamily="1"/>
              </a:rPr>
              <a:t>Secondo livello</a:t>
            </a:r>
          </a:p>
        </p:txBody>
      </p:sp>
      <p:sp>
        <p:nvSpPr>
          <p:cNvPr id="118" name="Segnaposto testo 117"/>
          <p:cNvSpPr>
            <a:spLocks noGrp="1"/>
          </p:cNvSpPr>
          <p:nvPr>
            <p:ph type="body" idx="10"/>
          </p:nvPr>
        </p:nvSpPr>
        <p:spPr>
          <a:xfrm>
            <a:off x="1023150" y="2590033"/>
            <a:ext cx="4250093" cy="3452033"/>
          </a:xfrm>
          <a:prstGeom prst="rect">
            <a:avLst/>
          </a:prstGeom>
          <a:noFill/>
          <a:ln w="0" cmpd="sng">
            <a:noFill/>
            <a:prstDash val="solid"/>
          </a:ln>
        </p:spPr>
        <p:txBody>
          <a:bodyPr vert="horz" lIns="0" tIns="0" rIns="0" bIns="0" anchor="t">
            <a:normAutofit fontScale="90000"/>
          </a:bodyPr>
          <a:lstStyle>
            <a:lvl1pPr marL="520957" marR="0" indent="0" algn="l">
              <a:lnSpc>
                <a:spcPct val="75839"/>
              </a:lnSpc>
              <a:spcBef>
                <a:spcPts val="473"/>
              </a:spcBef>
              <a:spcAft>
                <a:spcPts val="473"/>
              </a:spcAft>
              <a:defRPr/>
            </a:lvl1pPr>
          </a:lstStyle>
          <a:p>
            <a:pPr marL="594360" marR="0" lvl="0" indent="0" algn="l">
              <a:lnSpc>
                <a:spcPct val="95999"/>
              </a:lnSpc>
              <a:spcAft>
                <a:spcPts val="0"/>
              </a:spcAft>
            </a:pPr>
            <a:r>
              <a:rPr lang="it-IT" sz="2500" spc="158" smtClean="0">
                <a:solidFill>
                  <a:srgbClr val="000000"/>
                </a:solidFill>
                <a:latin typeface="Times New Roman" panose="22635452340000000000" pitchFamily="1"/>
              </a:rPr>
              <a:t>Fare clic per modificare stili del testo dello schema</a:t>
            </a:r>
          </a:p>
          <a:p>
            <a:pPr marL="594360" marR="0" lvl="1" indent="0" algn="l">
              <a:lnSpc>
                <a:spcPct val="95999"/>
              </a:lnSpc>
              <a:spcAft>
                <a:spcPts val="0"/>
              </a:spcAft>
            </a:pPr>
            <a:r>
              <a:rPr lang="it-IT" sz="2500" spc="158" smtClean="0">
                <a:solidFill>
                  <a:srgbClr val="000000"/>
                </a:solidFill>
                <a:latin typeface="Times New Roman" panose="22635452340000000000" pitchFamily="1"/>
              </a:rPr>
              <a:t>Secondo livello</a:t>
            </a:r>
          </a:p>
          <a:p>
            <a:pPr marL="594360" marR="0" lvl="2" indent="0" algn="l">
              <a:lnSpc>
                <a:spcPct val="95999"/>
              </a:lnSpc>
              <a:spcAft>
                <a:spcPts val="0"/>
              </a:spcAft>
            </a:pPr>
            <a:r>
              <a:rPr lang="it-IT" sz="2500" spc="158" smtClean="0">
                <a:solidFill>
                  <a:srgbClr val="000000"/>
                </a:solidFill>
                <a:latin typeface="Times New Roman" panose="22635452340000000000" pitchFamily="1"/>
              </a:rPr>
              <a:t>Terzo livello</a:t>
            </a:r>
          </a:p>
          <a:p>
            <a:pPr marL="594360" marR="0" lvl="3" indent="0" algn="l">
              <a:lnSpc>
                <a:spcPct val="95999"/>
              </a:lnSpc>
              <a:spcAft>
                <a:spcPts val="0"/>
              </a:spcAft>
            </a:pPr>
            <a:r>
              <a:rPr lang="it-IT" sz="2500" spc="158" smtClean="0">
                <a:solidFill>
                  <a:srgbClr val="000000"/>
                </a:solidFill>
                <a:latin typeface="Times New Roman" panose="22635452340000000000" pitchFamily="1"/>
              </a:rPr>
              <a:t>Quarto livello</a:t>
            </a:r>
          </a:p>
          <a:p>
            <a:pPr marL="594360" marR="0" lvl="4" indent="0" algn="l">
              <a:lnSpc>
                <a:spcPct val="95999"/>
              </a:lnSpc>
              <a:spcAft>
                <a:spcPts val="0"/>
              </a:spcAft>
            </a:pPr>
            <a:r>
              <a:rPr lang="it-IT" sz="2500" spc="158" smtClean="0">
                <a:solidFill>
                  <a:srgbClr val="000000"/>
                </a:solidFill>
                <a:latin typeface="Times New Roman" panose="22635452340000000000" pitchFamily="1"/>
              </a:rPr>
              <a:t>Quinto livello</a:t>
            </a:r>
            <a:endParaRPr lang="it-IT" sz="2500" spc="114" dirty="0">
              <a:solidFill>
                <a:srgbClr val="000000"/>
              </a:solidFill>
              <a:latin typeface="Times New Roman" panose="22635452340000000000" pitchFamily="1"/>
            </a:endParaRPr>
          </a:p>
        </p:txBody>
      </p:sp>
      <p:sp>
        <p:nvSpPr>
          <p:cNvPr id="121" name="Segnaposto testo 120"/>
          <p:cNvSpPr>
            <a:spLocks noGrp="1"/>
          </p:cNvSpPr>
          <p:nvPr>
            <p:ph type="body" idx="10"/>
          </p:nvPr>
        </p:nvSpPr>
        <p:spPr>
          <a:xfrm>
            <a:off x="6224708" y="2824390"/>
            <a:ext cx="1738921" cy="2505963"/>
          </a:xfrm>
          <a:prstGeom prst="rect">
            <a:avLst/>
          </a:prstGeom>
          <a:noFill/>
          <a:ln w="0" cmpd="sng">
            <a:noFill/>
            <a:prstDash val="solid"/>
          </a:ln>
        </p:spPr>
        <p:txBody>
          <a:bodyPr vert="horz" lIns="0" tIns="0" rIns="0" bIns="0" anchor="t">
            <a:normAutofit fontScale="90000"/>
          </a:bodyPr>
          <a:lstStyle>
            <a:lvl1pPr marL="0" marR="0" indent="0" algn="ctr">
              <a:lnSpc>
                <a:spcPct val="91199"/>
              </a:lnSpc>
              <a:spcBef>
                <a:spcPts val="0"/>
              </a:spcBef>
              <a:spcAft>
                <a:spcPts val="316"/>
              </a:spcAft>
              <a:defRPr/>
            </a:lvl1pPr>
          </a:lstStyle>
          <a:p>
            <a:pPr marL="0" marR="0" lvl="0" indent="0" algn="ctr">
              <a:lnSpc>
                <a:spcPct val="89279"/>
              </a:lnSpc>
              <a:spcAft>
                <a:spcPts val="0"/>
              </a:spcAft>
            </a:pPr>
            <a:r>
              <a:rPr lang="it-IT" sz="2100" spc="105" smtClean="0">
                <a:solidFill>
                  <a:srgbClr val="000000"/>
                </a:solidFill>
                <a:latin typeface="Times New Roman" panose="22635452340000000000" pitchFamily="1"/>
              </a:rPr>
              <a:t>Fare clic per modificare stili del testo dello schema</a:t>
            </a:r>
          </a:p>
          <a:p>
            <a:pPr marL="0" marR="0" lvl="1" indent="0" algn="ctr">
              <a:lnSpc>
                <a:spcPct val="89279"/>
              </a:lnSpc>
              <a:spcAft>
                <a:spcPts val="0"/>
              </a:spcAft>
            </a:pPr>
            <a:r>
              <a:rPr lang="it-IT" sz="2100" spc="105" smtClean="0">
                <a:solidFill>
                  <a:srgbClr val="000000"/>
                </a:solidFill>
                <a:latin typeface="Times New Roman" panose="22635452340000000000" pitchFamily="1"/>
              </a:rPr>
              <a:t>Secondo livello</a:t>
            </a:r>
          </a:p>
          <a:p>
            <a:pPr marL="0" marR="0" lvl="2" indent="0" algn="ctr">
              <a:lnSpc>
                <a:spcPct val="89279"/>
              </a:lnSpc>
              <a:spcAft>
                <a:spcPts val="0"/>
              </a:spcAft>
            </a:pPr>
            <a:r>
              <a:rPr lang="it-IT" sz="2100" spc="105" smtClean="0">
                <a:solidFill>
                  <a:srgbClr val="000000"/>
                </a:solidFill>
                <a:latin typeface="Times New Roman" panose="22635452340000000000" pitchFamily="1"/>
              </a:rPr>
              <a:t>Terzo livello</a:t>
            </a:r>
          </a:p>
          <a:p>
            <a:pPr marL="0" marR="0" lvl="3" indent="0" algn="ctr">
              <a:lnSpc>
                <a:spcPct val="89279"/>
              </a:lnSpc>
              <a:spcAft>
                <a:spcPts val="0"/>
              </a:spcAft>
            </a:pPr>
            <a:r>
              <a:rPr lang="it-IT" sz="2100" spc="105" smtClean="0">
                <a:solidFill>
                  <a:srgbClr val="000000"/>
                </a:solidFill>
                <a:latin typeface="Times New Roman" panose="22635452340000000000" pitchFamily="1"/>
              </a:rPr>
              <a:t>Quarto livello</a:t>
            </a:r>
          </a:p>
          <a:p>
            <a:pPr marL="0" marR="0" lvl="4" indent="0" algn="ctr">
              <a:lnSpc>
                <a:spcPct val="89279"/>
              </a:lnSpc>
              <a:spcAft>
                <a:spcPts val="0"/>
              </a:spcAft>
            </a:pPr>
            <a:r>
              <a:rPr lang="it-IT" sz="2100" spc="105" smtClean="0">
                <a:solidFill>
                  <a:srgbClr val="000000"/>
                </a:solidFill>
                <a:latin typeface="Times New Roman" panose="22635452340000000000" pitchFamily="1"/>
              </a:rPr>
              <a:t>Quinto livello</a:t>
            </a:r>
            <a:endParaRPr lang="it-IT" sz="2100" spc="131" dirty="0">
              <a:solidFill>
                <a:srgbClr val="000000"/>
              </a:solidFill>
              <a:latin typeface="Times New Roman" panose="22635452340000000000" pitchFamily="1"/>
            </a:endParaRPr>
          </a:p>
        </p:txBody>
      </p:sp>
    </p:spTree>
    <p:extLst>
      <p:ext uri="{BB962C8B-B14F-4D97-AF65-F5344CB8AC3E}">
        <p14:creationId xmlns:p14="http://schemas.microsoft.com/office/powerpoint/2010/main" val="20265451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62_1_">
    <p:spTree>
      <p:nvGrpSpPr>
        <p:cNvPr id="1" name=""/>
        <p:cNvGrpSpPr/>
        <p:nvPr/>
      </p:nvGrpSpPr>
      <p:grpSpPr>
        <a:xfrm>
          <a:off x="0" y="0"/>
          <a:ext cx="0" cy="0"/>
          <a:chOff x="0" y="0"/>
          <a:chExt cx="0" cy="0"/>
        </a:xfrm>
      </p:grpSpPr>
      <p:sp>
        <p:nvSpPr>
          <p:cNvPr id="311" name="Segnaposto testo 310"/>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12" name="Segnaposto testo 311"/>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13" name="Segnaposto testo 312"/>
          <p:cNvSpPr>
            <a:spLocks noGrp="1"/>
          </p:cNvSpPr>
          <p:nvPr>
            <p:ph type="body" idx="10"/>
          </p:nvPr>
        </p:nvSpPr>
        <p:spPr>
          <a:xfrm>
            <a:off x="1045417" y="1766036"/>
            <a:ext cx="7053438" cy="4113073"/>
          </a:xfrm>
          <a:prstGeom prst="rect">
            <a:avLst/>
          </a:prstGeom>
          <a:noFill/>
          <a:ln w="8890" cmpd="sng">
            <a:solidFill>
              <a:srgbClr val="C0C0C0"/>
            </a:solidFill>
            <a:prstDash val="solid"/>
          </a:ln>
        </p:spPr>
        <p:txBody>
          <a:bodyPr vert="horz" lIns="0" tIns="0" rIns="0" bIns="0" anchor="t"/>
          <a:lstStyle/>
          <a:p>
            <a:pPr lvl="0" algn="l"/>
            <a:r>
              <a:rPr lang="it-IT" sz="100" smtClean="0"/>
              <a:t>Fare clic per modificare stili del testo dello schema</a:t>
            </a:r>
          </a:p>
        </p:txBody>
      </p:sp>
      <p:sp>
        <p:nvSpPr>
          <p:cNvPr id="316" name="Segnaposto testo 315"/>
          <p:cNvSpPr>
            <a:spLocks noGrp="1"/>
          </p:cNvSpPr>
          <p:nvPr>
            <p:ph type="body" idx="10"/>
          </p:nvPr>
        </p:nvSpPr>
        <p:spPr>
          <a:xfrm>
            <a:off x="1154575" y="1766036"/>
            <a:ext cx="6629298" cy="617278"/>
          </a:xfrm>
          <a:prstGeom prst="rect">
            <a:avLst/>
          </a:prstGeom>
          <a:noFill/>
          <a:ln w="0" cmpd="sng">
            <a:noFill/>
            <a:prstDash val="solid"/>
          </a:ln>
        </p:spPr>
        <p:txBody>
          <a:bodyPr vert="horz" lIns="0" tIns="40074" rIns="0" bIns="0" anchor="t"/>
          <a:lstStyle>
            <a:lvl1pPr marL="280515" marR="0" indent="0" algn="l">
              <a:lnSpc>
                <a:spcPct val="71999"/>
              </a:lnSpc>
              <a:spcBef>
                <a:spcPts val="316"/>
              </a:spcBef>
              <a:spcAft>
                <a:spcPts val="0"/>
              </a:spcAft>
              <a:defRPr/>
            </a:lvl1pPr>
          </a:lstStyle>
          <a:p>
            <a:pPr marL="0" marR="0" lvl="0" indent="0" algn="r">
              <a:lnSpc>
                <a:spcPts val="2300"/>
              </a:lnSpc>
              <a:spcAft>
                <a:spcPts val="0"/>
              </a:spcAft>
            </a:pPr>
            <a:r>
              <a:rPr lang="it-IT" sz="2600" spc="61" smtClean="0">
                <a:solidFill>
                  <a:srgbClr val="000000"/>
                </a:solidFill>
                <a:latin typeface="Times New Roman" panose="22635452340000000000" pitchFamily="1"/>
              </a:rPr>
              <a:t>Fare clic per modificare stili del testo dello schema</a:t>
            </a:r>
          </a:p>
          <a:p>
            <a:pPr marL="0" marR="0" lvl="1" indent="0" algn="r">
              <a:lnSpc>
                <a:spcPts val="2300"/>
              </a:lnSpc>
              <a:spcAft>
                <a:spcPts val="0"/>
              </a:spcAft>
            </a:pPr>
            <a:r>
              <a:rPr lang="it-IT" sz="2600" spc="61" smtClean="0">
                <a:solidFill>
                  <a:srgbClr val="000000"/>
                </a:solidFill>
                <a:latin typeface="Times New Roman" panose="22635452340000000000" pitchFamily="1"/>
              </a:rPr>
              <a:t>Secondo livello</a:t>
            </a:r>
          </a:p>
        </p:txBody>
      </p:sp>
      <p:sp>
        <p:nvSpPr>
          <p:cNvPr id="317" name="Segnaposto testo 316"/>
          <p:cNvSpPr>
            <a:spLocks noGrp="1"/>
          </p:cNvSpPr>
          <p:nvPr>
            <p:ph type="body" idx="10"/>
          </p:nvPr>
        </p:nvSpPr>
        <p:spPr>
          <a:xfrm>
            <a:off x="1436430" y="2383314"/>
            <a:ext cx="6534803" cy="3479672"/>
          </a:xfrm>
          <a:prstGeom prst="rect">
            <a:avLst/>
          </a:prstGeom>
          <a:noFill/>
          <a:ln w="0" cmpd="sng">
            <a:noFill/>
            <a:prstDash val="solid"/>
          </a:ln>
        </p:spPr>
        <p:txBody>
          <a:bodyPr vert="horz" lIns="0" tIns="220405" rIns="0" bIns="0" anchor="t">
            <a:normAutofit fontScale="90000"/>
          </a:bodyPr>
          <a:lstStyle>
            <a:lvl1pPr marL="0" marR="0" indent="0" algn="l">
              <a:lnSpc>
                <a:spcPct val="75839"/>
              </a:lnSpc>
              <a:spcBef>
                <a:spcPts val="0"/>
              </a:spcBef>
              <a:spcAft>
                <a:spcPts val="8813"/>
              </a:spcAft>
              <a:defRPr/>
            </a:lvl1pPr>
          </a:lstStyle>
          <a:p>
            <a:pPr marL="0" marR="0" lvl="0" indent="0" algn="l">
              <a:lnSpc>
                <a:spcPct val="95999"/>
              </a:lnSpc>
              <a:spcAft>
                <a:spcPts val="0"/>
              </a:spcAft>
            </a:pPr>
            <a:r>
              <a:rPr lang="it-IT" sz="1700" spc="96" smtClean="0">
                <a:solidFill>
                  <a:srgbClr val="000000"/>
                </a:solidFill>
                <a:latin typeface="Times New Roman" panose="22635452340000000000" pitchFamily="1"/>
              </a:rPr>
              <a:t>Fare clic per modificare stili del testo dello schema</a:t>
            </a:r>
          </a:p>
          <a:p>
            <a:pPr marL="0" marR="0" lvl="1" indent="0" algn="l">
              <a:lnSpc>
                <a:spcPct val="95999"/>
              </a:lnSpc>
              <a:spcAft>
                <a:spcPts val="0"/>
              </a:spcAft>
            </a:pPr>
            <a:r>
              <a:rPr lang="it-IT" sz="1700" spc="96" smtClean="0">
                <a:solidFill>
                  <a:srgbClr val="000000"/>
                </a:solidFill>
                <a:latin typeface="Times New Roman" panose="22635452340000000000" pitchFamily="1"/>
              </a:rPr>
              <a:t>Secondo livello</a:t>
            </a:r>
          </a:p>
          <a:p>
            <a:pPr marL="0" marR="0" lvl="2" indent="0" algn="l">
              <a:lnSpc>
                <a:spcPct val="95999"/>
              </a:lnSpc>
              <a:spcAft>
                <a:spcPts val="0"/>
              </a:spcAft>
            </a:pPr>
            <a:r>
              <a:rPr lang="it-IT" sz="1700" spc="96" smtClean="0">
                <a:solidFill>
                  <a:srgbClr val="000000"/>
                </a:solidFill>
                <a:latin typeface="Times New Roman" panose="22635452340000000000" pitchFamily="1"/>
              </a:rPr>
              <a:t>Terzo livello</a:t>
            </a:r>
          </a:p>
          <a:p>
            <a:pPr marL="0" marR="0" lvl="3" indent="0" algn="l">
              <a:lnSpc>
                <a:spcPct val="95999"/>
              </a:lnSpc>
              <a:spcAft>
                <a:spcPts val="0"/>
              </a:spcAft>
            </a:pPr>
            <a:r>
              <a:rPr lang="it-IT" sz="1700" spc="96" smtClean="0">
                <a:solidFill>
                  <a:srgbClr val="000000"/>
                </a:solidFill>
                <a:latin typeface="Times New Roman" panose="22635452340000000000" pitchFamily="1"/>
              </a:rPr>
              <a:t>Quarto livello</a:t>
            </a:r>
          </a:p>
          <a:p>
            <a:pPr marL="0" marR="0" lvl="4" indent="0" algn="l">
              <a:lnSpc>
                <a:spcPct val="95999"/>
              </a:lnSpc>
              <a:spcAft>
                <a:spcPts val="0"/>
              </a:spcAft>
            </a:pPr>
            <a:r>
              <a:rPr lang="it-IT" sz="1700" spc="96" smtClean="0">
                <a:solidFill>
                  <a:srgbClr val="000000"/>
                </a:solidFill>
                <a:latin typeface="Times New Roman" panose="22635452340000000000" pitchFamily="1"/>
              </a:rPr>
              <a:t>Quinto livello</a:t>
            </a:r>
            <a:endParaRPr lang="it-IT" sz="1700" spc="88" dirty="0">
              <a:solidFill>
                <a:srgbClr val="000000"/>
              </a:solidFill>
              <a:latin typeface="Times New Roman" panose="22635452340000000000" pitchFamily="1"/>
            </a:endParaRPr>
          </a:p>
        </p:txBody>
      </p:sp>
      <p:sp>
        <p:nvSpPr>
          <p:cNvPr id="318" name="Segnaposto testo 317"/>
          <p:cNvSpPr>
            <a:spLocks noGrp="1"/>
          </p:cNvSpPr>
          <p:nvPr>
            <p:ph type="body" idx="10"/>
          </p:nvPr>
        </p:nvSpPr>
        <p:spPr>
          <a:xfrm>
            <a:off x="1045417" y="5862986"/>
            <a:ext cx="7053438" cy="179080"/>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Tree>
    <p:extLst>
      <p:ext uri="{BB962C8B-B14F-4D97-AF65-F5344CB8AC3E}">
        <p14:creationId xmlns:p14="http://schemas.microsoft.com/office/powerpoint/2010/main" val="254519995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64_1_">
    <p:spTree>
      <p:nvGrpSpPr>
        <p:cNvPr id="1" name=""/>
        <p:cNvGrpSpPr/>
        <p:nvPr/>
      </p:nvGrpSpPr>
      <p:grpSpPr>
        <a:xfrm>
          <a:off x="0" y="0"/>
          <a:ext cx="0" cy="0"/>
          <a:chOff x="0" y="0"/>
          <a:chExt cx="0" cy="0"/>
        </a:xfrm>
      </p:grpSpPr>
      <p:sp>
        <p:nvSpPr>
          <p:cNvPr id="407" name="Segnaposto testo 406"/>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408" name="Segnaposto testo 407"/>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413" name="Segnaposto testo 412"/>
          <p:cNvSpPr>
            <a:spLocks noGrp="1"/>
          </p:cNvSpPr>
          <p:nvPr>
            <p:ph type="body" idx="10"/>
          </p:nvPr>
        </p:nvSpPr>
        <p:spPr>
          <a:xfrm>
            <a:off x="3646739" y="2070644"/>
            <a:ext cx="1436429" cy="282727"/>
          </a:xfrm>
          <a:prstGeom prst="rect">
            <a:avLst/>
          </a:prstGeom>
          <a:noFill/>
          <a:ln w="0" cmpd="sng">
            <a:noFill/>
            <a:prstDash val="solid"/>
          </a:ln>
        </p:spPr>
        <p:txBody>
          <a:bodyPr vert="horz" lIns="0" tIns="0" rIns="0" bIns="0" anchor="t"/>
          <a:lstStyle>
            <a:lvl1pPr marL="0" marR="0" indent="0" algn="ctr">
              <a:lnSpc>
                <a:spcPct val="87359"/>
              </a:lnSpc>
              <a:spcAft>
                <a:spcPts val="0"/>
              </a:spcAft>
              <a:defRPr/>
            </a:lvl1pPr>
          </a:lstStyle>
          <a:p>
            <a:pPr marL="0" marR="0" lvl="0" indent="0" algn="ctr">
              <a:lnSpc>
                <a:spcPct val="87359"/>
              </a:lnSpc>
              <a:spcAft>
                <a:spcPts val="0"/>
              </a:spcAft>
            </a:pPr>
            <a:r>
              <a:rPr lang="it-IT" sz="1000" b="1" spc="35" smtClean="0">
                <a:solidFill>
                  <a:srgbClr val="000000"/>
                </a:solidFill>
                <a:latin typeface="Times New Roman" panose="22635452340000000000" pitchFamily="1"/>
              </a:rPr>
              <a:t>Fare clic per modificare stili del testo dello schema</a:t>
            </a:r>
          </a:p>
        </p:txBody>
      </p:sp>
      <p:sp>
        <p:nvSpPr>
          <p:cNvPr id="414" name="Segnaposto testo 413"/>
          <p:cNvSpPr>
            <a:spLocks noGrp="1"/>
          </p:cNvSpPr>
          <p:nvPr>
            <p:ph type="body" idx="10"/>
          </p:nvPr>
        </p:nvSpPr>
        <p:spPr>
          <a:xfrm>
            <a:off x="6509279" y="2043580"/>
            <a:ext cx="560452" cy="219963"/>
          </a:xfrm>
          <a:prstGeom prst="rect">
            <a:avLst/>
          </a:prstGeom>
          <a:noFill/>
          <a:ln w="0" cmpd="sng">
            <a:noFill/>
            <a:prstDash val="solid"/>
          </a:ln>
        </p:spPr>
        <p:txBody>
          <a:bodyPr vert="horz" lIns="0" tIns="0" rIns="0" bIns="0" anchor="t">
            <a:normAutofit fontScale="90000"/>
          </a:bodyPr>
          <a:lstStyle>
            <a:lvl1pPr marL="0" marR="0" indent="0" algn="ctr">
              <a:lnSpc>
                <a:spcPct val="75839"/>
              </a:lnSpc>
              <a:spcAft>
                <a:spcPts val="0"/>
              </a:spcAft>
              <a:defRPr/>
            </a:lvl1pPr>
          </a:lstStyle>
          <a:p>
            <a:pPr marL="0" marR="0" lvl="0" indent="0" algn="ctr">
              <a:lnSpc>
                <a:spcPct val="75839"/>
              </a:lnSpc>
              <a:spcAft>
                <a:spcPts val="0"/>
              </a:spcAft>
            </a:pPr>
            <a:r>
              <a:rPr lang="it-IT" sz="1800" spc="57" smtClean="0">
                <a:solidFill>
                  <a:srgbClr val="000000"/>
                </a:solidFill>
                <a:latin typeface="Times New Roman" panose="22635452340000000000" pitchFamily="1"/>
              </a:rPr>
              <a:t>Fare clic per modificare stili del testo dello schema</a:t>
            </a:r>
          </a:p>
        </p:txBody>
      </p:sp>
      <p:sp>
        <p:nvSpPr>
          <p:cNvPr id="415" name="Segnaposto testo 414"/>
          <p:cNvSpPr>
            <a:spLocks noGrp="1"/>
          </p:cNvSpPr>
          <p:nvPr>
            <p:ph type="body" idx="10"/>
          </p:nvPr>
        </p:nvSpPr>
        <p:spPr>
          <a:xfrm>
            <a:off x="1590120" y="2043581"/>
            <a:ext cx="784741" cy="258543"/>
          </a:xfrm>
          <a:prstGeom prst="rect">
            <a:avLst/>
          </a:prstGeom>
          <a:noFill/>
          <a:ln w="0" cmpd="sng">
            <a:noFill/>
            <a:prstDash val="solid"/>
          </a:ln>
        </p:spPr>
        <p:txBody>
          <a:bodyPr vert="horz" lIns="0" tIns="0" rIns="0" bIns="0" anchor="t">
            <a:normAutofit fontScale="90000"/>
          </a:bodyPr>
          <a:lstStyle>
            <a:lvl1pPr marL="0" marR="0" indent="0" algn="ctr">
              <a:lnSpc>
                <a:spcPct val="89279"/>
              </a:lnSpc>
              <a:spcAft>
                <a:spcPts val="0"/>
              </a:spcAft>
              <a:defRPr/>
            </a:lvl1pPr>
          </a:lstStyle>
          <a:p>
            <a:pPr marL="0" marR="0" lvl="0" indent="0" algn="ctr">
              <a:lnSpc>
                <a:spcPct val="89279"/>
              </a:lnSpc>
              <a:spcAft>
                <a:spcPts val="0"/>
              </a:spcAft>
            </a:pPr>
            <a:r>
              <a:rPr lang="it-IT" sz="1800" spc="88" smtClean="0">
                <a:solidFill>
                  <a:srgbClr val="000000"/>
                </a:solidFill>
                <a:latin typeface="Times New Roman" panose="22635452340000000000" pitchFamily="1"/>
              </a:rPr>
              <a:t>Fare clic per modificare stili del testo dello schema</a:t>
            </a:r>
          </a:p>
        </p:txBody>
      </p:sp>
      <p:sp>
        <p:nvSpPr>
          <p:cNvPr id="418" name="Segnaposto testo 417"/>
          <p:cNvSpPr>
            <a:spLocks noGrp="1"/>
          </p:cNvSpPr>
          <p:nvPr>
            <p:ph type="body" idx="10"/>
          </p:nvPr>
        </p:nvSpPr>
        <p:spPr>
          <a:xfrm>
            <a:off x="1590120" y="3554529"/>
            <a:ext cx="784741" cy="198657"/>
          </a:xfrm>
          <a:prstGeom prst="rect">
            <a:avLst/>
          </a:prstGeom>
          <a:noFill/>
          <a:ln w="0" cmpd="sng">
            <a:noFill/>
            <a:prstDash val="solid"/>
          </a:ln>
        </p:spPr>
        <p:txBody>
          <a:bodyPr vert="horz" lIns="0" tIns="0" rIns="0" bIns="0" anchor="t">
            <a:normAutofit fontScale="90000"/>
          </a:bodyPr>
          <a:lstStyle>
            <a:lvl1pPr marL="0" marR="0" indent="0" algn="ctr">
              <a:lnSpc>
                <a:spcPts val="1402"/>
              </a:lnSpc>
              <a:spcAft>
                <a:spcPts val="0"/>
              </a:spcAft>
              <a:defRPr/>
            </a:lvl1pPr>
          </a:lstStyle>
          <a:p>
            <a:pPr marL="0" marR="0" lvl="0" indent="0" algn="ctr">
              <a:lnSpc>
                <a:spcPts val="1600"/>
              </a:lnSpc>
              <a:spcAft>
                <a:spcPts val="0"/>
              </a:spcAft>
            </a:pPr>
            <a:r>
              <a:rPr lang="it-IT" sz="1800" spc="88" smtClean="0">
                <a:solidFill>
                  <a:srgbClr val="000000"/>
                </a:solidFill>
                <a:latin typeface="Times New Roman" panose="22635452340000000000" pitchFamily="1"/>
              </a:rPr>
              <a:t>Fare clic per modificare stili del testo dello schema</a:t>
            </a:r>
          </a:p>
        </p:txBody>
      </p:sp>
      <p:sp>
        <p:nvSpPr>
          <p:cNvPr id="425" name="Segnaposto testo 424"/>
          <p:cNvSpPr>
            <a:spLocks noGrp="1"/>
          </p:cNvSpPr>
          <p:nvPr>
            <p:ph type="body" idx="10"/>
          </p:nvPr>
        </p:nvSpPr>
        <p:spPr>
          <a:xfrm>
            <a:off x="6509279" y="3554528"/>
            <a:ext cx="560452" cy="160078"/>
          </a:xfrm>
          <a:prstGeom prst="rect">
            <a:avLst/>
          </a:prstGeom>
          <a:noFill/>
          <a:ln w="0" cmpd="sng">
            <a:noFill/>
            <a:prstDash val="solid"/>
          </a:ln>
        </p:spPr>
        <p:txBody>
          <a:bodyPr vert="horz" lIns="0" tIns="0" rIns="0" bIns="0" anchor="t">
            <a:normAutofit fontScale="90000"/>
          </a:bodyPr>
          <a:lstStyle>
            <a:lvl1pPr marL="0" marR="0" indent="0" algn="ctr">
              <a:lnSpc>
                <a:spcPts val="1139"/>
              </a:lnSpc>
              <a:spcAft>
                <a:spcPts val="0"/>
              </a:spcAft>
              <a:defRPr/>
            </a:lvl1pPr>
          </a:lstStyle>
          <a:p>
            <a:pPr marL="0" marR="0" lvl="0" indent="0" algn="ctr">
              <a:lnSpc>
                <a:spcPts val="1300"/>
              </a:lnSpc>
              <a:spcAft>
                <a:spcPts val="0"/>
              </a:spcAft>
            </a:pPr>
            <a:r>
              <a:rPr lang="it-IT" sz="1800" spc="57" smtClean="0">
                <a:solidFill>
                  <a:srgbClr val="000000"/>
                </a:solidFill>
                <a:latin typeface="Times New Roman" panose="22635452340000000000" pitchFamily="1"/>
              </a:rPr>
              <a:t>Fare clic per modificare stili del testo dello schema</a:t>
            </a:r>
          </a:p>
        </p:txBody>
      </p:sp>
      <p:sp>
        <p:nvSpPr>
          <p:cNvPr id="426" name="Segnaposto testo 425"/>
          <p:cNvSpPr>
            <a:spLocks noGrp="1"/>
          </p:cNvSpPr>
          <p:nvPr>
            <p:ph type="body" idx="10"/>
          </p:nvPr>
        </p:nvSpPr>
        <p:spPr>
          <a:xfrm>
            <a:off x="3589716" y="3267195"/>
            <a:ext cx="1596636" cy="784841"/>
          </a:xfrm>
          <a:prstGeom prst="rect">
            <a:avLst/>
          </a:prstGeom>
          <a:solidFill>
            <a:srgbClr val="DDDDDD"/>
          </a:solidFill>
          <a:ln w="8890" cmpd="sng">
            <a:solidFill>
              <a:srgbClr val="000000"/>
            </a:solidFill>
            <a:prstDash val="solid"/>
          </a:ln>
        </p:spPr>
        <p:txBody>
          <a:bodyPr vert="horz" lIns="0" tIns="280515" rIns="0" bIns="0" anchor="t"/>
          <a:lstStyle>
            <a:lvl1pPr marL="0" marR="0" indent="0" algn="ctr">
              <a:lnSpc>
                <a:spcPct val="75839"/>
              </a:lnSpc>
              <a:spcAft>
                <a:spcPts val="1735"/>
              </a:spcAft>
              <a:defRPr/>
            </a:lvl1pPr>
          </a:lstStyle>
          <a:p>
            <a:pPr marL="0" marR="0" lvl="0" indent="0" algn="ctr">
              <a:lnSpc>
                <a:spcPct val="75839"/>
              </a:lnSpc>
              <a:spcAft>
                <a:spcPts val="1980"/>
              </a:spcAft>
            </a:pPr>
            <a:r>
              <a:rPr lang="it-IT" sz="1900" spc="44" smtClean="0">
                <a:solidFill>
                  <a:srgbClr val="000000"/>
                </a:solidFill>
                <a:latin typeface="Times New Roman" panose="22635452340000000000" pitchFamily="1"/>
              </a:rPr>
              <a:t>Fare clic per modificare stili del testo dello schema</a:t>
            </a:r>
          </a:p>
        </p:txBody>
      </p:sp>
      <p:sp>
        <p:nvSpPr>
          <p:cNvPr id="427" name="Segnaposto testo 426"/>
          <p:cNvSpPr>
            <a:spLocks noGrp="1"/>
          </p:cNvSpPr>
          <p:nvPr>
            <p:ph type="body" idx="10"/>
          </p:nvPr>
        </p:nvSpPr>
        <p:spPr>
          <a:xfrm>
            <a:off x="1045417" y="4280060"/>
            <a:ext cx="7053438" cy="1762005"/>
          </a:xfrm>
          <a:prstGeom prst="rect">
            <a:avLst/>
          </a:prstGeom>
          <a:noFill/>
          <a:ln w="0" cmpd="sng">
            <a:noFill/>
            <a:prstDash val="solid"/>
          </a:ln>
        </p:spPr>
        <p:txBody>
          <a:bodyPr vert="horz" lIns="0" tIns="0" rIns="0" bIns="0" anchor="t">
            <a:normAutofit fontScale="90000"/>
          </a:bodyPr>
          <a:lstStyle>
            <a:lvl1pPr marL="2324268" marR="0" indent="0" algn="l">
              <a:lnSpc>
                <a:spcPct val="95999"/>
              </a:lnSpc>
              <a:spcBef>
                <a:spcPts val="0"/>
              </a:spcBef>
              <a:spcAft>
                <a:spcPts val="5206"/>
              </a:spcAft>
              <a:defRPr/>
            </a:lvl1pPr>
          </a:lstStyle>
          <a:p>
            <a:pPr marL="2697480" marR="0" lvl="0" indent="0" algn="l">
              <a:lnSpc>
                <a:spcPct val="95999"/>
              </a:lnSpc>
              <a:spcAft>
                <a:spcPts val="0"/>
              </a:spcAft>
            </a:pPr>
            <a:r>
              <a:rPr lang="it-IT" sz="1800" spc="140" smtClean="0">
                <a:solidFill>
                  <a:srgbClr val="000000"/>
                </a:solidFill>
                <a:latin typeface="Times New Roman" panose="22635452340000000000" pitchFamily="1"/>
              </a:rPr>
              <a:t>Fare clic per modificare stili del testo dello schema</a:t>
            </a:r>
          </a:p>
          <a:p>
            <a:pPr marL="2697480" marR="0" lvl="1" indent="0" algn="l">
              <a:lnSpc>
                <a:spcPct val="95999"/>
              </a:lnSpc>
              <a:spcAft>
                <a:spcPts val="0"/>
              </a:spcAft>
            </a:pPr>
            <a:r>
              <a:rPr lang="it-IT" sz="1800" spc="140" smtClean="0">
                <a:solidFill>
                  <a:srgbClr val="000000"/>
                </a:solidFill>
                <a:latin typeface="Times New Roman" panose="22635452340000000000" pitchFamily="1"/>
              </a:rPr>
              <a:t>Secondo livello</a:t>
            </a:r>
          </a:p>
          <a:p>
            <a:pPr marL="2697480" marR="0" lvl="2" indent="0" algn="l">
              <a:lnSpc>
                <a:spcPct val="95999"/>
              </a:lnSpc>
              <a:spcAft>
                <a:spcPts val="0"/>
              </a:spcAft>
            </a:pPr>
            <a:r>
              <a:rPr lang="it-IT" sz="1800" spc="140" smtClean="0">
                <a:solidFill>
                  <a:srgbClr val="000000"/>
                </a:solidFill>
                <a:latin typeface="Times New Roman" panose="22635452340000000000" pitchFamily="1"/>
              </a:rPr>
              <a:t>Terzo livello</a:t>
            </a:r>
          </a:p>
          <a:p>
            <a:pPr marL="2697480" marR="0" lvl="3" indent="0" algn="l">
              <a:lnSpc>
                <a:spcPct val="95999"/>
              </a:lnSpc>
              <a:spcAft>
                <a:spcPts val="0"/>
              </a:spcAft>
            </a:pPr>
            <a:r>
              <a:rPr lang="it-IT" sz="1800" spc="140" smtClean="0">
                <a:solidFill>
                  <a:srgbClr val="000000"/>
                </a:solidFill>
                <a:latin typeface="Times New Roman" panose="22635452340000000000" pitchFamily="1"/>
              </a:rPr>
              <a:t>Quarto livello</a:t>
            </a:r>
          </a:p>
        </p:txBody>
      </p:sp>
    </p:spTree>
    <p:extLst>
      <p:ext uri="{BB962C8B-B14F-4D97-AF65-F5344CB8AC3E}">
        <p14:creationId xmlns:p14="http://schemas.microsoft.com/office/powerpoint/2010/main" val="64215527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66_1_">
    <p:spTree>
      <p:nvGrpSpPr>
        <p:cNvPr id="1" name=""/>
        <p:cNvGrpSpPr/>
        <p:nvPr/>
      </p:nvGrpSpPr>
      <p:grpSpPr>
        <a:xfrm>
          <a:off x="0" y="0"/>
          <a:ext cx="0" cy="0"/>
          <a:chOff x="0" y="0"/>
          <a:chExt cx="0" cy="0"/>
        </a:xfrm>
      </p:grpSpPr>
      <p:sp>
        <p:nvSpPr>
          <p:cNvPr id="321" name="Segnaposto testo 320"/>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22" name="Segnaposto testo 321"/>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23" name="Segnaposto testo 322"/>
          <p:cNvSpPr>
            <a:spLocks noGrp="1"/>
          </p:cNvSpPr>
          <p:nvPr>
            <p:ph type="body" idx="10"/>
          </p:nvPr>
        </p:nvSpPr>
        <p:spPr>
          <a:xfrm>
            <a:off x="1045417" y="1766036"/>
            <a:ext cx="7053438" cy="4113073"/>
          </a:xfrm>
          <a:prstGeom prst="rect">
            <a:avLst/>
          </a:prstGeom>
          <a:noFill/>
          <a:ln w="8890" cmpd="sng">
            <a:solidFill>
              <a:srgbClr val="C0C0C0"/>
            </a:solidFill>
            <a:prstDash val="solid"/>
          </a:ln>
        </p:spPr>
        <p:txBody>
          <a:bodyPr vert="horz" lIns="0" tIns="0" rIns="0" bIns="0" anchor="t"/>
          <a:lstStyle/>
          <a:p>
            <a:pPr lvl="0" algn="l"/>
            <a:r>
              <a:rPr lang="it-IT" sz="100" smtClean="0"/>
              <a:t>Fare clic per modificare stili del testo dello schema</a:t>
            </a:r>
          </a:p>
        </p:txBody>
      </p:sp>
      <p:sp>
        <p:nvSpPr>
          <p:cNvPr id="326" name="Segnaposto testo 325"/>
          <p:cNvSpPr>
            <a:spLocks noGrp="1"/>
          </p:cNvSpPr>
          <p:nvPr>
            <p:ph type="body" idx="10"/>
          </p:nvPr>
        </p:nvSpPr>
        <p:spPr>
          <a:xfrm>
            <a:off x="1154574" y="1766036"/>
            <a:ext cx="6501676" cy="398466"/>
          </a:xfrm>
          <a:prstGeom prst="rect">
            <a:avLst/>
          </a:prstGeom>
          <a:noFill/>
          <a:ln w="0" cmpd="sng">
            <a:noFill/>
            <a:prstDash val="solid"/>
          </a:ln>
        </p:spPr>
        <p:txBody>
          <a:bodyPr vert="horz" lIns="0" tIns="20037" rIns="0" bIns="0" anchor="t"/>
          <a:lstStyle>
            <a:lvl1pPr marL="0" marR="0" indent="0" algn="l">
              <a:lnSpc>
                <a:spcPct val="75839"/>
              </a:lnSpc>
              <a:spcAft>
                <a:spcPts val="0"/>
              </a:spcAft>
              <a:defRPr/>
            </a:lvl1pPr>
          </a:lstStyle>
          <a:p>
            <a:pPr marL="0" marR="0" lvl="0" indent="0" algn="l">
              <a:lnSpc>
                <a:spcPct val="75839"/>
              </a:lnSpc>
              <a:spcAft>
                <a:spcPts val="0"/>
              </a:spcAft>
            </a:pPr>
            <a:r>
              <a:rPr lang="it-IT" sz="2600" spc="13" smtClean="0">
                <a:solidFill>
                  <a:srgbClr val="000000"/>
                </a:solidFill>
                <a:latin typeface="Times New Roman" panose="22635452340000000000" pitchFamily="1"/>
              </a:rPr>
              <a:t>Fare clic per modificare stili del testo dello schema</a:t>
            </a:r>
          </a:p>
        </p:txBody>
      </p:sp>
      <p:sp>
        <p:nvSpPr>
          <p:cNvPr id="327" name="Segnaposto testo 326"/>
          <p:cNvSpPr>
            <a:spLocks noGrp="1"/>
          </p:cNvSpPr>
          <p:nvPr>
            <p:ph type="body" idx="10"/>
          </p:nvPr>
        </p:nvSpPr>
        <p:spPr>
          <a:xfrm>
            <a:off x="1426111" y="2164503"/>
            <a:ext cx="6386544" cy="3698483"/>
          </a:xfrm>
          <a:prstGeom prst="rect">
            <a:avLst/>
          </a:prstGeom>
          <a:noFill/>
          <a:ln w="0" cmpd="sng">
            <a:noFill/>
            <a:prstDash val="solid"/>
          </a:ln>
        </p:spPr>
        <p:txBody>
          <a:bodyPr vert="horz" lIns="0" tIns="184227" rIns="0" bIns="0" anchor="t">
            <a:normAutofit fontScale="90000"/>
          </a:bodyPr>
          <a:lstStyle>
            <a:lvl1pPr marL="0" marR="0" indent="0" algn="l">
              <a:lnSpc>
                <a:spcPct val="86399"/>
              </a:lnSpc>
              <a:spcBef>
                <a:spcPts val="0"/>
              </a:spcBef>
              <a:spcAft>
                <a:spcPts val="15913"/>
              </a:spcAft>
              <a:defRPr/>
            </a:lvl1pPr>
          </a:lstStyle>
          <a:p>
            <a:pPr marL="0" marR="0" lvl="0" indent="0" algn="l">
              <a:lnSpc>
                <a:spcPct val="95999"/>
              </a:lnSpc>
              <a:spcAft>
                <a:spcPts val="0"/>
              </a:spcAft>
            </a:pPr>
            <a:r>
              <a:rPr lang="it-IT" sz="1700" spc="88" smtClean="0">
                <a:solidFill>
                  <a:srgbClr val="000000"/>
                </a:solidFill>
                <a:latin typeface="Times New Roman" panose="22635452340000000000" pitchFamily="1"/>
              </a:rPr>
              <a:t>Fare clic per modificare stili del testo dello schema</a:t>
            </a:r>
          </a:p>
          <a:p>
            <a:pPr marL="0" marR="0" lvl="1" indent="0" algn="l">
              <a:lnSpc>
                <a:spcPct val="95999"/>
              </a:lnSpc>
              <a:spcAft>
                <a:spcPts val="0"/>
              </a:spcAft>
            </a:pPr>
            <a:r>
              <a:rPr lang="it-IT" sz="1700" spc="88" smtClean="0">
                <a:solidFill>
                  <a:srgbClr val="000000"/>
                </a:solidFill>
                <a:latin typeface="Times New Roman" panose="22635452340000000000" pitchFamily="1"/>
              </a:rPr>
              <a:t>Secondo livello</a:t>
            </a:r>
          </a:p>
          <a:p>
            <a:pPr marL="0" marR="0" lvl="2" indent="0" algn="l">
              <a:lnSpc>
                <a:spcPct val="95999"/>
              </a:lnSpc>
              <a:spcAft>
                <a:spcPts val="0"/>
              </a:spcAft>
            </a:pPr>
            <a:r>
              <a:rPr lang="it-IT" sz="1700" spc="88" smtClean="0">
                <a:solidFill>
                  <a:srgbClr val="000000"/>
                </a:solidFill>
                <a:latin typeface="Times New Roman" panose="22635452340000000000" pitchFamily="1"/>
              </a:rPr>
              <a:t>Terzo livello</a:t>
            </a:r>
          </a:p>
          <a:p>
            <a:pPr marL="0" marR="0" lvl="3" indent="0" algn="l">
              <a:lnSpc>
                <a:spcPct val="95999"/>
              </a:lnSpc>
              <a:spcAft>
                <a:spcPts val="0"/>
              </a:spcAft>
            </a:pPr>
            <a:r>
              <a:rPr lang="it-IT" sz="1700" spc="88" smtClean="0">
                <a:solidFill>
                  <a:srgbClr val="000000"/>
                </a:solidFill>
                <a:latin typeface="Times New Roman" panose="22635452340000000000" pitchFamily="1"/>
              </a:rPr>
              <a:t>Quarto livello</a:t>
            </a:r>
          </a:p>
          <a:p>
            <a:pPr marL="0" marR="0" lvl="4" indent="0" algn="l">
              <a:lnSpc>
                <a:spcPct val="95999"/>
              </a:lnSpc>
              <a:spcAft>
                <a:spcPts val="0"/>
              </a:spcAft>
            </a:pPr>
            <a:r>
              <a:rPr lang="it-IT" sz="1700" spc="88" smtClean="0">
                <a:solidFill>
                  <a:srgbClr val="000000"/>
                </a:solidFill>
                <a:latin typeface="Times New Roman" panose="22635452340000000000" pitchFamily="1"/>
              </a:rPr>
              <a:t>Quinto livello</a:t>
            </a:r>
            <a:endParaRPr lang="it-IT" sz="1700" spc="75" dirty="0">
              <a:solidFill>
                <a:srgbClr val="000000"/>
              </a:solidFill>
              <a:latin typeface="Times New Roman" panose="22635452340000000000" pitchFamily="1"/>
            </a:endParaRPr>
          </a:p>
        </p:txBody>
      </p:sp>
      <p:sp>
        <p:nvSpPr>
          <p:cNvPr id="328" name="Segnaposto testo 327"/>
          <p:cNvSpPr>
            <a:spLocks noGrp="1"/>
          </p:cNvSpPr>
          <p:nvPr>
            <p:ph type="body" idx="10"/>
          </p:nvPr>
        </p:nvSpPr>
        <p:spPr>
          <a:xfrm>
            <a:off x="1045417" y="5862986"/>
            <a:ext cx="7053438" cy="179080"/>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Tree>
    <p:extLst>
      <p:ext uri="{BB962C8B-B14F-4D97-AF65-F5344CB8AC3E}">
        <p14:creationId xmlns:p14="http://schemas.microsoft.com/office/powerpoint/2010/main" val="255976578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67_1_">
    <p:spTree>
      <p:nvGrpSpPr>
        <p:cNvPr id="1" name=""/>
        <p:cNvGrpSpPr/>
        <p:nvPr/>
      </p:nvGrpSpPr>
      <p:grpSpPr>
        <a:xfrm>
          <a:off x="0" y="0"/>
          <a:ext cx="0" cy="0"/>
          <a:chOff x="0" y="0"/>
          <a:chExt cx="0" cy="0"/>
        </a:xfrm>
      </p:grpSpPr>
      <p:sp>
        <p:nvSpPr>
          <p:cNvPr id="361" name="Segnaposto testo 360"/>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62" name="Segnaposto testo 361"/>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63" name="Segnaposto testo 362"/>
          <p:cNvSpPr>
            <a:spLocks noGrp="1"/>
          </p:cNvSpPr>
          <p:nvPr>
            <p:ph type="body" idx="10"/>
          </p:nvPr>
        </p:nvSpPr>
        <p:spPr>
          <a:xfrm>
            <a:off x="1045417" y="1766036"/>
            <a:ext cx="7053438" cy="4113073"/>
          </a:xfrm>
          <a:prstGeom prst="rect">
            <a:avLst/>
          </a:prstGeom>
          <a:noFill/>
          <a:ln w="8890" cmpd="sng">
            <a:solidFill>
              <a:srgbClr val="C0C0C0"/>
            </a:solidFill>
            <a:prstDash val="solid"/>
          </a:ln>
        </p:spPr>
        <p:txBody>
          <a:bodyPr vert="horz" lIns="0" tIns="0" rIns="0" bIns="0" anchor="t"/>
          <a:lstStyle/>
          <a:p>
            <a:pPr lvl="0" algn="l"/>
            <a:r>
              <a:rPr lang="it-IT" sz="100" smtClean="0"/>
              <a:t>Fare clic per modificare stili del testo dello schema</a:t>
            </a:r>
          </a:p>
        </p:txBody>
      </p:sp>
      <p:sp>
        <p:nvSpPr>
          <p:cNvPr id="366" name="Segnaposto testo 365"/>
          <p:cNvSpPr>
            <a:spLocks noGrp="1"/>
          </p:cNvSpPr>
          <p:nvPr>
            <p:ph type="body" idx="10"/>
          </p:nvPr>
        </p:nvSpPr>
        <p:spPr>
          <a:xfrm>
            <a:off x="1154574" y="1766036"/>
            <a:ext cx="5565417" cy="398466"/>
          </a:xfrm>
          <a:prstGeom prst="rect">
            <a:avLst/>
          </a:prstGeom>
          <a:noFill/>
          <a:ln w="0" cmpd="sng">
            <a:noFill/>
            <a:prstDash val="solid"/>
          </a:ln>
        </p:spPr>
        <p:txBody>
          <a:bodyPr vert="horz" lIns="0" tIns="20037" rIns="0" bIns="0" anchor="t"/>
          <a:lstStyle>
            <a:lvl1pPr marL="0" marR="0" indent="0" algn="r">
              <a:lnSpc>
                <a:spcPct val="77759"/>
              </a:lnSpc>
              <a:spcAft>
                <a:spcPts val="0"/>
              </a:spcAft>
              <a:defRPr/>
            </a:lvl1pPr>
          </a:lstStyle>
          <a:p>
            <a:pPr marL="0" marR="0" lvl="0" indent="0" algn="r">
              <a:lnSpc>
                <a:spcPct val="77759"/>
              </a:lnSpc>
              <a:spcAft>
                <a:spcPts val="0"/>
              </a:spcAft>
            </a:pPr>
            <a:r>
              <a:rPr lang="it-IT" sz="2600" spc="44" smtClean="0">
                <a:solidFill>
                  <a:srgbClr val="000000"/>
                </a:solidFill>
                <a:latin typeface="Times New Roman" panose="22635452340000000000" pitchFamily="1"/>
              </a:rPr>
              <a:t>Fare clic per modificare stili del testo dello schema</a:t>
            </a:r>
          </a:p>
        </p:txBody>
      </p:sp>
      <p:sp>
        <p:nvSpPr>
          <p:cNvPr id="367" name="Segnaposto testo 366"/>
          <p:cNvSpPr>
            <a:spLocks noGrp="1"/>
          </p:cNvSpPr>
          <p:nvPr>
            <p:ph type="body" idx="10"/>
          </p:nvPr>
        </p:nvSpPr>
        <p:spPr>
          <a:xfrm>
            <a:off x="1428284" y="2164503"/>
            <a:ext cx="6402293" cy="3698483"/>
          </a:xfrm>
          <a:prstGeom prst="rect">
            <a:avLst/>
          </a:prstGeom>
          <a:noFill/>
          <a:ln w="0" cmpd="sng">
            <a:noFill/>
            <a:prstDash val="solid"/>
          </a:ln>
        </p:spPr>
        <p:txBody>
          <a:bodyPr vert="horz" lIns="0" tIns="180331" rIns="0" bIns="0" anchor="t">
            <a:normAutofit fontScale="90000"/>
          </a:bodyPr>
          <a:lstStyle>
            <a:lvl1pPr marL="0" marR="0" indent="0" algn="l">
              <a:lnSpc>
                <a:spcPct val="95999"/>
              </a:lnSpc>
              <a:spcBef>
                <a:spcPts val="0"/>
              </a:spcBef>
              <a:spcAft>
                <a:spcPts val="17491"/>
              </a:spcAft>
              <a:defRPr/>
            </a:lvl1pPr>
          </a:lstStyle>
          <a:p>
            <a:pPr marL="0" marR="0" lvl="0" indent="0" algn="ctr">
              <a:lnSpc>
                <a:spcPct val="95999"/>
              </a:lnSpc>
              <a:spcAft>
                <a:spcPts val="0"/>
              </a:spcAft>
            </a:pPr>
            <a:r>
              <a:rPr lang="it-IT" sz="1700" spc="92"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1700" spc="92" smtClean="0">
                <a:solidFill>
                  <a:srgbClr val="000000"/>
                </a:solidFill>
                <a:latin typeface="Times New Roman" panose="22635452340000000000" pitchFamily="1"/>
              </a:rPr>
              <a:t>Secondo livello</a:t>
            </a:r>
          </a:p>
          <a:p>
            <a:pPr marL="0" marR="0" lvl="2" indent="0" algn="ctr">
              <a:lnSpc>
                <a:spcPct val="95999"/>
              </a:lnSpc>
              <a:spcAft>
                <a:spcPts val="0"/>
              </a:spcAft>
            </a:pPr>
            <a:r>
              <a:rPr lang="it-IT" sz="1700" spc="92" smtClean="0">
                <a:solidFill>
                  <a:srgbClr val="000000"/>
                </a:solidFill>
                <a:latin typeface="Times New Roman" panose="22635452340000000000" pitchFamily="1"/>
              </a:rPr>
              <a:t>Terzo livello</a:t>
            </a:r>
          </a:p>
          <a:p>
            <a:pPr marL="0" marR="0" lvl="3" indent="0" algn="ctr">
              <a:lnSpc>
                <a:spcPct val="95999"/>
              </a:lnSpc>
              <a:spcAft>
                <a:spcPts val="0"/>
              </a:spcAft>
            </a:pPr>
            <a:r>
              <a:rPr lang="it-IT" sz="1700" spc="92" smtClean="0">
                <a:solidFill>
                  <a:srgbClr val="000000"/>
                </a:solidFill>
                <a:latin typeface="Times New Roman" panose="22635452340000000000" pitchFamily="1"/>
              </a:rPr>
              <a:t>Quarto livello</a:t>
            </a:r>
          </a:p>
          <a:p>
            <a:pPr marL="0" marR="0" lvl="4" indent="0" algn="ctr">
              <a:lnSpc>
                <a:spcPct val="95999"/>
              </a:lnSpc>
              <a:spcAft>
                <a:spcPts val="0"/>
              </a:spcAft>
            </a:pPr>
            <a:r>
              <a:rPr lang="it-IT" sz="1700" spc="92" smtClean="0">
                <a:solidFill>
                  <a:srgbClr val="000000"/>
                </a:solidFill>
                <a:latin typeface="Times New Roman" panose="22635452340000000000" pitchFamily="1"/>
              </a:rPr>
              <a:t>Quinto livello</a:t>
            </a:r>
            <a:endParaRPr lang="it-IT" sz="1700" spc="79" dirty="0">
              <a:solidFill>
                <a:srgbClr val="000000"/>
              </a:solidFill>
              <a:latin typeface="Times New Roman" panose="22635452340000000000" pitchFamily="1"/>
            </a:endParaRPr>
          </a:p>
        </p:txBody>
      </p:sp>
      <p:sp>
        <p:nvSpPr>
          <p:cNvPr id="368" name="Segnaposto testo 367"/>
          <p:cNvSpPr>
            <a:spLocks noGrp="1"/>
          </p:cNvSpPr>
          <p:nvPr>
            <p:ph type="body" idx="10"/>
          </p:nvPr>
        </p:nvSpPr>
        <p:spPr>
          <a:xfrm>
            <a:off x="1045417" y="5862986"/>
            <a:ext cx="7053438" cy="179080"/>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Tree>
    <p:extLst>
      <p:ext uri="{BB962C8B-B14F-4D97-AF65-F5344CB8AC3E}">
        <p14:creationId xmlns:p14="http://schemas.microsoft.com/office/powerpoint/2010/main" val="33993980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68_1_">
    <p:spTree>
      <p:nvGrpSpPr>
        <p:cNvPr id="1" name=""/>
        <p:cNvGrpSpPr/>
        <p:nvPr/>
      </p:nvGrpSpPr>
      <p:grpSpPr>
        <a:xfrm>
          <a:off x="0" y="0"/>
          <a:ext cx="0" cy="0"/>
          <a:chOff x="0" y="0"/>
          <a:chExt cx="0" cy="0"/>
        </a:xfrm>
      </p:grpSpPr>
      <p:sp>
        <p:nvSpPr>
          <p:cNvPr id="371" name="Segnaposto testo 370"/>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72" name="Segnaposto testo 371"/>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73" name="Segnaposto testo 372"/>
          <p:cNvSpPr>
            <a:spLocks noGrp="1"/>
          </p:cNvSpPr>
          <p:nvPr>
            <p:ph type="body" idx="10"/>
          </p:nvPr>
        </p:nvSpPr>
        <p:spPr>
          <a:xfrm>
            <a:off x="1045417" y="1766036"/>
            <a:ext cx="7053438" cy="4113073"/>
          </a:xfrm>
          <a:prstGeom prst="rect">
            <a:avLst/>
          </a:prstGeom>
          <a:noFill/>
          <a:ln w="8890" cmpd="sng">
            <a:solidFill>
              <a:srgbClr val="C0C0C0"/>
            </a:solidFill>
            <a:prstDash val="solid"/>
          </a:ln>
        </p:spPr>
        <p:txBody>
          <a:bodyPr vert="horz" lIns="0" tIns="0" rIns="0" bIns="0" anchor="t"/>
          <a:lstStyle/>
          <a:p>
            <a:pPr lvl="0" algn="l"/>
            <a:r>
              <a:rPr lang="it-IT" sz="100" smtClean="0"/>
              <a:t>Fare clic per modificare stili del testo dello schema</a:t>
            </a:r>
          </a:p>
        </p:txBody>
      </p:sp>
      <p:sp>
        <p:nvSpPr>
          <p:cNvPr id="376" name="Segnaposto testo 375"/>
          <p:cNvSpPr>
            <a:spLocks noGrp="1"/>
          </p:cNvSpPr>
          <p:nvPr>
            <p:ph type="body" idx="10"/>
          </p:nvPr>
        </p:nvSpPr>
        <p:spPr>
          <a:xfrm>
            <a:off x="1154575" y="1766036"/>
            <a:ext cx="6610833" cy="2432258"/>
          </a:xfrm>
          <a:prstGeom prst="rect">
            <a:avLst/>
          </a:prstGeom>
          <a:noFill/>
          <a:ln w="0" cmpd="sng">
            <a:noFill/>
            <a:prstDash val="solid"/>
          </a:ln>
        </p:spPr>
        <p:txBody>
          <a:bodyPr vert="horz" lIns="0" tIns="40074" rIns="0" bIns="0" anchor="t">
            <a:normAutofit fontScale="90000"/>
          </a:bodyPr>
          <a:lstStyle>
            <a:lvl1pPr marL="280515" marR="0" indent="0" algn="l">
              <a:lnSpc>
                <a:spcPct val="75839"/>
              </a:lnSpc>
              <a:spcBef>
                <a:spcPts val="0"/>
              </a:spcBef>
              <a:spcAft>
                <a:spcPts val="1893"/>
              </a:spcAft>
              <a:defRPr/>
            </a:lvl1pPr>
          </a:lstStyle>
          <a:p>
            <a:pPr marL="0" marR="0" lvl="0" indent="0" algn="l">
              <a:lnSpc>
                <a:spcPts val="2300"/>
              </a:lnSpc>
              <a:spcAft>
                <a:spcPts val="0"/>
              </a:spcAft>
            </a:pPr>
            <a:r>
              <a:rPr lang="it-IT" sz="2600" spc="-18" smtClean="0">
                <a:solidFill>
                  <a:srgbClr val="000000"/>
                </a:solidFill>
                <a:latin typeface="Times New Roman" panose="22635452340000000000" pitchFamily="1"/>
              </a:rPr>
              <a:t>Fare clic per modificare stili del testo dello schema</a:t>
            </a:r>
          </a:p>
          <a:p>
            <a:pPr marL="0" marR="0" lvl="1" indent="0" algn="l">
              <a:lnSpc>
                <a:spcPts val="2300"/>
              </a:lnSpc>
              <a:spcAft>
                <a:spcPts val="0"/>
              </a:spcAft>
            </a:pPr>
            <a:r>
              <a:rPr lang="it-IT" sz="2600" spc="-18" smtClean="0">
                <a:solidFill>
                  <a:srgbClr val="000000"/>
                </a:solidFill>
                <a:latin typeface="Times New Roman" panose="22635452340000000000" pitchFamily="1"/>
              </a:rPr>
              <a:t>Secondo livello</a:t>
            </a:r>
          </a:p>
          <a:p>
            <a:pPr marL="0" marR="0" lvl="2" indent="0" algn="l">
              <a:lnSpc>
                <a:spcPts val="2300"/>
              </a:lnSpc>
              <a:spcAft>
                <a:spcPts val="0"/>
              </a:spcAft>
            </a:pPr>
            <a:r>
              <a:rPr lang="it-IT" sz="2600" spc="-18" smtClean="0">
                <a:solidFill>
                  <a:srgbClr val="000000"/>
                </a:solidFill>
                <a:latin typeface="Times New Roman" panose="22635452340000000000" pitchFamily="1"/>
              </a:rPr>
              <a:t>Terzo livello</a:t>
            </a:r>
          </a:p>
          <a:p>
            <a:pPr marL="0" marR="0" lvl="3" indent="0" algn="l">
              <a:lnSpc>
                <a:spcPts val="2300"/>
              </a:lnSpc>
              <a:spcAft>
                <a:spcPts val="0"/>
              </a:spcAft>
            </a:pPr>
            <a:r>
              <a:rPr lang="it-IT" sz="2600" spc="-18" smtClean="0">
                <a:solidFill>
                  <a:srgbClr val="000000"/>
                </a:solidFill>
                <a:latin typeface="Times New Roman" panose="22635452340000000000" pitchFamily="1"/>
              </a:rPr>
              <a:t>Quarto livello</a:t>
            </a:r>
          </a:p>
          <a:p>
            <a:pPr marL="0" marR="0" lvl="4" indent="0" algn="l">
              <a:lnSpc>
                <a:spcPts val="2300"/>
              </a:lnSpc>
              <a:spcAft>
                <a:spcPts val="0"/>
              </a:spcAft>
            </a:pPr>
            <a:r>
              <a:rPr lang="it-IT" sz="2600" spc="-18" smtClean="0">
                <a:solidFill>
                  <a:srgbClr val="000000"/>
                </a:solidFill>
                <a:latin typeface="Times New Roman" panose="22635452340000000000" pitchFamily="1"/>
              </a:rPr>
              <a:t>Quinto livello</a:t>
            </a:r>
            <a:endParaRPr lang="it-IT" sz="1600" spc="92" dirty="0">
              <a:solidFill>
                <a:srgbClr val="000000"/>
              </a:solidFill>
              <a:latin typeface="Times New Roman" panose="22635452340000000000" pitchFamily="1"/>
            </a:endParaRPr>
          </a:p>
        </p:txBody>
      </p:sp>
      <p:sp>
        <p:nvSpPr>
          <p:cNvPr id="377" name="Segnaposto testo 376"/>
          <p:cNvSpPr>
            <a:spLocks noGrp="1"/>
          </p:cNvSpPr>
          <p:nvPr>
            <p:ph type="body" idx="10"/>
          </p:nvPr>
        </p:nvSpPr>
        <p:spPr>
          <a:xfrm>
            <a:off x="1154574" y="4198294"/>
            <a:ext cx="6618979" cy="1664692"/>
          </a:xfrm>
          <a:prstGeom prst="rect">
            <a:avLst/>
          </a:prstGeom>
          <a:noFill/>
          <a:ln w="0" cmpd="sng">
            <a:noFill/>
            <a:prstDash val="solid"/>
          </a:ln>
        </p:spPr>
        <p:txBody>
          <a:bodyPr vert="horz" lIns="0" tIns="0" rIns="0" bIns="0" anchor="t">
            <a:normAutofit fontScale="90000"/>
          </a:bodyPr>
          <a:lstStyle>
            <a:lvl1pPr marL="0" marR="20037" indent="0" algn="r">
              <a:lnSpc>
                <a:spcPct val="95999"/>
              </a:lnSpc>
              <a:spcBef>
                <a:spcPts val="0"/>
              </a:spcBef>
              <a:spcAft>
                <a:spcPts val="1871"/>
              </a:spcAft>
              <a:defRPr/>
            </a:lvl1pPr>
          </a:lstStyle>
          <a:p>
            <a:pPr marL="0" marR="0" lvl="0" indent="0" algn="l">
              <a:lnSpc>
                <a:spcPct val="75839"/>
              </a:lnSpc>
              <a:spcAft>
                <a:spcPts val="0"/>
              </a:spcAft>
            </a:pPr>
            <a:r>
              <a:rPr lang="it-IT" sz="2600" spc="-22" smtClean="0">
                <a:solidFill>
                  <a:srgbClr val="000000"/>
                </a:solidFill>
                <a:latin typeface="Times New Roman" panose="22635452340000000000" pitchFamily="1"/>
              </a:rPr>
              <a:t>Fare clic per modificare stili del testo dello schema</a:t>
            </a:r>
          </a:p>
          <a:p>
            <a:pPr marL="0" marR="0" lvl="1" indent="0" algn="l">
              <a:lnSpc>
                <a:spcPct val="75839"/>
              </a:lnSpc>
              <a:spcAft>
                <a:spcPts val="0"/>
              </a:spcAft>
            </a:pPr>
            <a:r>
              <a:rPr lang="it-IT" sz="2600" spc="-22" smtClean="0">
                <a:solidFill>
                  <a:srgbClr val="000000"/>
                </a:solidFill>
                <a:latin typeface="Times New Roman" panose="22635452340000000000" pitchFamily="1"/>
              </a:rPr>
              <a:t>Secondo livello</a:t>
            </a:r>
          </a:p>
          <a:p>
            <a:pPr marL="0" marR="0" lvl="2" indent="0" algn="l">
              <a:lnSpc>
                <a:spcPct val="75839"/>
              </a:lnSpc>
              <a:spcAft>
                <a:spcPts val="0"/>
              </a:spcAft>
            </a:pPr>
            <a:r>
              <a:rPr lang="it-IT" sz="2600" spc="-22" smtClean="0">
                <a:solidFill>
                  <a:srgbClr val="000000"/>
                </a:solidFill>
                <a:latin typeface="Times New Roman" panose="22635452340000000000" pitchFamily="1"/>
              </a:rPr>
              <a:t>Terzo livello</a:t>
            </a:r>
          </a:p>
          <a:p>
            <a:pPr marL="0" marR="0" lvl="3" indent="0" algn="l">
              <a:lnSpc>
                <a:spcPct val="75839"/>
              </a:lnSpc>
              <a:spcAft>
                <a:spcPts val="0"/>
              </a:spcAft>
            </a:pPr>
            <a:r>
              <a:rPr lang="it-IT" sz="2600" spc="-22" smtClean="0">
                <a:solidFill>
                  <a:srgbClr val="000000"/>
                </a:solidFill>
                <a:latin typeface="Times New Roman" panose="22635452340000000000" pitchFamily="1"/>
              </a:rPr>
              <a:t>Quarto livello</a:t>
            </a:r>
          </a:p>
          <a:p>
            <a:pPr marL="0" marR="0" lvl="4" indent="0" algn="l">
              <a:lnSpc>
                <a:spcPct val="75839"/>
              </a:lnSpc>
              <a:spcAft>
                <a:spcPts val="0"/>
              </a:spcAft>
            </a:pPr>
            <a:r>
              <a:rPr lang="it-IT" sz="2600" spc="-22" smtClean="0">
                <a:solidFill>
                  <a:srgbClr val="000000"/>
                </a:solidFill>
                <a:latin typeface="Times New Roman" panose="22635452340000000000" pitchFamily="1"/>
              </a:rPr>
              <a:t>Quinto livello</a:t>
            </a:r>
            <a:endParaRPr lang="it-IT" sz="1600" spc="110" dirty="0">
              <a:solidFill>
                <a:srgbClr val="000000"/>
              </a:solidFill>
              <a:latin typeface="Times New Roman" panose="22635452340000000000" pitchFamily="1"/>
            </a:endParaRPr>
          </a:p>
        </p:txBody>
      </p:sp>
      <p:sp>
        <p:nvSpPr>
          <p:cNvPr id="378" name="Segnaposto testo 377"/>
          <p:cNvSpPr>
            <a:spLocks noGrp="1"/>
          </p:cNvSpPr>
          <p:nvPr>
            <p:ph type="body" idx="10"/>
          </p:nvPr>
        </p:nvSpPr>
        <p:spPr>
          <a:xfrm>
            <a:off x="1045417" y="5862986"/>
            <a:ext cx="7053438" cy="179080"/>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Tree>
    <p:extLst>
      <p:ext uri="{BB962C8B-B14F-4D97-AF65-F5344CB8AC3E}">
        <p14:creationId xmlns:p14="http://schemas.microsoft.com/office/powerpoint/2010/main" val="120082635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69_1_">
    <p:spTree>
      <p:nvGrpSpPr>
        <p:cNvPr id="1" name=""/>
        <p:cNvGrpSpPr/>
        <p:nvPr/>
      </p:nvGrpSpPr>
      <p:grpSpPr>
        <a:xfrm>
          <a:off x="0" y="0"/>
          <a:ext cx="0" cy="0"/>
          <a:chOff x="0" y="0"/>
          <a:chExt cx="0" cy="0"/>
        </a:xfrm>
      </p:grpSpPr>
      <p:sp>
        <p:nvSpPr>
          <p:cNvPr id="331" name="Segnaposto testo 330"/>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32" name="Segnaposto testo 331"/>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33" name="Segnaposto testo 332"/>
          <p:cNvSpPr>
            <a:spLocks noGrp="1"/>
          </p:cNvSpPr>
          <p:nvPr>
            <p:ph type="body" idx="10"/>
          </p:nvPr>
        </p:nvSpPr>
        <p:spPr>
          <a:xfrm>
            <a:off x="1045417" y="1766036"/>
            <a:ext cx="7053438" cy="4113073"/>
          </a:xfrm>
          <a:prstGeom prst="rect">
            <a:avLst/>
          </a:prstGeom>
          <a:noFill/>
          <a:ln w="8890" cmpd="sng">
            <a:solidFill>
              <a:srgbClr val="C0C0C0"/>
            </a:solidFill>
            <a:prstDash val="solid"/>
          </a:ln>
        </p:spPr>
        <p:txBody>
          <a:bodyPr vert="horz" lIns="0" tIns="0" rIns="0" bIns="0" anchor="t"/>
          <a:lstStyle/>
          <a:p>
            <a:pPr lvl="0" algn="l"/>
            <a:r>
              <a:rPr lang="it-IT" sz="100" smtClean="0"/>
              <a:t>Fare clic per modificare stili del testo dello schema</a:t>
            </a:r>
          </a:p>
        </p:txBody>
      </p:sp>
      <p:sp>
        <p:nvSpPr>
          <p:cNvPr id="336" name="Segnaposto testo 335"/>
          <p:cNvSpPr>
            <a:spLocks noGrp="1"/>
          </p:cNvSpPr>
          <p:nvPr>
            <p:ph type="body" idx="10"/>
          </p:nvPr>
        </p:nvSpPr>
        <p:spPr>
          <a:xfrm>
            <a:off x="1154574" y="1766036"/>
            <a:ext cx="4077396" cy="661616"/>
          </a:xfrm>
          <a:prstGeom prst="rect">
            <a:avLst/>
          </a:prstGeom>
          <a:noFill/>
          <a:ln w="0" cmpd="sng">
            <a:noFill/>
            <a:prstDash val="solid"/>
          </a:ln>
        </p:spPr>
        <p:txBody>
          <a:bodyPr vert="horz" lIns="0" tIns="40074" rIns="0" bIns="0" anchor="t">
            <a:normAutofit fontScale="90000"/>
          </a:bodyPr>
          <a:lstStyle>
            <a:lvl1pPr marL="0" marR="0" indent="0" algn="r">
              <a:lnSpc>
                <a:spcPct val="85439"/>
              </a:lnSpc>
              <a:spcBef>
                <a:spcPts val="0"/>
              </a:spcBef>
              <a:spcAft>
                <a:spcPts val="0"/>
              </a:spcAft>
              <a:defRPr/>
            </a:lvl1pPr>
          </a:lstStyle>
          <a:p>
            <a:pPr marL="0" marR="0" lvl="0" indent="0" algn="l">
              <a:lnSpc>
                <a:spcPts val="2300"/>
              </a:lnSpc>
              <a:spcAft>
                <a:spcPts val="0"/>
              </a:spcAft>
            </a:pPr>
            <a:r>
              <a:rPr lang="it-IT" sz="2600" spc="88" smtClean="0">
                <a:solidFill>
                  <a:srgbClr val="000000"/>
                </a:solidFill>
                <a:latin typeface="Times New Roman" panose="22635452340000000000" pitchFamily="1"/>
              </a:rPr>
              <a:t>Fare clic per modificare stili del testo dello schema</a:t>
            </a:r>
          </a:p>
          <a:p>
            <a:pPr marL="0" marR="0" lvl="1" indent="0" algn="l">
              <a:lnSpc>
                <a:spcPts val="2300"/>
              </a:lnSpc>
              <a:spcAft>
                <a:spcPts val="0"/>
              </a:spcAft>
            </a:pPr>
            <a:r>
              <a:rPr lang="it-IT" sz="2600" spc="88" smtClean="0">
                <a:solidFill>
                  <a:srgbClr val="000000"/>
                </a:solidFill>
                <a:latin typeface="Times New Roman" panose="22635452340000000000" pitchFamily="1"/>
              </a:rPr>
              <a:t>Secondo livello</a:t>
            </a:r>
          </a:p>
        </p:txBody>
      </p:sp>
      <p:sp>
        <p:nvSpPr>
          <p:cNvPr id="337" name="Segnaposto testo 336"/>
          <p:cNvSpPr>
            <a:spLocks noGrp="1"/>
          </p:cNvSpPr>
          <p:nvPr>
            <p:ph type="body" idx="10"/>
          </p:nvPr>
        </p:nvSpPr>
        <p:spPr>
          <a:xfrm>
            <a:off x="1428283" y="2427651"/>
            <a:ext cx="6545665" cy="3435334"/>
          </a:xfrm>
          <a:prstGeom prst="rect">
            <a:avLst/>
          </a:prstGeom>
          <a:noFill/>
          <a:ln w="0" cmpd="sng">
            <a:noFill/>
            <a:prstDash val="solid"/>
          </a:ln>
        </p:spPr>
        <p:txBody>
          <a:bodyPr vert="horz" lIns="0" tIns="220405" rIns="0" bIns="0" anchor="t">
            <a:normAutofit fontScale="90000"/>
          </a:bodyPr>
          <a:lstStyle>
            <a:lvl1pPr marL="0" marR="0" indent="0" algn="l">
              <a:lnSpc>
                <a:spcPct val="73919"/>
              </a:lnSpc>
              <a:spcBef>
                <a:spcPts val="0"/>
              </a:spcBef>
              <a:spcAft>
                <a:spcPts val="5500"/>
              </a:spcAft>
              <a:defRPr/>
            </a:lvl1pPr>
          </a:lstStyle>
          <a:p>
            <a:pPr marL="0" marR="0" lvl="0" indent="0" algn="ctr">
              <a:lnSpc>
                <a:spcPct val="95999"/>
              </a:lnSpc>
              <a:spcAft>
                <a:spcPts val="0"/>
              </a:spcAft>
            </a:pPr>
            <a:r>
              <a:rPr lang="it-IT" sz="1700" spc="79"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1700" spc="79" smtClean="0">
                <a:solidFill>
                  <a:srgbClr val="000000"/>
                </a:solidFill>
                <a:latin typeface="Times New Roman" panose="22635452340000000000" pitchFamily="1"/>
              </a:rPr>
              <a:t>Secondo livello</a:t>
            </a:r>
          </a:p>
          <a:p>
            <a:pPr marL="0" marR="0" lvl="2" indent="0" algn="ctr">
              <a:lnSpc>
                <a:spcPct val="95999"/>
              </a:lnSpc>
              <a:spcAft>
                <a:spcPts val="0"/>
              </a:spcAft>
            </a:pPr>
            <a:r>
              <a:rPr lang="it-IT" sz="1700" spc="79" smtClean="0">
                <a:solidFill>
                  <a:srgbClr val="000000"/>
                </a:solidFill>
                <a:latin typeface="Times New Roman" panose="22635452340000000000" pitchFamily="1"/>
              </a:rPr>
              <a:t>Terzo livello</a:t>
            </a:r>
          </a:p>
          <a:p>
            <a:pPr marL="0" marR="0" lvl="3" indent="0" algn="ctr">
              <a:lnSpc>
                <a:spcPct val="95999"/>
              </a:lnSpc>
              <a:spcAft>
                <a:spcPts val="0"/>
              </a:spcAft>
            </a:pPr>
            <a:r>
              <a:rPr lang="it-IT" sz="1700" spc="79" smtClean="0">
                <a:solidFill>
                  <a:srgbClr val="000000"/>
                </a:solidFill>
                <a:latin typeface="Times New Roman" panose="22635452340000000000" pitchFamily="1"/>
              </a:rPr>
              <a:t>Quarto livello</a:t>
            </a:r>
          </a:p>
          <a:p>
            <a:pPr marL="0" marR="0" lvl="4" indent="0" algn="ctr">
              <a:lnSpc>
                <a:spcPct val="95999"/>
              </a:lnSpc>
              <a:spcAft>
                <a:spcPts val="0"/>
              </a:spcAft>
            </a:pPr>
            <a:r>
              <a:rPr lang="it-IT" sz="1700" spc="79" smtClean="0">
                <a:solidFill>
                  <a:srgbClr val="000000"/>
                </a:solidFill>
                <a:latin typeface="Times New Roman" panose="22635452340000000000" pitchFamily="1"/>
              </a:rPr>
              <a:t>Quinto livello</a:t>
            </a:r>
            <a:endParaRPr lang="it-IT" sz="1700" spc="75" dirty="0">
              <a:solidFill>
                <a:srgbClr val="000000"/>
              </a:solidFill>
              <a:latin typeface="Times New Roman" panose="22635452340000000000" pitchFamily="1"/>
            </a:endParaRPr>
          </a:p>
        </p:txBody>
      </p:sp>
      <p:sp>
        <p:nvSpPr>
          <p:cNvPr id="338" name="Segnaposto testo 337"/>
          <p:cNvSpPr>
            <a:spLocks noGrp="1"/>
          </p:cNvSpPr>
          <p:nvPr>
            <p:ph type="body" idx="10"/>
          </p:nvPr>
        </p:nvSpPr>
        <p:spPr>
          <a:xfrm>
            <a:off x="1045417" y="5862986"/>
            <a:ext cx="7053438" cy="179080"/>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Tree>
    <p:extLst>
      <p:ext uri="{BB962C8B-B14F-4D97-AF65-F5344CB8AC3E}">
        <p14:creationId xmlns:p14="http://schemas.microsoft.com/office/powerpoint/2010/main" val="40548125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70_1_">
    <p:spTree>
      <p:nvGrpSpPr>
        <p:cNvPr id="1" name=""/>
        <p:cNvGrpSpPr/>
        <p:nvPr/>
      </p:nvGrpSpPr>
      <p:grpSpPr>
        <a:xfrm>
          <a:off x="0" y="0"/>
          <a:ext cx="0" cy="0"/>
          <a:chOff x="0" y="0"/>
          <a:chExt cx="0" cy="0"/>
        </a:xfrm>
      </p:grpSpPr>
      <p:sp>
        <p:nvSpPr>
          <p:cNvPr id="341" name="Segnaposto testo 340"/>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42" name="Segnaposto testo 341"/>
          <p:cNvSpPr>
            <a:spLocks noGrp="1"/>
          </p:cNvSpPr>
          <p:nvPr>
            <p:ph type="body" idx="10"/>
          </p:nvPr>
        </p:nvSpPr>
        <p:spPr>
          <a:xfrm>
            <a:off x="1063882" y="6042065"/>
            <a:ext cx="7017052" cy="318428"/>
          </a:xfrm>
          <a:prstGeom prst="rect">
            <a:avLst/>
          </a:prstGeom>
          <a:noFill/>
          <a:ln w="0" cmpd="sng">
            <a:noFill/>
            <a:prstDash val="solid"/>
          </a:ln>
        </p:spPr>
        <p:txBody>
          <a:bodyPr vert="horz" lIns="0" tIns="0" rIns="0" bIns="0" anchor="t"/>
          <a:lstStyle>
            <a:lvl1pPr marL="40074" marR="0" indent="0" algn="l">
              <a:lnSpc>
                <a:spcPct val="95999"/>
              </a:lnSpc>
              <a:spcBef>
                <a:spcPts val="0"/>
              </a:spcBef>
              <a:spcAft>
                <a:spcPts val="0"/>
              </a:spcAft>
              <a:tabLst>
                <a:tab pos="7111391" algn="r"/>
              </a:tabLst>
              <a:defRPr/>
            </a:lvl1pPr>
          </a:lstStyle>
          <a:p>
            <a:pPr marL="45720" marR="0" lvl="0" indent="0" algn="l">
              <a:lnSpc>
                <a:spcPct val="95999"/>
              </a:lnSpc>
              <a:spcAft>
                <a:spcPts val="0"/>
              </a:spcAft>
              <a:tabLst>
                <a:tab pos="8113395" algn="r"/>
              </a:tabLst>
            </a:pPr>
            <a:r>
              <a:rPr lang="it-IT" sz="1000" spc="0" smtClean="0">
                <a:solidFill>
                  <a:srgbClr val="000000"/>
                </a:solidFill>
                <a:latin typeface="Times New Roman" panose="22635452340000000000" pitchFamily="1"/>
              </a:rPr>
              <a:t>Fare clic per modificare stili del testo dello schema</a:t>
            </a:r>
          </a:p>
          <a:p>
            <a:pPr marL="45720" marR="0" lvl="1" indent="0" algn="l">
              <a:lnSpc>
                <a:spcPct val="95999"/>
              </a:lnSpc>
              <a:spcAft>
                <a:spcPts val="0"/>
              </a:spcAft>
              <a:tabLst>
                <a:tab pos="8113395" algn="r"/>
              </a:tabLst>
            </a:pPr>
            <a:r>
              <a:rPr lang="it-IT" sz="1000" spc="0" smtClean="0">
                <a:solidFill>
                  <a:srgbClr val="000000"/>
                </a:solidFill>
                <a:latin typeface="Times New Roman" panose="22635452340000000000" pitchFamily="1"/>
              </a:rPr>
              <a:t>Secondo livello</a:t>
            </a:r>
          </a:p>
        </p:txBody>
      </p:sp>
      <p:sp>
        <p:nvSpPr>
          <p:cNvPr id="343" name="Segnaposto testo 342"/>
          <p:cNvSpPr>
            <a:spLocks noGrp="1"/>
          </p:cNvSpPr>
          <p:nvPr>
            <p:ph type="body" idx="10"/>
          </p:nvPr>
        </p:nvSpPr>
        <p:spPr>
          <a:xfrm>
            <a:off x="1045417" y="1766036"/>
            <a:ext cx="7053438" cy="4113073"/>
          </a:xfrm>
          <a:prstGeom prst="rect">
            <a:avLst/>
          </a:prstGeom>
          <a:noFill/>
          <a:ln w="8890" cmpd="sng">
            <a:solidFill>
              <a:srgbClr val="C0C0C0"/>
            </a:solidFill>
            <a:prstDash val="solid"/>
          </a:ln>
        </p:spPr>
        <p:txBody>
          <a:bodyPr vert="horz" lIns="0" tIns="0" rIns="0" bIns="0" anchor="t"/>
          <a:lstStyle/>
          <a:p>
            <a:pPr lvl="0" algn="l"/>
            <a:r>
              <a:rPr lang="it-IT" sz="100" smtClean="0"/>
              <a:t>Fare clic per modificare stili del testo dello schema</a:t>
            </a:r>
          </a:p>
        </p:txBody>
      </p:sp>
      <p:sp>
        <p:nvSpPr>
          <p:cNvPr id="346" name="Segnaposto testo 345"/>
          <p:cNvSpPr>
            <a:spLocks noGrp="1"/>
          </p:cNvSpPr>
          <p:nvPr>
            <p:ph type="body" idx="10"/>
          </p:nvPr>
        </p:nvSpPr>
        <p:spPr>
          <a:xfrm>
            <a:off x="1154575" y="1766036"/>
            <a:ext cx="4869740" cy="661616"/>
          </a:xfrm>
          <a:prstGeom prst="rect">
            <a:avLst/>
          </a:prstGeom>
          <a:noFill/>
          <a:ln w="0" cmpd="sng">
            <a:noFill/>
            <a:prstDash val="solid"/>
          </a:ln>
        </p:spPr>
        <p:txBody>
          <a:bodyPr vert="horz" lIns="0" tIns="60110" rIns="0" bIns="0" anchor="t"/>
          <a:lstStyle>
            <a:lvl1pPr marL="280515" marR="0" indent="0" algn="l">
              <a:lnSpc>
                <a:spcPct val="95999"/>
              </a:lnSpc>
              <a:spcBef>
                <a:spcPts val="0"/>
              </a:spcBef>
              <a:spcAft>
                <a:spcPts val="0"/>
              </a:spcAft>
              <a:defRPr/>
            </a:lvl1pPr>
          </a:lstStyle>
          <a:p>
            <a:pPr marL="0" marR="0" lvl="0" indent="0" algn="l">
              <a:lnSpc>
                <a:spcPts val="2200"/>
              </a:lnSpc>
              <a:spcAft>
                <a:spcPts val="0"/>
              </a:spcAft>
            </a:pPr>
            <a:r>
              <a:rPr lang="it-IT" sz="2600" spc="44" smtClean="0">
                <a:solidFill>
                  <a:srgbClr val="000000"/>
                </a:solidFill>
                <a:latin typeface="Times New Roman" panose="22635452340000000000" pitchFamily="1"/>
              </a:rPr>
              <a:t>Fare clic per modificare stili del testo dello schema</a:t>
            </a:r>
          </a:p>
          <a:p>
            <a:pPr marL="0" marR="0" lvl="1" indent="0" algn="l">
              <a:lnSpc>
                <a:spcPts val="2200"/>
              </a:lnSpc>
              <a:spcAft>
                <a:spcPts val="0"/>
              </a:spcAft>
            </a:pPr>
            <a:r>
              <a:rPr lang="it-IT" sz="2600" spc="44" smtClean="0">
                <a:solidFill>
                  <a:srgbClr val="000000"/>
                </a:solidFill>
                <a:latin typeface="Times New Roman" panose="22635452340000000000" pitchFamily="1"/>
              </a:rPr>
              <a:t>Secondo livello</a:t>
            </a:r>
          </a:p>
        </p:txBody>
      </p:sp>
      <p:sp>
        <p:nvSpPr>
          <p:cNvPr id="347" name="Segnaposto testo 346"/>
          <p:cNvSpPr>
            <a:spLocks noGrp="1"/>
          </p:cNvSpPr>
          <p:nvPr>
            <p:ph type="body" idx="10"/>
          </p:nvPr>
        </p:nvSpPr>
        <p:spPr>
          <a:xfrm>
            <a:off x="1436430" y="2427651"/>
            <a:ext cx="6396862" cy="3435334"/>
          </a:xfrm>
          <a:prstGeom prst="rect">
            <a:avLst/>
          </a:prstGeom>
          <a:noFill/>
          <a:ln w="0" cmpd="sng">
            <a:noFill/>
            <a:prstDash val="solid"/>
          </a:ln>
        </p:spPr>
        <p:txBody>
          <a:bodyPr vert="horz" lIns="0" tIns="180331" rIns="0" bIns="0" anchor="t">
            <a:normAutofit fontScale="90000"/>
          </a:bodyPr>
          <a:lstStyle>
            <a:lvl1pPr marL="0" marR="0" indent="0" algn="l">
              <a:lnSpc>
                <a:spcPct val="95999"/>
              </a:lnSpc>
              <a:spcBef>
                <a:spcPts val="0"/>
              </a:spcBef>
              <a:spcAft>
                <a:spcPts val="11969"/>
              </a:spcAft>
              <a:defRPr/>
            </a:lvl1pPr>
          </a:lstStyle>
          <a:p>
            <a:pPr marL="0" marR="0" lvl="0" indent="0" algn="l">
              <a:lnSpc>
                <a:spcPct val="84479"/>
              </a:lnSpc>
              <a:spcAft>
                <a:spcPts val="0"/>
              </a:spcAft>
            </a:pPr>
            <a:r>
              <a:rPr lang="it-IT" sz="1700" spc="96" smtClean="0">
                <a:solidFill>
                  <a:srgbClr val="000000"/>
                </a:solidFill>
                <a:latin typeface="Times New Roman" panose="22635452340000000000" pitchFamily="1"/>
              </a:rPr>
              <a:t>Fare clic per modificare stili del testo dello schema</a:t>
            </a:r>
          </a:p>
          <a:p>
            <a:pPr marL="0" marR="0" lvl="1" indent="0" algn="l">
              <a:lnSpc>
                <a:spcPct val="84479"/>
              </a:lnSpc>
              <a:spcAft>
                <a:spcPts val="0"/>
              </a:spcAft>
            </a:pPr>
            <a:r>
              <a:rPr lang="it-IT" sz="1700" spc="96" smtClean="0">
                <a:solidFill>
                  <a:srgbClr val="000000"/>
                </a:solidFill>
                <a:latin typeface="Times New Roman" panose="22635452340000000000" pitchFamily="1"/>
              </a:rPr>
              <a:t>Secondo livello</a:t>
            </a:r>
          </a:p>
          <a:p>
            <a:pPr marL="0" marR="0" lvl="2" indent="0" algn="l">
              <a:lnSpc>
                <a:spcPct val="84479"/>
              </a:lnSpc>
              <a:spcAft>
                <a:spcPts val="0"/>
              </a:spcAft>
            </a:pPr>
            <a:r>
              <a:rPr lang="it-IT" sz="1700" spc="96" smtClean="0">
                <a:solidFill>
                  <a:srgbClr val="000000"/>
                </a:solidFill>
                <a:latin typeface="Times New Roman" panose="22635452340000000000" pitchFamily="1"/>
              </a:rPr>
              <a:t>Terzo livello</a:t>
            </a:r>
          </a:p>
          <a:p>
            <a:pPr marL="0" marR="0" lvl="3" indent="0" algn="l">
              <a:lnSpc>
                <a:spcPct val="84479"/>
              </a:lnSpc>
              <a:spcAft>
                <a:spcPts val="0"/>
              </a:spcAft>
            </a:pPr>
            <a:r>
              <a:rPr lang="it-IT" sz="1700" spc="96" smtClean="0">
                <a:solidFill>
                  <a:srgbClr val="000000"/>
                </a:solidFill>
                <a:latin typeface="Times New Roman" panose="22635452340000000000" pitchFamily="1"/>
              </a:rPr>
              <a:t>Quarto livello</a:t>
            </a:r>
          </a:p>
          <a:p>
            <a:pPr marL="0" marR="0" lvl="4" indent="0" algn="l">
              <a:lnSpc>
                <a:spcPct val="84479"/>
              </a:lnSpc>
              <a:spcAft>
                <a:spcPts val="0"/>
              </a:spcAft>
            </a:pPr>
            <a:r>
              <a:rPr lang="it-IT" sz="1700" spc="96" smtClean="0">
                <a:solidFill>
                  <a:srgbClr val="000000"/>
                </a:solidFill>
                <a:latin typeface="Times New Roman" panose="22635452340000000000" pitchFamily="1"/>
              </a:rPr>
              <a:t>Quinto livello</a:t>
            </a:r>
            <a:endParaRPr lang="it-IT" sz="1700" spc="83" dirty="0">
              <a:solidFill>
                <a:srgbClr val="000000"/>
              </a:solidFill>
              <a:latin typeface="Times New Roman" panose="22635452340000000000" pitchFamily="1"/>
            </a:endParaRPr>
          </a:p>
        </p:txBody>
      </p:sp>
      <p:sp>
        <p:nvSpPr>
          <p:cNvPr id="348" name="Segnaposto testo 347"/>
          <p:cNvSpPr>
            <a:spLocks noGrp="1"/>
          </p:cNvSpPr>
          <p:nvPr>
            <p:ph type="body" idx="10"/>
          </p:nvPr>
        </p:nvSpPr>
        <p:spPr>
          <a:xfrm>
            <a:off x="1045417" y="5862986"/>
            <a:ext cx="7053438" cy="179080"/>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Tree>
    <p:extLst>
      <p:ext uri="{BB962C8B-B14F-4D97-AF65-F5344CB8AC3E}">
        <p14:creationId xmlns:p14="http://schemas.microsoft.com/office/powerpoint/2010/main" val="370641544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71_1_">
    <p:spTree>
      <p:nvGrpSpPr>
        <p:cNvPr id="1" name=""/>
        <p:cNvGrpSpPr/>
        <p:nvPr/>
      </p:nvGrpSpPr>
      <p:grpSpPr>
        <a:xfrm>
          <a:off x="0" y="0"/>
          <a:ext cx="0" cy="0"/>
          <a:chOff x="0" y="0"/>
          <a:chExt cx="0" cy="0"/>
        </a:xfrm>
      </p:grpSpPr>
      <p:sp>
        <p:nvSpPr>
          <p:cNvPr id="87" name="Segnaposto testo 86"/>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88" name="Segnaposto testo 87"/>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89" name="Segnaposto testo 88"/>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90" name="Segnaposto testo 89"/>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normAutofit fontScale="90000"/>
          </a:bodyPr>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96" name="Segnaposto testo 95"/>
          <p:cNvSpPr>
            <a:spLocks noGrp="1"/>
          </p:cNvSpPr>
          <p:nvPr>
            <p:ph type="body" idx="10"/>
          </p:nvPr>
        </p:nvSpPr>
        <p:spPr>
          <a:xfrm>
            <a:off x="1023151" y="1859895"/>
            <a:ext cx="3496850" cy="3464701"/>
          </a:xfrm>
          <a:prstGeom prst="rect">
            <a:avLst/>
          </a:prstGeom>
          <a:noFill/>
          <a:ln w="0" cmpd="sng">
            <a:noFill/>
            <a:prstDash val="solid"/>
          </a:ln>
        </p:spPr>
        <p:txBody>
          <a:bodyPr vert="horz" lIns="0" tIns="0" rIns="0" bIns="0" anchor="t">
            <a:normAutofit fontScale="80000"/>
          </a:bodyPr>
          <a:lstStyle>
            <a:lvl1pPr marL="400736" marR="0" indent="0" algn="l">
              <a:lnSpc>
                <a:spcPct val="95999"/>
              </a:lnSpc>
              <a:spcBef>
                <a:spcPts val="0"/>
              </a:spcBef>
              <a:spcAft>
                <a:spcPts val="473"/>
              </a:spcAft>
              <a:buFont typeface="Symbol"/>
              <a:buChar char="·"/>
              <a:defRPr/>
            </a:lvl1pPr>
          </a:lstStyle>
          <a:p>
            <a:pPr marL="137160" marR="0" lvl="0" indent="365760" algn="l">
              <a:lnSpc>
                <a:spcPts val="2400"/>
              </a:lnSpc>
              <a:spcAft>
                <a:spcPts val="0"/>
              </a:spcAft>
              <a:buFont typeface="Symbol"/>
              <a:buChar char="·"/>
            </a:pPr>
            <a:r>
              <a:rPr lang="it-IT" sz="2500" spc="237" smtClean="0">
                <a:solidFill>
                  <a:srgbClr val="000000"/>
                </a:solidFill>
                <a:latin typeface="Times New Roman" panose="22635452340000000000" pitchFamily="1"/>
              </a:rPr>
              <a:t>Fare clic per modificare stili del testo dello schema</a:t>
            </a:r>
          </a:p>
          <a:p>
            <a:pPr marL="137160" marR="0" lvl="1" indent="365760" algn="l">
              <a:lnSpc>
                <a:spcPts val="2400"/>
              </a:lnSpc>
              <a:spcAft>
                <a:spcPts val="0"/>
              </a:spcAft>
              <a:buFont typeface="Symbol"/>
              <a:buChar char="·"/>
            </a:pPr>
            <a:r>
              <a:rPr lang="it-IT" sz="2500" spc="237" smtClean="0">
                <a:solidFill>
                  <a:srgbClr val="000000"/>
                </a:solidFill>
                <a:latin typeface="Times New Roman" panose="22635452340000000000" pitchFamily="1"/>
              </a:rPr>
              <a:t>Secondo livello</a:t>
            </a:r>
          </a:p>
          <a:p>
            <a:pPr marL="137160" marR="0" lvl="2" indent="365760" algn="l">
              <a:lnSpc>
                <a:spcPts val="2400"/>
              </a:lnSpc>
              <a:spcAft>
                <a:spcPts val="0"/>
              </a:spcAft>
              <a:buFont typeface="Symbol"/>
              <a:buChar char="·"/>
            </a:pPr>
            <a:r>
              <a:rPr lang="it-IT" sz="2500" spc="237" smtClean="0">
                <a:solidFill>
                  <a:srgbClr val="000000"/>
                </a:solidFill>
                <a:latin typeface="Times New Roman" panose="22635452340000000000" pitchFamily="1"/>
              </a:rPr>
              <a:t>Terzo livello</a:t>
            </a:r>
          </a:p>
          <a:p>
            <a:pPr marL="137160" marR="0" lvl="3" indent="365760" algn="l">
              <a:lnSpc>
                <a:spcPts val="2400"/>
              </a:lnSpc>
              <a:spcAft>
                <a:spcPts val="0"/>
              </a:spcAft>
              <a:buFont typeface="Symbol"/>
              <a:buChar char="·"/>
            </a:pPr>
            <a:r>
              <a:rPr lang="it-IT" sz="2500" spc="237" smtClean="0">
                <a:solidFill>
                  <a:srgbClr val="000000"/>
                </a:solidFill>
                <a:latin typeface="Times New Roman" panose="22635452340000000000" pitchFamily="1"/>
              </a:rPr>
              <a:t>Quarto livello</a:t>
            </a:r>
          </a:p>
          <a:p>
            <a:pPr marL="137160" marR="0" lvl="4" indent="365760" algn="l">
              <a:lnSpc>
                <a:spcPts val="2400"/>
              </a:lnSpc>
              <a:spcAft>
                <a:spcPts val="0"/>
              </a:spcAft>
              <a:buFont typeface="Symbol"/>
              <a:buChar char="·"/>
            </a:pPr>
            <a:r>
              <a:rPr lang="it-IT" sz="2500" spc="237" smtClean="0">
                <a:solidFill>
                  <a:srgbClr val="000000"/>
                </a:solidFill>
                <a:latin typeface="Times New Roman" panose="22635452340000000000" pitchFamily="1"/>
              </a:rPr>
              <a:t>Quinto livello</a:t>
            </a:r>
            <a:endParaRPr lang="it-IT" sz="2500" spc="175" dirty="0">
              <a:solidFill>
                <a:srgbClr val="000000"/>
              </a:solidFill>
              <a:latin typeface="Times New Roman" panose="22635452340000000000" pitchFamily="1"/>
            </a:endParaRPr>
          </a:p>
        </p:txBody>
      </p:sp>
    </p:spTree>
    <p:extLst>
      <p:ext uri="{BB962C8B-B14F-4D97-AF65-F5344CB8AC3E}">
        <p14:creationId xmlns:p14="http://schemas.microsoft.com/office/powerpoint/2010/main" val="24592131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35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09250654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36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984720455"/>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37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78355150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38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2287345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39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99968888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2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40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04524407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72_1_">
    <p:spTree>
      <p:nvGrpSpPr>
        <p:cNvPr id="1" name=""/>
        <p:cNvGrpSpPr/>
        <p:nvPr/>
      </p:nvGrpSpPr>
      <p:grpSpPr>
        <a:xfrm>
          <a:off x="0" y="0"/>
          <a:ext cx="0" cy="0"/>
          <a:chOff x="0" y="0"/>
          <a:chExt cx="0" cy="0"/>
        </a:xfrm>
      </p:grpSpPr>
      <p:sp>
        <p:nvSpPr>
          <p:cNvPr id="200" name="Segnaposto testo 199"/>
          <p:cNvSpPr>
            <a:spLocks noGrp="1"/>
          </p:cNvSpPr>
          <p:nvPr>
            <p:ph type="body" idx="10"/>
          </p:nvPr>
        </p:nvSpPr>
        <p:spPr>
          <a:xfrm>
            <a:off x="1011446" y="702794"/>
            <a:ext cx="7297826" cy="240217"/>
          </a:xfrm>
          <a:prstGeom prst="rect">
            <a:avLst/>
          </a:prstGeom>
          <a:noFill/>
          <a:ln w="0" cmpd="sng">
            <a:noFill/>
            <a:prstDash val="solid"/>
          </a:ln>
        </p:spPr>
        <p:txBody>
          <a:bodyPr vert="horz" lIns="0" tIns="0" rIns="0" bIns="0" anchor="t"/>
          <a:lstStyle>
            <a:lvl1pPr marL="0" marR="0" indent="0" algn="l">
              <a:lnSpc>
                <a:spcPts val="1841"/>
              </a:lnSpc>
              <a:spcAft>
                <a:spcPts val="0"/>
              </a:spcAft>
              <a:defRPr/>
            </a:lvl1pPr>
          </a:lstStyle>
          <a:p>
            <a:pPr marL="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201" name="Segnaposto testo 200"/>
          <p:cNvSpPr>
            <a:spLocks noGrp="1"/>
          </p:cNvSpPr>
          <p:nvPr>
            <p:ph type="body" idx="10"/>
          </p:nvPr>
        </p:nvSpPr>
        <p:spPr>
          <a:xfrm>
            <a:off x="1011446" y="6273875"/>
            <a:ext cx="7317371" cy="240217"/>
          </a:xfrm>
          <a:prstGeom prst="rect">
            <a:avLst/>
          </a:prstGeom>
          <a:noFill/>
          <a:ln w="0" cmpd="sng">
            <a:noFill/>
            <a:prstDash val="solid"/>
          </a:ln>
        </p:spPr>
        <p:txBody>
          <a:bodyPr vert="horz" lIns="0" tIns="0" rIns="0" bIns="0" anchor="t"/>
          <a:lstStyle>
            <a:lvl1pPr marL="2244120" marR="0" indent="0" algn="l">
              <a:lnSpc>
                <a:spcPct val="95999"/>
              </a:lnSpc>
              <a:spcAft>
                <a:spcPts val="473"/>
              </a:spcAft>
              <a:tabLst>
                <a:tab pos="7410829" algn="r"/>
              </a:tabLst>
              <a:defRPr/>
            </a:lvl1pPr>
          </a:lstStyle>
          <a:p>
            <a:pPr marL="2560320" marR="0" lvl="0" indent="0" algn="l">
              <a:lnSpc>
                <a:spcPct val="95999"/>
              </a:lnSpc>
              <a:spcAft>
                <a:spcPts val="540"/>
              </a:spcAft>
              <a:tabLst>
                <a:tab pos="8455025" algn="r"/>
              </a:tabLst>
            </a:pPr>
            <a:r>
              <a:rPr lang="it-IT" sz="1100" spc="-18" smtClean="0">
                <a:solidFill>
                  <a:srgbClr val="CC0000"/>
                </a:solidFill>
                <a:latin typeface="Tahoma" panose="22635452340000000000" pitchFamily="2"/>
              </a:rPr>
              <a:t>Fare clic per modificare stili del testo dello schema</a:t>
            </a:r>
          </a:p>
        </p:txBody>
      </p:sp>
      <p:sp>
        <p:nvSpPr>
          <p:cNvPr id="202" name="Segnaposto testo 201"/>
          <p:cNvSpPr>
            <a:spLocks noGrp="1"/>
          </p:cNvSpPr>
          <p:nvPr>
            <p:ph type="body" idx="10"/>
          </p:nvPr>
        </p:nvSpPr>
        <p:spPr>
          <a:xfrm>
            <a:off x="1196036" y="2134880"/>
            <a:ext cx="1764465" cy="2654487"/>
          </a:xfrm>
          <a:prstGeom prst="rect">
            <a:avLst/>
          </a:prstGeom>
          <a:solidFill>
            <a:srgbClr val="FFFFFF"/>
          </a:solidFill>
          <a:ln w="27305" cmpd="sng">
            <a:solidFill>
              <a:srgbClr val="CCCCFF"/>
            </a:solidFill>
            <a:prstDash val="solid"/>
          </a:ln>
        </p:spPr>
        <p:txBody>
          <a:bodyPr vert="horz" lIns="0" tIns="0" rIns="0" bIns="0" anchor="t"/>
          <a:lstStyle/>
          <a:p>
            <a:pPr lvl="0" algn="l"/>
            <a:r>
              <a:rPr lang="it-IT" sz="100" smtClean="0"/>
              <a:t>Fare clic per modificare stili del testo dello schema</a:t>
            </a:r>
          </a:p>
        </p:txBody>
      </p:sp>
      <p:sp>
        <p:nvSpPr>
          <p:cNvPr id="203" name="Segnaposto testo 202"/>
          <p:cNvSpPr>
            <a:spLocks noGrp="1"/>
          </p:cNvSpPr>
          <p:nvPr>
            <p:ph type="body" idx="10"/>
          </p:nvPr>
        </p:nvSpPr>
        <p:spPr>
          <a:xfrm>
            <a:off x="658010" y="1433815"/>
            <a:ext cx="7951493" cy="701066"/>
          </a:xfrm>
          <a:prstGeom prst="rect">
            <a:avLst/>
          </a:prstGeom>
          <a:noFill/>
          <a:ln w="0" cmpd="sng">
            <a:noFill/>
            <a:prstDash val="solid"/>
          </a:ln>
        </p:spPr>
        <p:txBody>
          <a:bodyPr vert="horz" lIns="0" tIns="0" rIns="0" bIns="0" anchor="t"/>
          <a:lstStyle>
            <a:lvl1pPr marL="3646696" marR="0" indent="0" algn="l">
              <a:lnSpc>
                <a:spcPct val="80639"/>
              </a:lnSpc>
              <a:spcBef>
                <a:spcPts val="473"/>
              </a:spcBef>
              <a:spcAft>
                <a:spcPts val="1104"/>
              </a:spcAft>
              <a:defRPr/>
            </a:lvl1pPr>
          </a:lstStyle>
          <a:p>
            <a:pPr marL="4389120" marR="0" lvl="0" indent="0" algn="l">
              <a:lnSpc>
                <a:spcPct val="80639"/>
              </a:lnSpc>
              <a:spcAft>
                <a:spcPts val="0"/>
              </a:spcAft>
            </a:pPr>
            <a:r>
              <a:rPr lang="it-IT" sz="1800" b="1" spc="0" smtClean="0">
                <a:solidFill>
                  <a:srgbClr val="00339A"/>
                </a:solidFill>
                <a:latin typeface="Times New Roman" panose="22635452340000000000" pitchFamily="1"/>
              </a:rPr>
              <a:t>Fare clic per modificare stili del testo dello schema</a:t>
            </a:r>
          </a:p>
          <a:p>
            <a:pPr marL="4389120" marR="0" lvl="1" indent="0" algn="l">
              <a:lnSpc>
                <a:spcPct val="80639"/>
              </a:lnSpc>
              <a:spcAft>
                <a:spcPts val="0"/>
              </a:spcAft>
            </a:pPr>
            <a:r>
              <a:rPr lang="it-IT" sz="1800" b="1" spc="0" smtClean="0">
                <a:solidFill>
                  <a:srgbClr val="00339A"/>
                </a:solidFill>
                <a:latin typeface="Times New Roman" panose="22635452340000000000" pitchFamily="1"/>
              </a:rPr>
              <a:t>Secondo livello</a:t>
            </a:r>
          </a:p>
        </p:txBody>
      </p:sp>
      <p:sp>
        <p:nvSpPr>
          <p:cNvPr id="204" name="Segnaposto testo 203"/>
          <p:cNvSpPr>
            <a:spLocks noGrp="1"/>
          </p:cNvSpPr>
          <p:nvPr>
            <p:ph type="body" idx="10"/>
          </p:nvPr>
        </p:nvSpPr>
        <p:spPr>
          <a:xfrm>
            <a:off x="1196035" y="2422334"/>
            <a:ext cx="1542957" cy="760400"/>
          </a:xfrm>
          <a:prstGeom prst="rect">
            <a:avLst/>
          </a:prstGeom>
          <a:noFill/>
          <a:ln w="0" cmpd="sng">
            <a:noFill/>
            <a:prstDash val="solid"/>
          </a:ln>
        </p:spPr>
        <p:txBody>
          <a:bodyPr vert="horz" lIns="0" tIns="0" rIns="0" bIns="0" anchor="t"/>
          <a:lstStyle>
            <a:lvl1pPr marL="480883" marR="0" indent="0" algn="l">
              <a:lnSpc>
                <a:spcPct val="78719"/>
              </a:lnSpc>
              <a:spcBef>
                <a:spcPts val="0"/>
              </a:spcBef>
              <a:spcAft>
                <a:spcPts val="0"/>
              </a:spcAft>
              <a:defRPr/>
            </a:lvl1pPr>
          </a:lstStyle>
          <a:p>
            <a:pPr marL="640080" marR="0" lvl="0" indent="0" algn="l">
              <a:lnSpc>
                <a:spcPct val="76799"/>
              </a:lnSpc>
              <a:spcAft>
                <a:spcPts val="0"/>
              </a:spcAft>
            </a:pPr>
            <a:r>
              <a:rPr lang="it-IT" sz="1800" b="1" spc="0" smtClean="0">
                <a:solidFill>
                  <a:srgbClr val="00339A"/>
                </a:solidFill>
                <a:latin typeface="Times New Roman" panose="22635452340000000000" pitchFamily="1"/>
              </a:rPr>
              <a:t>Fare clic per modificare stili del testo dello schema</a:t>
            </a:r>
          </a:p>
          <a:p>
            <a:pPr marL="640080" marR="0" lvl="1" indent="0" algn="l">
              <a:lnSpc>
                <a:spcPct val="76799"/>
              </a:lnSpc>
              <a:spcAft>
                <a:spcPts val="0"/>
              </a:spcAft>
            </a:pPr>
            <a:r>
              <a:rPr lang="it-IT" sz="1800" b="1" spc="0" smtClean="0">
                <a:solidFill>
                  <a:srgbClr val="00339A"/>
                </a:solidFill>
                <a:latin typeface="Times New Roman" panose="22635452340000000000" pitchFamily="1"/>
              </a:rPr>
              <a:t>Secondo livello</a:t>
            </a:r>
          </a:p>
          <a:p>
            <a:pPr marL="640080" marR="0" lvl="2" indent="0" algn="l">
              <a:lnSpc>
                <a:spcPct val="76799"/>
              </a:lnSpc>
              <a:spcAft>
                <a:spcPts val="0"/>
              </a:spcAft>
            </a:pPr>
            <a:r>
              <a:rPr lang="it-IT" sz="1800" b="1" spc="0" smtClean="0">
                <a:solidFill>
                  <a:srgbClr val="00339A"/>
                </a:solidFill>
                <a:latin typeface="Times New Roman" panose="22635452340000000000" pitchFamily="1"/>
              </a:rPr>
              <a:t>Terzo livello</a:t>
            </a:r>
          </a:p>
        </p:txBody>
      </p:sp>
      <p:sp>
        <p:nvSpPr>
          <p:cNvPr id="207" name="Segnaposto testo 206"/>
          <p:cNvSpPr>
            <a:spLocks noGrp="1"/>
          </p:cNvSpPr>
          <p:nvPr>
            <p:ph type="body" idx="10"/>
          </p:nvPr>
        </p:nvSpPr>
        <p:spPr>
          <a:xfrm>
            <a:off x="1553272" y="3600379"/>
            <a:ext cx="990272" cy="716043"/>
          </a:xfrm>
          <a:prstGeom prst="rect">
            <a:avLst/>
          </a:prstGeom>
          <a:noFill/>
          <a:ln w="0" cmpd="sng">
            <a:noFill/>
            <a:prstDash val="solid"/>
          </a:ln>
        </p:spPr>
        <p:txBody>
          <a:bodyPr vert="horz" lIns="0" tIns="0" rIns="0" bIns="0" anchor="t"/>
          <a:lstStyle>
            <a:lvl1pPr marL="0" marR="0" indent="0" algn="ctr">
              <a:lnSpc>
                <a:spcPts val="1490"/>
              </a:lnSpc>
              <a:spcBef>
                <a:spcPts val="473"/>
              </a:spcBef>
              <a:spcAft>
                <a:spcPts val="0"/>
              </a:spcAft>
              <a:defRPr/>
            </a:lvl1pPr>
          </a:lstStyle>
          <a:p>
            <a:pPr marL="0" marR="0" lvl="0" indent="0" algn="l">
              <a:lnSpc>
                <a:spcPts val="1800"/>
              </a:lnSpc>
              <a:spcAft>
                <a:spcPts val="0"/>
              </a:spcAft>
            </a:pPr>
            <a:r>
              <a:rPr lang="it-IT" sz="1800" b="1" spc="-44" smtClean="0">
                <a:solidFill>
                  <a:srgbClr val="00339A"/>
                </a:solidFill>
                <a:latin typeface="Times New Roman" panose="22635452340000000000" pitchFamily="1"/>
              </a:rPr>
              <a:t>Fare clic per modificare stili del testo dello schema</a:t>
            </a:r>
          </a:p>
          <a:p>
            <a:pPr marL="0" marR="0" lvl="1" indent="0" algn="l">
              <a:lnSpc>
                <a:spcPts val="1800"/>
              </a:lnSpc>
              <a:spcAft>
                <a:spcPts val="0"/>
              </a:spcAft>
            </a:pPr>
            <a:r>
              <a:rPr lang="it-IT" sz="1800" b="1" spc="-44" smtClean="0">
                <a:solidFill>
                  <a:srgbClr val="00339A"/>
                </a:solidFill>
                <a:latin typeface="Times New Roman" panose="22635452340000000000" pitchFamily="1"/>
              </a:rPr>
              <a:t>Secondo livello</a:t>
            </a:r>
          </a:p>
          <a:p>
            <a:pPr marL="0" marR="0" lvl="2" indent="0" algn="l">
              <a:lnSpc>
                <a:spcPts val="1800"/>
              </a:lnSpc>
              <a:spcAft>
                <a:spcPts val="0"/>
              </a:spcAft>
            </a:pPr>
            <a:r>
              <a:rPr lang="it-IT" sz="1800" b="1" spc="-44" smtClean="0">
                <a:solidFill>
                  <a:srgbClr val="00339A"/>
                </a:solidFill>
                <a:latin typeface="Times New Roman" panose="22635452340000000000" pitchFamily="1"/>
              </a:rPr>
              <a:t>Terzo livello</a:t>
            </a:r>
          </a:p>
        </p:txBody>
      </p:sp>
      <p:sp>
        <p:nvSpPr>
          <p:cNvPr id="210" name="Segnaposto testo 209"/>
          <p:cNvSpPr>
            <a:spLocks noGrp="1"/>
          </p:cNvSpPr>
          <p:nvPr>
            <p:ph type="body" idx="10"/>
          </p:nvPr>
        </p:nvSpPr>
        <p:spPr>
          <a:xfrm>
            <a:off x="4062612" y="2134880"/>
            <a:ext cx="4126133" cy="845657"/>
          </a:xfrm>
          <a:prstGeom prst="rect">
            <a:avLst/>
          </a:prstGeom>
          <a:noFill/>
          <a:ln w="0" cmpd="sng">
            <a:noFill/>
            <a:prstDash val="solid"/>
          </a:ln>
        </p:spPr>
        <p:txBody>
          <a:bodyPr vert="horz" lIns="0" tIns="320589" rIns="0" bIns="0" anchor="t"/>
          <a:lstStyle>
            <a:lvl1pPr marL="0" marR="0" indent="0" algn="l">
              <a:lnSpc>
                <a:spcPts val="1841"/>
              </a:lnSpc>
              <a:spcBef>
                <a:spcPts val="631"/>
              </a:spcBef>
              <a:spcAft>
                <a:spcPts val="0"/>
              </a:spcAft>
              <a:defRPr/>
            </a:lvl1pPr>
          </a:lstStyle>
          <a:p>
            <a:pPr marL="182880" marR="0" lvl="0" indent="0" algn="l">
              <a:lnSpc>
                <a:spcPts val="1800"/>
              </a:lnSpc>
              <a:spcAft>
                <a:spcPts val="0"/>
              </a:spcAft>
            </a:pPr>
            <a:r>
              <a:rPr lang="it-IT" sz="1800" b="1" spc="0" smtClean="0">
                <a:solidFill>
                  <a:srgbClr val="00339A"/>
                </a:solidFill>
                <a:latin typeface="Times New Roman" panose="22635452340000000000" pitchFamily="1"/>
              </a:rPr>
              <a:t>Fare clic per modificare stili del testo dello schema</a:t>
            </a:r>
          </a:p>
          <a:p>
            <a:pPr marL="182880" marR="0" lvl="1" indent="0" algn="l">
              <a:lnSpc>
                <a:spcPts val="1800"/>
              </a:lnSpc>
              <a:spcAft>
                <a:spcPts val="0"/>
              </a:spcAft>
            </a:pPr>
            <a:r>
              <a:rPr lang="it-IT" sz="1800" b="1" spc="0" smtClean="0">
                <a:solidFill>
                  <a:srgbClr val="00339A"/>
                </a:solidFill>
                <a:latin typeface="Times New Roman" panose="22635452340000000000" pitchFamily="1"/>
              </a:rPr>
              <a:t>Secondo livello</a:t>
            </a:r>
          </a:p>
        </p:txBody>
      </p:sp>
      <p:sp>
        <p:nvSpPr>
          <p:cNvPr id="211" name="Segnaposto testo 210"/>
          <p:cNvSpPr>
            <a:spLocks noGrp="1"/>
          </p:cNvSpPr>
          <p:nvPr>
            <p:ph type="body" idx="10"/>
          </p:nvPr>
        </p:nvSpPr>
        <p:spPr>
          <a:xfrm>
            <a:off x="4888925" y="2980537"/>
            <a:ext cx="3299821" cy="276509"/>
          </a:xfrm>
          <a:prstGeom prst="rect">
            <a:avLst/>
          </a:prstGeom>
          <a:solidFill>
            <a:srgbClr val="CCFFCC"/>
          </a:solidFill>
          <a:ln w="0" cmpd="sng">
            <a:noFill/>
            <a:prstDash val="solid"/>
          </a:ln>
        </p:spPr>
        <p:txBody>
          <a:bodyPr vert="horz" lIns="0" tIns="20037" rIns="0" bIns="0" anchor="t"/>
          <a:lstStyle>
            <a:lvl1pPr marL="40074" marR="0" indent="0" algn="l">
              <a:lnSpc>
                <a:spcPct val="83519"/>
              </a:lnSpc>
              <a:spcAft>
                <a:spcPts val="158"/>
              </a:spcAft>
              <a:tabLst>
                <a:tab pos="3250969" algn="r"/>
              </a:tabLst>
              <a:defRPr/>
            </a:lvl1pPr>
          </a:lstStyle>
          <a:p>
            <a:pPr marL="45720" marR="0" lvl="0" indent="0" algn="l">
              <a:lnSpc>
                <a:spcPct val="83519"/>
              </a:lnSpc>
              <a:spcAft>
                <a:spcPts val="180"/>
              </a:spcAft>
              <a:tabLst>
                <a:tab pos="3709035" algn="r"/>
              </a:tabLst>
            </a:pPr>
            <a:r>
              <a:rPr lang="it-IT" sz="1700" spc="-44" smtClean="0">
                <a:solidFill>
                  <a:srgbClr val="000000"/>
                </a:solidFill>
                <a:latin typeface="Arial" panose="22635452340000000000" pitchFamily="2"/>
              </a:rPr>
              <a:t>Fare clic per modificare stili del testo dello schema</a:t>
            </a:r>
          </a:p>
        </p:txBody>
      </p:sp>
      <p:sp>
        <p:nvSpPr>
          <p:cNvPr id="212" name="Segnaposto testo 211"/>
          <p:cNvSpPr>
            <a:spLocks noGrp="1"/>
          </p:cNvSpPr>
          <p:nvPr>
            <p:ph type="body" idx="10"/>
          </p:nvPr>
        </p:nvSpPr>
        <p:spPr>
          <a:xfrm>
            <a:off x="4888925" y="3257046"/>
            <a:ext cx="3299821" cy="262684"/>
          </a:xfrm>
          <a:prstGeom prst="rect">
            <a:avLst/>
          </a:prstGeom>
          <a:solidFill>
            <a:srgbClr val="FFFF9A"/>
          </a:solidFill>
          <a:ln w="0" cmpd="sng">
            <a:noFill/>
            <a:prstDash val="solid"/>
          </a:ln>
        </p:spPr>
        <p:txBody>
          <a:bodyPr vert="horz" lIns="0" tIns="20037" rIns="0" bIns="0" anchor="t"/>
          <a:lstStyle>
            <a:lvl1pPr marL="40074" marR="0" indent="0" algn="l">
              <a:lnSpc>
                <a:spcPct val="83519"/>
              </a:lnSpc>
              <a:spcAft>
                <a:spcPts val="158"/>
              </a:spcAft>
              <a:tabLst>
                <a:tab pos="3250969" algn="r"/>
              </a:tabLst>
              <a:defRPr/>
            </a:lvl1pPr>
          </a:lstStyle>
          <a:p>
            <a:pPr marL="45720" marR="0" lvl="0" indent="0" algn="l">
              <a:lnSpc>
                <a:spcPct val="83519"/>
              </a:lnSpc>
              <a:spcAft>
                <a:spcPts val="180"/>
              </a:spcAft>
              <a:tabLst>
                <a:tab pos="3709035" algn="r"/>
              </a:tabLst>
            </a:pPr>
            <a:r>
              <a:rPr lang="it-IT" sz="1700" spc="-26" smtClean="0">
                <a:solidFill>
                  <a:srgbClr val="000000"/>
                </a:solidFill>
                <a:latin typeface="Arial" panose="22635452340000000000" pitchFamily="2"/>
              </a:rPr>
              <a:t>Fare clic per modificare stili del testo dello schema</a:t>
            </a:r>
          </a:p>
        </p:txBody>
      </p:sp>
      <p:sp>
        <p:nvSpPr>
          <p:cNvPr id="213" name="Segnaposto testo 212"/>
          <p:cNvSpPr>
            <a:spLocks noGrp="1"/>
          </p:cNvSpPr>
          <p:nvPr>
            <p:ph type="body" idx="10"/>
          </p:nvPr>
        </p:nvSpPr>
        <p:spPr>
          <a:xfrm>
            <a:off x="4888925" y="3545076"/>
            <a:ext cx="3299821" cy="248858"/>
          </a:xfrm>
          <a:prstGeom prst="rect">
            <a:avLst/>
          </a:prstGeom>
          <a:solidFill>
            <a:srgbClr val="9ACCFF"/>
          </a:solidFill>
          <a:ln w="0" cmpd="sng">
            <a:noFill/>
            <a:prstDash val="solid"/>
          </a:ln>
        </p:spPr>
        <p:txBody>
          <a:bodyPr vert="horz" lIns="0" tIns="20037" rIns="0" bIns="0" anchor="t"/>
          <a:lstStyle>
            <a:lvl1pPr marL="40074" marR="0" indent="0" algn="l">
              <a:lnSpc>
                <a:spcPct val="83519"/>
              </a:lnSpc>
              <a:spcAft>
                <a:spcPts val="0"/>
              </a:spcAft>
              <a:tabLst>
                <a:tab pos="3250969" algn="r"/>
              </a:tabLst>
              <a:defRPr/>
            </a:lvl1pPr>
          </a:lstStyle>
          <a:p>
            <a:pPr marL="45720" marR="0" lvl="0" indent="0" algn="l">
              <a:lnSpc>
                <a:spcPct val="83519"/>
              </a:lnSpc>
              <a:spcAft>
                <a:spcPts val="0"/>
              </a:spcAft>
              <a:tabLst>
                <a:tab pos="3709035" algn="r"/>
              </a:tabLst>
            </a:pPr>
            <a:r>
              <a:rPr lang="it-IT" sz="1700" spc="-26" smtClean="0">
                <a:solidFill>
                  <a:srgbClr val="000000"/>
                </a:solidFill>
                <a:latin typeface="Arial" panose="22635452340000000000" pitchFamily="2"/>
              </a:rPr>
              <a:t>Fare clic per modificare stili del testo dello schema</a:t>
            </a:r>
          </a:p>
        </p:txBody>
      </p:sp>
      <p:sp>
        <p:nvSpPr>
          <p:cNvPr id="214" name="Segnaposto testo 213"/>
          <p:cNvSpPr>
            <a:spLocks noGrp="1"/>
          </p:cNvSpPr>
          <p:nvPr>
            <p:ph type="body" idx="10"/>
          </p:nvPr>
        </p:nvSpPr>
        <p:spPr>
          <a:xfrm>
            <a:off x="4062612" y="3793935"/>
            <a:ext cx="4126133" cy="1083570"/>
          </a:xfrm>
          <a:prstGeom prst="rect">
            <a:avLst/>
          </a:prstGeom>
          <a:noFill/>
          <a:ln w="0" cmpd="sng">
            <a:noFill/>
            <a:prstDash val="solid"/>
          </a:ln>
        </p:spPr>
        <p:txBody>
          <a:bodyPr vert="horz" lIns="0" tIns="0" rIns="0" bIns="0" anchor="t"/>
          <a:lstStyle>
            <a:lvl1pPr marL="0" marR="0" indent="0" algn="l">
              <a:lnSpc>
                <a:spcPct val="79679"/>
              </a:lnSpc>
              <a:spcBef>
                <a:spcPts val="473"/>
              </a:spcBef>
              <a:spcAft>
                <a:spcPts val="4102"/>
              </a:spcAft>
              <a:defRPr/>
            </a:lvl1pPr>
          </a:lstStyle>
          <a:p>
            <a:pPr marL="45720" marR="0" lvl="0" indent="0" algn="l">
              <a:lnSpc>
                <a:spcPct val="76799"/>
              </a:lnSpc>
              <a:spcAft>
                <a:spcPts val="0"/>
              </a:spcAft>
            </a:pPr>
            <a:r>
              <a:rPr lang="it-IT" sz="1800" b="1" spc="0" smtClean="0">
                <a:solidFill>
                  <a:srgbClr val="00339A"/>
                </a:solidFill>
                <a:latin typeface="Times New Roman" panose="22635452340000000000" pitchFamily="1"/>
              </a:rPr>
              <a:t>Fare clic per modificare stili del testo dello schema</a:t>
            </a:r>
          </a:p>
          <a:p>
            <a:pPr marL="45720" marR="0" lvl="1" indent="0" algn="l">
              <a:lnSpc>
                <a:spcPct val="76799"/>
              </a:lnSpc>
              <a:spcAft>
                <a:spcPts val="0"/>
              </a:spcAft>
            </a:pPr>
            <a:r>
              <a:rPr lang="it-IT" sz="1800" b="1" spc="0" smtClean="0">
                <a:solidFill>
                  <a:srgbClr val="00339A"/>
                </a:solidFill>
                <a:latin typeface="Times New Roman" panose="22635452340000000000" pitchFamily="1"/>
              </a:rPr>
              <a:t>Secondo livello</a:t>
            </a:r>
          </a:p>
        </p:txBody>
      </p:sp>
      <p:sp>
        <p:nvSpPr>
          <p:cNvPr id="215" name="Segnaposto testo 214"/>
          <p:cNvSpPr>
            <a:spLocks noGrp="1"/>
          </p:cNvSpPr>
          <p:nvPr>
            <p:ph type="body" idx="10"/>
          </p:nvPr>
        </p:nvSpPr>
        <p:spPr>
          <a:xfrm>
            <a:off x="658010" y="2531210"/>
            <a:ext cx="389811" cy="1224705"/>
          </a:xfrm>
          <a:prstGeom prst="rect">
            <a:avLst/>
          </a:prstGeom>
          <a:noFill/>
          <a:ln w="0" cmpd="sng">
            <a:noFill/>
            <a:prstDash val="solid"/>
          </a:ln>
        </p:spPr>
        <p:txBody>
          <a:bodyPr vert="vert270" lIns="0" tIns="60110" rIns="0" bIns="0" anchor="t"/>
          <a:lstStyle>
            <a:lvl1pPr marL="0" marR="0" indent="0" algn="r">
              <a:lnSpc>
                <a:spcPts val="1490"/>
              </a:lnSpc>
              <a:spcAft>
                <a:spcPts val="789"/>
              </a:spcAft>
              <a:defRPr/>
            </a:lvl1pPr>
          </a:lstStyle>
          <a:p>
            <a:pPr marL="0" marR="0" lvl="0" indent="0" algn="r">
              <a:lnSpc>
                <a:spcPts val="1700"/>
              </a:lnSpc>
              <a:spcAft>
                <a:spcPts val="900"/>
              </a:spcAft>
            </a:pPr>
            <a:r>
              <a:rPr lang="it-IT" sz="1800" b="1" spc="-105" smtClean="0">
                <a:solidFill>
                  <a:srgbClr val="00339A"/>
                </a:solidFill>
                <a:latin typeface="Times New Roman" panose="22635452340000000000" pitchFamily="1"/>
              </a:rPr>
              <a:t>Fare clic per modificare stili del testo dello schema</a:t>
            </a:r>
          </a:p>
        </p:txBody>
      </p:sp>
      <p:sp>
        <p:nvSpPr>
          <p:cNvPr id="222" name="Segnaposto testo 221"/>
          <p:cNvSpPr>
            <a:spLocks noGrp="1"/>
          </p:cNvSpPr>
          <p:nvPr>
            <p:ph type="body" idx="10"/>
          </p:nvPr>
        </p:nvSpPr>
        <p:spPr>
          <a:xfrm>
            <a:off x="2485995" y="4877505"/>
            <a:ext cx="4028409" cy="279389"/>
          </a:xfrm>
          <a:prstGeom prst="rect">
            <a:avLst/>
          </a:prstGeom>
          <a:solidFill>
            <a:srgbClr val="CC9AFF"/>
          </a:solidFill>
          <a:ln w="0" cmpd="sng">
            <a:noFill/>
            <a:prstDash val="solid"/>
          </a:ln>
        </p:spPr>
        <p:txBody>
          <a:bodyPr vert="horz" lIns="0" tIns="40074" rIns="0" bIns="0" anchor="t"/>
          <a:lstStyle>
            <a:lvl1pPr marL="40074" marR="0" indent="0" algn="l">
              <a:lnSpc>
                <a:spcPct val="81599"/>
              </a:lnSpc>
              <a:spcAft>
                <a:spcPts val="0"/>
              </a:spcAft>
              <a:tabLst>
                <a:tab pos="3991217" algn="r"/>
              </a:tabLst>
              <a:defRPr/>
            </a:lvl1pPr>
          </a:lstStyle>
          <a:p>
            <a:pPr marL="45720" marR="0" lvl="0" indent="0" algn="l">
              <a:lnSpc>
                <a:spcPct val="81599"/>
              </a:lnSpc>
              <a:spcAft>
                <a:spcPts val="0"/>
              </a:spcAft>
              <a:tabLst>
                <a:tab pos="4553585" algn="r"/>
              </a:tabLst>
            </a:pPr>
            <a:r>
              <a:rPr lang="it-IT" sz="1700" spc="-18" smtClean="0">
                <a:solidFill>
                  <a:srgbClr val="000000"/>
                </a:solidFill>
                <a:latin typeface="Arial" panose="22635452340000000000" pitchFamily="2"/>
              </a:rPr>
              <a:t>Fare clic per modificare stili del testo dello schema</a:t>
            </a:r>
          </a:p>
        </p:txBody>
      </p:sp>
      <p:sp>
        <p:nvSpPr>
          <p:cNvPr id="223" name="Segnaposto testo 222"/>
          <p:cNvSpPr>
            <a:spLocks noGrp="1"/>
          </p:cNvSpPr>
          <p:nvPr>
            <p:ph type="body" idx="10"/>
          </p:nvPr>
        </p:nvSpPr>
        <p:spPr>
          <a:xfrm>
            <a:off x="2485995" y="5156893"/>
            <a:ext cx="4028409" cy="282270"/>
          </a:xfrm>
          <a:prstGeom prst="rect">
            <a:avLst/>
          </a:prstGeom>
          <a:solidFill>
            <a:srgbClr val="9ACCFF"/>
          </a:solidFill>
          <a:ln w="0" cmpd="sng">
            <a:noFill/>
            <a:prstDash val="solid"/>
          </a:ln>
        </p:spPr>
        <p:txBody>
          <a:bodyPr vert="horz" lIns="0" tIns="40074" rIns="0" bIns="0" anchor="t"/>
          <a:lstStyle>
            <a:lvl1pPr marL="40074" marR="0" indent="0" algn="l">
              <a:lnSpc>
                <a:spcPct val="83519"/>
              </a:lnSpc>
              <a:spcAft>
                <a:spcPts val="0"/>
              </a:spcAft>
              <a:tabLst>
                <a:tab pos="3991217" algn="r"/>
              </a:tabLst>
              <a:defRPr/>
            </a:lvl1pPr>
          </a:lstStyle>
          <a:p>
            <a:pPr marL="45720" marR="0" lvl="0" indent="0" algn="l">
              <a:lnSpc>
                <a:spcPct val="83519"/>
              </a:lnSpc>
              <a:spcAft>
                <a:spcPts val="0"/>
              </a:spcAft>
              <a:tabLst>
                <a:tab pos="4553585" algn="r"/>
              </a:tabLst>
            </a:pPr>
            <a:r>
              <a:rPr lang="it-IT" sz="1700" spc="-35" smtClean="0">
                <a:solidFill>
                  <a:srgbClr val="000000"/>
                </a:solidFill>
                <a:latin typeface="Arial" panose="22635452340000000000" pitchFamily="2"/>
              </a:rPr>
              <a:t>Fare clic per modificare stili del testo dello schema</a:t>
            </a:r>
          </a:p>
        </p:txBody>
      </p:sp>
      <p:sp>
        <p:nvSpPr>
          <p:cNvPr id="224" name="Segnaposto testo 223"/>
          <p:cNvSpPr>
            <a:spLocks noGrp="1"/>
          </p:cNvSpPr>
          <p:nvPr>
            <p:ph type="body" idx="10"/>
          </p:nvPr>
        </p:nvSpPr>
        <p:spPr>
          <a:xfrm>
            <a:off x="2485995" y="5439163"/>
            <a:ext cx="4028409" cy="284574"/>
          </a:xfrm>
          <a:prstGeom prst="rect">
            <a:avLst/>
          </a:prstGeom>
          <a:solidFill>
            <a:srgbClr val="FFCC00"/>
          </a:solidFill>
          <a:ln w="0" cmpd="sng">
            <a:noFill/>
            <a:prstDash val="solid"/>
          </a:ln>
        </p:spPr>
        <p:txBody>
          <a:bodyPr vert="horz" lIns="0" tIns="20037" rIns="0" bIns="0" anchor="t"/>
          <a:lstStyle>
            <a:lvl1pPr marL="40074" marR="0" indent="0" algn="l">
              <a:lnSpc>
                <a:spcPct val="83519"/>
              </a:lnSpc>
              <a:spcAft>
                <a:spcPts val="158"/>
              </a:spcAft>
              <a:tabLst>
                <a:tab pos="4060789" algn="r"/>
              </a:tabLst>
              <a:defRPr/>
            </a:lvl1pPr>
          </a:lstStyle>
          <a:p>
            <a:pPr marL="45720" marR="0" lvl="0" indent="0" algn="l">
              <a:lnSpc>
                <a:spcPct val="83519"/>
              </a:lnSpc>
              <a:spcAft>
                <a:spcPts val="180"/>
              </a:spcAft>
              <a:tabLst>
                <a:tab pos="4632960" algn="r"/>
              </a:tabLst>
            </a:pPr>
            <a:r>
              <a:rPr lang="it-IT" sz="1700" spc="-18" smtClean="0">
                <a:solidFill>
                  <a:srgbClr val="000000"/>
                </a:solidFill>
                <a:latin typeface="Arial" panose="22635452340000000000" pitchFamily="2"/>
              </a:rPr>
              <a:t>Fare clic per modificare stili del testo dello schema</a:t>
            </a:r>
          </a:p>
        </p:txBody>
      </p:sp>
    </p:spTree>
    <p:extLst>
      <p:ext uri="{BB962C8B-B14F-4D97-AF65-F5344CB8AC3E}">
        <p14:creationId xmlns:p14="http://schemas.microsoft.com/office/powerpoint/2010/main" val="198858676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73_1_">
    <p:spTree>
      <p:nvGrpSpPr>
        <p:cNvPr id="1" name=""/>
        <p:cNvGrpSpPr/>
        <p:nvPr/>
      </p:nvGrpSpPr>
      <p:grpSpPr>
        <a:xfrm>
          <a:off x="0" y="0"/>
          <a:ext cx="0" cy="0"/>
          <a:chOff x="0" y="0"/>
          <a:chExt cx="0" cy="0"/>
        </a:xfrm>
      </p:grpSpPr>
      <p:sp>
        <p:nvSpPr>
          <p:cNvPr id="232" name="Segnaposto testo 231"/>
          <p:cNvSpPr>
            <a:spLocks noGrp="1"/>
          </p:cNvSpPr>
          <p:nvPr>
            <p:ph type="body" idx="10"/>
          </p:nvPr>
        </p:nvSpPr>
        <p:spPr>
          <a:xfrm>
            <a:off x="1011446" y="702794"/>
            <a:ext cx="7297826" cy="240217"/>
          </a:xfrm>
          <a:prstGeom prst="rect">
            <a:avLst/>
          </a:prstGeom>
          <a:noFill/>
          <a:ln w="0" cmpd="sng">
            <a:noFill/>
            <a:prstDash val="solid"/>
          </a:ln>
        </p:spPr>
        <p:txBody>
          <a:bodyPr vert="horz" lIns="0" tIns="0" rIns="0" bIns="0" anchor="t"/>
          <a:lstStyle>
            <a:lvl1pPr marL="0" marR="0" indent="0" algn="l">
              <a:lnSpc>
                <a:spcPts val="1841"/>
              </a:lnSpc>
              <a:spcAft>
                <a:spcPts val="0"/>
              </a:spcAft>
              <a:defRPr/>
            </a:lvl1pPr>
          </a:lstStyle>
          <a:p>
            <a:pPr marL="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233" name="Segnaposto testo 232"/>
          <p:cNvSpPr>
            <a:spLocks noGrp="1"/>
          </p:cNvSpPr>
          <p:nvPr>
            <p:ph type="body" idx="10"/>
          </p:nvPr>
        </p:nvSpPr>
        <p:spPr>
          <a:xfrm>
            <a:off x="1011446" y="6273875"/>
            <a:ext cx="7317371" cy="240217"/>
          </a:xfrm>
          <a:prstGeom prst="rect">
            <a:avLst/>
          </a:prstGeom>
          <a:noFill/>
          <a:ln w="0" cmpd="sng">
            <a:noFill/>
            <a:prstDash val="solid"/>
          </a:ln>
        </p:spPr>
        <p:txBody>
          <a:bodyPr vert="horz" lIns="0" tIns="0" rIns="0" bIns="0" anchor="t"/>
          <a:lstStyle>
            <a:lvl1pPr marL="2244120" marR="0" indent="0" algn="l">
              <a:lnSpc>
                <a:spcPct val="95999"/>
              </a:lnSpc>
              <a:spcAft>
                <a:spcPts val="473"/>
              </a:spcAft>
              <a:tabLst>
                <a:tab pos="7410829" algn="r"/>
              </a:tabLst>
              <a:defRPr/>
            </a:lvl1pPr>
          </a:lstStyle>
          <a:p>
            <a:pPr marL="2560320" marR="0" lvl="0" indent="0" algn="l">
              <a:lnSpc>
                <a:spcPct val="95999"/>
              </a:lnSpc>
              <a:spcAft>
                <a:spcPts val="540"/>
              </a:spcAft>
              <a:tabLst>
                <a:tab pos="8455025" algn="r"/>
              </a:tabLst>
            </a:pPr>
            <a:r>
              <a:rPr lang="it-IT" sz="1100" spc="-18" smtClean="0">
                <a:solidFill>
                  <a:srgbClr val="CC0000"/>
                </a:solidFill>
                <a:latin typeface="Tahoma" panose="22635452340000000000" pitchFamily="2"/>
              </a:rPr>
              <a:t>Fare clic per modificare stili del testo dello schema</a:t>
            </a:r>
          </a:p>
        </p:txBody>
      </p:sp>
      <p:sp>
        <p:nvSpPr>
          <p:cNvPr id="234" name="Segnaposto testo 233"/>
          <p:cNvSpPr>
            <a:spLocks noGrp="1"/>
          </p:cNvSpPr>
          <p:nvPr>
            <p:ph type="body" idx="10"/>
          </p:nvPr>
        </p:nvSpPr>
        <p:spPr>
          <a:xfrm>
            <a:off x="596660" y="1194174"/>
            <a:ext cx="7951493" cy="3486894"/>
          </a:xfrm>
          <a:prstGeom prst="rect">
            <a:avLst/>
          </a:prstGeom>
          <a:noFill/>
          <a:ln w="0" cmpd="sng">
            <a:noFill/>
            <a:prstDash val="solid"/>
          </a:ln>
        </p:spPr>
        <p:txBody>
          <a:bodyPr vert="horz" lIns="0" tIns="480883" rIns="0" bIns="0" anchor="t"/>
          <a:lstStyle>
            <a:lvl1pPr marL="721324" marR="0" indent="0" algn="l">
              <a:lnSpc>
                <a:spcPct val="78719"/>
              </a:lnSpc>
              <a:spcBef>
                <a:spcPts val="158"/>
              </a:spcBef>
              <a:spcAft>
                <a:spcPts val="3471"/>
              </a:spcAft>
              <a:defRPr/>
            </a:lvl1pPr>
          </a:lstStyle>
          <a:p>
            <a:pPr marL="457200" marR="0" lvl="0" indent="0" algn="l">
              <a:lnSpc>
                <a:spcPct val="78719"/>
              </a:lnSpc>
              <a:spcAft>
                <a:spcPts val="0"/>
              </a:spcAft>
            </a:pPr>
            <a:r>
              <a:rPr lang="it-IT" sz="300" spc="61" smtClean="0">
                <a:solidFill>
                  <a:srgbClr val="00339A"/>
                </a:solidFill>
                <a:latin typeface="Wingdings" panose="22635452340000000000" pitchFamily="2"/>
              </a:rPr>
              <a:t>Fare clic per modificare stili del testo dello schema</a:t>
            </a:r>
          </a:p>
          <a:p>
            <a:pPr marL="457200" marR="0" lvl="1" indent="0" algn="l">
              <a:lnSpc>
                <a:spcPct val="78719"/>
              </a:lnSpc>
              <a:spcAft>
                <a:spcPts val="0"/>
              </a:spcAft>
            </a:pPr>
            <a:r>
              <a:rPr lang="it-IT" sz="300" spc="61" smtClean="0">
                <a:solidFill>
                  <a:srgbClr val="00339A"/>
                </a:solidFill>
                <a:latin typeface="Wingdings" panose="22635452340000000000" pitchFamily="2"/>
              </a:rPr>
              <a:t>Secondo livello</a:t>
            </a:r>
          </a:p>
          <a:p>
            <a:pPr marL="457200" marR="0" lvl="2" indent="0" algn="l">
              <a:lnSpc>
                <a:spcPct val="78719"/>
              </a:lnSpc>
              <a:spcAft>
                <a:spcPts val="0"/>
              </a:spcAft>
            </a:pPr>
            <a:r>
              <a:rPr lang="it-IT" sz="300" spc="61" smtClean="0">
                <a:solidFill>
                  <a:srgbClr val="00339A"/>
                </a:solidFill>
                <a:latin typeface="Wingdings" panose="22635452340000000000" pitchFamily="2"/>
              </a:rPr>
              <a:t>Terzo livello</a:t>
            </a:r>
          </a:p>
          <a:p>
            <a:pPr marL="457200" marR="0" lvl="3" indent="0" algn="l">
              <a:lnSpc>
                <a:spcPct val="78719"/>
              </a:lnSpc>
              <a:spcAft>
                <a:spcPts val="0"/>
              </a:spcAft>
            </a:pPr>
            <a:r>
              <a:rPr lang="it-IT" sz="300" spc="61" smtClean="0">
                <a:solidFill>
                  <a:srgbClr val="00339A"/>
                </a:solidFill>
                <a:latin typeface="Wingdings" panose="22635452340000000000" pitchFamily="2"/>
              </a:rPr>
              <a:t>Quarto livello</a:t>
            </a:r>
          </a:p>
          <a:p>
            <a:pPr marL="457200" marR="0" lvl="4" indent="0" algn="l">
              <a:lnSpc>
                <a:spcPct val="78719"/>
              </a:lnSpc>
              <a:spcAft>
                <a:spcPts val="0"/>
              </a:spcAft>
            </a:pPr>
            <a:r>
              <a:rPr lang="it-IT" sz="300" spc="61" smtClean="0">
                <a:solidFill>
                  <a:srgbClr val="00339A"/>
                </a:solidFill>
                <a:latin typeface="Wingdings" panose="22635452340000000000" pitchFamily="2"/>
              </a:rPr>
              <a:t>Quinto livello</a:t>
            </a:r>
            <a:endParaRPr lang="it-IT" sz="1800" spc="-35" dirty="0">
              <a:solidFill>
                <a:srgbClr val="00339A"/>
              </a:solidFill>
              <a:latin typeface="Tahoma" panose="22635452340000000000" pitchFamily="2"/>
            </a:endParaRPr>
          </a:p>
        </p:txBody>
      </p:sp>
      <p:sp>
        <p:nvSpPr>
          <p:cNvPr id="235" name="Segnaposto testo 234"/>
          <p:cNvSpPr>
            <a:spLocks noGrp="1"/>
          </p:cNvSpPr>
          <p:nvPr>
            <p:ph type="body" idx="10"/>
          </p:nvPr>
        </p:nvSpPr>
        <p:spPr>
          <a:xfrm>
            <a:off x="2181422" y="4681068"/>
            <a:ext cx="4508343" cy="315681"/>
          </a:xfrm>
          <a:prstGeom prst="rect">
            <a:avLst/>
          </a:prstGeom>
          <a:solidFill>
            <a:srgbClr val="CC9AFF"/>
          </a:solidFill>
          <a:ln w="0" cmpd="sng">
            <a:noFill/>
            <a:prstDash val="solid"/>
          </a:ln>
        </p:spPr>
        <p:txBody>
          <a:bodyPr vert="horz" lIns="0" tIns="40074" rIns="0" bIns="0" anchor="t"/>
          <a:lstStyle>
            <a:lvl1pPr marL="40074" marR="0" indent="0" algn="l">
              <a:lnSpc>
                <a:spcPct val="83519"/>
              </a:lnSpc>
              <a:spcAft>
                <a:spcPts val="158"/>
              </a:spcAft>
              <a:tabLst>
                <a:tab pos="4555030" algn="r"/>
              </a:tabLst>
              <a:defRPr/>
            </a:lvl1pPr>
          </a:lstStyle>
          <a:p>
            <a:pPr marL="45720" marR="0" lvl="0" indent="0" algn="l">
              <a:lnSpc>
                <a:spcPct val="83519"/>
              </a:lnSpc>
              <a:spcAft>
                <a:spcPts val="180"/>
              </a:spcAft>
              <a:tabLst>
                <a:tab pos="5196840" algn="r"/>
              </a:tabLst>
            </a:pPr>
            <a:r>
              <a:rPr lang="it-IT" sz="1900" spc="131" smtClean="0">
                <a:solidFill>
                  <a:srgbClr val="000000"/>
                </a:solidFill>
                <a:latin typeface="Arial" panose="22635452340000000000" pitchFamily="2"/>
              </a:rPr>
              <a:t>Fare clic per modificare stili del testo dello schema</a:t>
            </a:r>
          </a:p>
        </p:txBody>
      </p:sp>
      <p:sp>
        <p:nvSpPr>
          <p:cNvPr id="236" name="Segnaposto testo 235"/>
          <p:cNvSpPr>
            <a:spLocks noGrp="1"/>
          </p:cNvSpPr>
          <p:nvPr>
            <p:ph type="body" idx="10"/>
          </p:nvPr>
        </p:nvSpPr>
        <p:spPr>
          <a:xfrm>
            <a:off x="2181422" y="4996749"/>
            <a:ext cx="4508343" cy="301280"/>
          </a:xfrm>
          <a:prstGeom prst="rect">
            <a:avLst/>
          </a:prstGeom>
          <a:solidFill>
            <a:srgbClr val="FFCC00"/>
          </a:solidFill>
          <a:ln w="0" cmpd="sng">
            <a:noFill/>
            <a:prstDash val="solid"/>
          </a:ln>
        </p:spPr>
        <p:txBody>
          <a:bodyPr vert="horz" lIns="0" tIns="40074" rIns="0" bIns="0" anchor="t"/>
          <a:lstStyle>
            <a:lvl1pPr marL="40074" marR="0" indent="0" algn="l">
              <a:lnSpc>
                <a:spcPct val="82559"/>
              </a:lnSpc>
              <a:spcAft>
                <a:spcPts val="0"/>
              </a:spcAft>
              <a:tabLst>
                <a:tab pos="4555030" algn="r"/>
              </a:tabLst>
              <a:defRPr/>
            </a:lvl1pPr>
          </a:lstStyle>
          <a:p>
            <a:pPr marL="45720" marR="0" lvl="0" indent="0" algn="l">
              <a:lnSpc>
                <a:spcPct val="82559"/>
              </a:lnSpc>
              <a:spcAft>
                <a:spcPts val="0"/>
              </a:spcAft>
              <a:tabLst>
                <a:tab pos="5196840" algn="r"/>
              </a:tabLst>
            </a:pPr>
            <a:r>
              <a:rPr lang="it-IT" sz="1900" spc="-26" smtClean="0">
                <a:solidFill>
                  <a:srgbClr val="000000"/>
                </a:solidFill>
                <a:latin typeface="Arial" panose="22635452340000000000" pitchFamily="2"/>
              </a:rPr>
              <a:t>Fare clic per modificare stili del testo dello schema</a:t>
            </a:r>
          </a:p>
        </p:txBody>
      </p:sp>
      <p:sp>
        <p:nvSpPr>
          <p:cNvPr id="237" name="Segnaposto testo 236"/>
          <p:cNvSpPr>
            <a:spLocks noGrp="1"/>
          </p:cNvSpPr>
          <p:nvPr>
            <p:ph type="body" idx="10"/>
          </p:nvPr>
        </p:nvSpPr>
        <p:spPr>
          <a:xfrm>
            <a:off x="2181422" y="5325680"/>
            <a:ext cx="4508343" cy="307040"/>
          </a:xfrm>
          <a:prstGeom prst="rect">
            <a:avLst/>
          </a:prstGeom>
          <a:solidFill>
            <a:srgbClr val="FF00FF"/>
          </a:solidFill>
          <a:ln w="0" cmpd="sng">
            <a:noFill/>
            <a:prstDash val="solid"/>
          </a:ln>
        </p:spPr>
        <p:txBody>
          <a:bodyPr vert="horz" lIns="0" tIns="0" rIns="0" bIns="0" anchor="t"/>
          <a:lstStyle>
            <a:lvl1pPr marL="40074" marR="0" indent="0" algn="l">
              <a:lnSpc>
                <a:spcPct val="95999"/>
              </a:lnSpc>
              <a:spcAft>
                <a:spcPts val="0"/>
              </a:spcAft>
              <a:tabLst>
                <a:tab pos="4552247" algn="r"/>
              </a:tabLst>
              <a:defRPr/>
            </a:lvl1pPr>
          </a:lstStyle>
          <a:p>
            <a:pPr marL="45720" marR="0" lvl="0" indent="0" algn="l">
              <a:lnSpc>
                <a:spcPct val="95999"/>
              </a:lnSpc>
              <a:spcAft>
                <a:spcPts val="0"/>
              </a:spcAft>
              <a:tabLst>
                <a:tab pos="5193665" algn="r"/>
              </a:tabLst>
            </a:pPr>
            <a:r>
              <a:rPr lang="it-IT" sz="1900" spc="-88" smtClean="0">
                <a:solidFill>
                  <a:srgbClr val="000000"/>
                </a:solidFill>
                <a:latin typeface="Arial" panose="22635452340000000000" pitchFamily="2"/>
              </a:rPr>
              <a:t>Fare clic per modificare stili del testo dello schema</a:t>
            </a:r>
          </a:p>
        </p:txBody>
      </p:sp>
    </p:spTree>
    <p:extLst>
      <p:ext uri="{BB962C8B-B14F-4D97-AF65-F5344CB8AC3E}">
        <p14:creationId xmlns:p14="http://schemas.microsoft.com/office/powerpoint/2010/main" val="188307874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74_1_">
    <p:spTree>
      <p:nvGrpSpPr>
        <p:cNvPr id="1" name=""/>
        <p:cNvGrpSpPr/>
        <p:nvPr/>
      </p:nvGrpSpPr>
      <p:grpSpPr>
        <a:xfrm>
          <a:off x="0" y="0"/>
          <a:ext cx="0" cy="0"/>
          <a:chOff x="0" y="0"/>
          <a:chExt cx="0" cy="0"/>
        </a:xfrm>
      </p:grpSpPr>
      <p:sp>
        <p:nvSpPr>
          <p:cNvPr id="242" name="Segnaposto testo 241"/>
          <p:cNvSpPr>
            <a:spLocks noGrp="1"/>
          </p:cNvSpPr>
          <p:nvPr>
            <p:ph type="body" idx="10"/>
          </p:nvPr>
        </p:nvSpPr>
        <p:spPr>
          <a:xfrm>
            <a:off x="1011446" y="702794"/>
            <a:ext cx="7297826" cy="240217"/>
          </a:xfrm>
          <a:prstGeom prst="rect">
            <a:avLst/>
          </a:prstGeom>
          <a:noFill/>
          <a:ln w="0" cmpd="sng">
            <a:noFill/>
            <a:prstDash val="solid"/>
          </a:ln>
        </p:spPr>
        <p:txBody>
          <a:bodyPr vert="horz" lIns="0" tIns="0" rIns="0" bIns="0" anchor="t"/>
          <a:lstStyle>
            <a:lvl1pPr marL="0" marR="0" indent="0" algn="l">
              <a:lnSpc>
                <a:spcPts val="1841"/>
              </a:lnSpc>
              <a:spcAft>
                <a:spcPts val="0"/>
              </a:spcAft>
              <a:defRPr/>
            </a:lvl1pPr>
          </a:lstStyle>
          <a:p>
            <a:pPr marL="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243" name="Segnaposto testo 242"/>
          <p:cNvSpPr>
            <a:spLocks noGrp="1"/>
          </p:cNvSpPr>
          <p:nvPr>
            <p:ph type="body" idx="10"/>
          </p:nvPr>
        </p:nvSpPr>
        <p:spPr>
          <a:xfrm>
            <a:off x="1011446" y="6273875"/>
            <a:ext cx="7317371" cy="240217"/>
          </a:xfrm>
          <a:prstGeom prst="rect">
            <a:avLst/>
          </a:prstGeom>
          <a:noFill/>
          <a:ln w="0" cmpd="sng">
            <a:noFill/>
            <a:prstDash val="solid"/>
          </a:ln>
        </p:spPr>
        <p:txBody>
          <a:bodyPr vert="horz" lIns="0" tIns="0" rIns="0" bIns="0" anchor="t"/>
          <a:lstStyle>
            <a:lvl1pPr marL="2244120" marR="0" indent="0" algn="l">
              <a:lnSpc>
                <a:spcPct val="95999"/>
              </a:lnSpc>
              <a:spcAft>
                <a:spcPts val="473"/>
              </a:spcAft>
              <a:tabLst>
                <a:tab pos="7410829" algn="r"/>
              </a:tabLst>
              <a:defRPr/>
            </a:lvl1pPr>
          </a:lstStyle>
          <a:p>
            <a:pPr marL="2560320" marR="0" lvl="0" indent="0" algn="l">
              <a:lnSpc>
                <a:spcPct val="95999"/>
              </a:lnSpc>
              <a:spcAft>
                <a:spcPts val="540"/>
              </a:spcAft>
              <a:tabLst>
                <a:tab pos="8455025" algn="r"/>
              </a:tabLst>
            </a:pPr>
            <a:r>
              <a:rPr lang="it-IT" sz="1100" spc="-18" smtClean="0">
                <a:solidFill>
                  <a:srgbClr val="CC0000"/>
                </a:solidFill>
                <a:latin typeface="Tahoma" panose="22635452340000000000" pitchFamily="2"/>
              </a:rPr>
              <a:t>Fare clic per modificare stili del testo dello schema</a:t>
            </a:r>
          </a:p>
        </p:txBody>
      </p:sp>
      <p:sp>
        <p:nvSpPr>
          <p:cNvPr id="244" name="Segnaposto testo 243"/>
          <p:cNvSpPr>
            <a:spLocks noGrp="1"/>
          </p:cNvSpPr>
          <p:nvPr>
            <p:ph type="body" idx="10"/>
          </p:nvPr>
        </p:nvSpPr>
        <p:spPr>
          <a:xfrm>
            <a:off x="596660" y="1194174"/>
            <a:ext cx="7951493" cy="2242603"/>
          </a:xfrm>
          <a:prstGeom prst="rect">
            <a:avLst/>
          </a:prstGeom>
          <a:noFill/>
          <a:ln w="0" cmpd="sng">
            <a:noFill/>
            <a:prstDash val="solid"/>
          </a:ln>
        </p:spPr>
        <p:txBody>
          <a:bodyPr vert="horz" lIns="0" tIns="440809" rIns="0" bIns="0" anchor="t"/>
          <a:lstStyle>
            <a:lvl1pPr marL="721324" marR="0" indent="0" algn="l">
              <a:lnSpc>
                <a:spcPct val="95999"/>
              </a:lnSpc>
              <a:spcBef>
                <a:spcPts val="0"/>
              </a:spcBef>
              <a:spcAft>
                <a:spcPts val="631"/>
              </a:spcAft>
              <a:defRPr/>
            </a:lvl1pPr>
          </a:lstStyle>
          <a:p>
            <a:pPr marL="457200" marR="0" lvl="0" indent="0" algn="l">
              <a:lnSpc>
                <a:spcPct val="95999"/>
              </a:lnSpc>
              <a:spcAft>
                <a:spcPts val="0"/>
              </a:spcAft>
            </a:pPr>
            <a:r>
              <a:rPr lang="it-IT" sz="300" spc="35" smtClean="0">
                <a:solidFill>
                  <a:srgbClr val="00339A"/>
                </a:solidFill>
                <a:latin typeface="Wingdings" panose="22635452340000000000" pitchFamily="2"/>
              </a:rPr>
              <a:t>Fare clic per modificare stili del testo dello schema</a:t>
            </a:r>
          </a:p>
          <a:p>
            <a:pPr marL="457200" marR="0" lvl="1" indent="0" algn="l">
              <a:lnSpc>
                <a:spcPct val="95999"/>
              </a:lnSpc>
              <a:spcAft>
                <a:spcPts val="0"/>
              </a:spcAft>
            </a:pPr>
            <a:r>
              <a:rPr lang="it-IT" sz="300" spc="35" smtClean="0">
                <a:solidFill>
                  <a:srgbClr val="00339A"/>
                </a:solidFill>
                <a:latin typeface="Wingdings" panose="22635452340000000000" pitchFamily="2"/>
              </a:rPr>
              <a:t>Secondo livello</a:t>
            </a:r>
          </a:p>
          <a:p>
            <a:pPr marL="457200" marR="0" lvl="2" indent="0" algn="l">
              <a:lnSpc>
                <a:spcPct val="95999"/>
              </a:lnSpc>
              <a:spcAft>
                <a:spcPts val="0"/>
              </a:spcAft>
            </a:pPr>
            <a:r>
              <a:rPr lang="it-IT" sz="300" spc="35" smtClean="0">
                <a:solidFill>
                  <a:srgbClr val="00339A"/>
                </a:solidFill>
                <a:latin typeface="Wingdings" panose="22635452340000000000" pitchFamily="2"/>
              </a:rPr>
              <a:t>Terzo livello</a:t>
            </a:r>
          </a:p>
          <a:p>
            <a:pPr marL="457200" marR="0" lvl="3" indent="0" algn="l">
              <a:lnSpc>
                <a:spcPct val="95999"/>
              </a:lnSpc>
              <a:spcAft>
                <a:spcPts val="0"/>
              </a:spcAft>
            </a:pPr>
            <a:r>
              <a:rPr lang="it-IT" sz="300" spc="35" smtClean="0">
                <a:solidFill>
                  <a:srgbClr val="00339A"/>
                </a:solidFill>
                <a:latin typeface="Wingdings" panose="22635452340000000000" pitchFamily="2"/>
              </a:rPr>
              <a:t>Quarto livello</a:t>
            </a:r>
          </a:p>
          <a:p>
            <a:pPr marL="457200" marR="0" lvl="4" indent="0" algn="l">
              <a:lnSpc>
                <a:spcPct val="95999"/>
              </a:lnSpc>
              <a:spcAft>
                <a:spcPts val="0"/>
              </a:spcAft>
            </a:pPr>
            <a:r>
              <a:rPr lang="it-IT" sz="300" spc="35" smtClean="0">
                <a:solidFill>
                  <a:srgbClr val="00339A"/>
                </a:solidFill>
                <a:latin typeface="Wingdings" panose="22635452340000000000" pitchFamily="2"/>
              </a:rPr>
              <a:t>Quinto livello</a:t>
            </a:r>
            <a:endParaRPr lang="it-IT" sz="1800" spc="-35" dirty="0">
              <a:solidFill>
                <a:srgbClr val="00339A"/>
              </a:solidFill>
              <a:latin typeface="Tahoma" panose="22635452340000000000" pitchFamily="2"/>
            </a:endParaRPr>
          </a:p>
        </p:txBody>
      </p:sp>
      <p:sp>
        <p:nvSpPr>
          <p:cNvPr id="245" name="Segnaposto testo 244"/>
          <p:cNvSpPr>
            <a:spLocks noGrp="1"/>
          </p:cNvSpPr>
          <p:nvPr>
            <p:ph type="body" idx="10"/>
          </p:nvPr>
        </p:nvSpPr>
        <p:spPr>
          <a:xfrm>
            <a:off x="2947471" y="3436777"/>
            <a:ext cx="3345968" cy="235033"/>
          </a:xfrm>
          <a:prstGeom prst="rect">
            <a:avLst/>
          </a:prstGeom>
          <a:solidFill>
            <a:srgbClr val="CC9AFF"/>
          </a:solidFill>
          <a:ln w="0" cmpd="sng">
            <a:noFill/>
            <a:prstDash val="solid"/>
          </a:ln>
        </p:spPr>
        <p:txBody>
          <a:bodyPr vert="horz" lIns="0" tIns="20037" rIns="0" bIns="0" anchor="t"/>
          <a:lstStyle>
            <a:lvl1pPr marL="40074" marR="0" indent="0" algn="l">
              <a:lnSpc>
                <a:spcPct val="80639"/>
              </a:lnSpc>
              <a:spcAft>
                <a:spcPts val="158"/>
              </a:spcAft>
              <a:tabLst>
                <a:tab pos="3323324" algn="r"/>
              </a:tabLst>
              <a:defRPr/>
            </a:lvl1pPr>
          </a:lstStyle>
          <a:p>
            <a:pPr marL="45720" marR="0" lvl="0" indent="0" algn="l">
              <a:lnSpc>
                <a:spcPct val="80639"/>
              </a:lnSpc>
              <a:spcAft>
                <a:spcPts val="180"/>
              </a:spcAft>
              <a:tabLst>
                <a:tab pos="3791585" algn="r"/>
              </a:tabLst>
            </a:pPr>
            <a:r>
              <a:rPr lang="it-IT" sz="1400" spc="-26" smtClean="0">
                <a:solidFill>
                  <a:srgbClr val="000000"/>
                </a:solidFill>
                <a:latin typeface="Arial" panose="22635452340000000000" pitchFamily="2"/>
              </a:rPr>
              <a:t>Fare clic per modificare stili del testo dello schema</a:t>
            </a:r>
          </a:p>
        </p:txBody>
      </p:sp>
      <p:sp>
        <p:nvSpPr>
          <p:cNvPr id="246" name="Segnaposto testo 245"/>
          <p:cNvSpPr>
            <a:spLocks noGrp="1"/>
          </p:cNvSpPr>
          <p:nvPr>
            <p:ph type="body" idx="10"/>
          </p:nvPr>
        </p:nvSpPr>
        <p:spPr>
          <a:xfrm>
            <a:off x="2947471" y="3671810"/>
            <a:ext cx="3345968" cy="224088"/>
          </a:xfrm>
          <a:prstGeom prst="rect">
            <a:avLst/>
          </a:prstGeom>
          <a:solidFill>
            <a:srgbClr val="FFCC00"/>
          </a:solidFill>
          <a:ln w="0" cmpd="sng">
            <a:noFill/>
            <a:prstDash val="solid"/>
          </a:ln>
        </p:spPr>
        <p:txBody>
          <a:bodyPr vert="horz" lIns="0" tIns="20037" rIns="0" bIns="0" anchor="t"/>
          <a:lstStyle>
            <a:lvl1pPr marL="40074" marR="0" indent="0" algn="l">
              <a:lnSpc>
                <a:spcPct val="82559"/>
              </a:lnSpc>
              <a:spcAft>
                <a:spcPts val="0"/>
              </a:spcAft>
              <a:tabLst>
                <a:tab pos="3323324" algn="r"/>
              </a:tabLst>
              <a:defRPr/>
            </a:lvl1pPr>
          </a:lstStyle>
          <a:p>
            <a:pPr marL="45720" marR="0" lvl="0" indent="0" algn="l">
              <a:lnSpc>
                <a:spcPct val="82559"/>
              </a:lnSpc>
              <a:spcAft>
                <a:spcPts val="0"/>
              </a:spcAft>
              <a:tabLst>
                <a:tab pos="3791585" algn="r"/>
              </a:tabLst>
            </a:pPr>
            <a:r>
              <a:rPr lang="it-IT" sz="1400" spc="-44" smtClean="0">
                <a:solidFill>
                  <a:srgbClr val="000000"/>
                </a:solidFill>
                <a:latin typeface="Arial" panose="22635452340000000000" pitchFamily="2"/>
              </a:rPr>
              <a:t>Fare clic per modificare stili del testo dello schema</a:t>
            </a:r>
          </a:p>
        </p:txBody>
      </p:sp>
      <p:sp>
        <p:nvSpPr>
          <p:cNvPr id="247" name="Segnaposto testo 246"/>
          <p:cNvSpPr>
            <a:spLocks noGrp="1"/>
          </p:cNvSpPr>
          <p:nvPr>
            <p:ph type="body" idx="10"/>
          </p:nvPr>
        </p:nvSpPr>
        <p:spPr>
          <a:xfrm>
            <a:off x="2947471" y="3918364"/>
            <a:ext cx="3345968" cy="226392"/>
          </a:xfrm>
          <a:prstGeom prst="rect">
            <a:avLst/>
          </a:prstGeom>
          <a:solidFill>
            <a:srgbClr val="00FF00"/>
          </a:solidFill>
          <a:ln w="0" cmpd="sng">
            <a:noFill/>
            <a:prstDash val="solid"/>
          </a:ln>
        </p:spPr>
        <p:txBody>
          <a:bodyPr vert="horz" lIns="0" tIns="20037" rIns="0" bIns="0" anchor="t"/>
          <a:lstStyle>
            <a:lvl1pPr marL="40074" marR="0" indent="0" algn="l">
              <a:lnSpc>
                <a:spcPct val="80639"/>
              </a:lnSpc>
              <a:spcAft>
                <a:spcPts val="158"/>
              </a:spcAft>
              <a:tabLst>
                <a:tab pos="3320541" algn="r"/>
              </a:tabLst>
              <a:defRPr/>
            </a:lvl1pPr>
          </a:lstStyle>
          <a:p>
            <a:pPr marL="45720" marR="0" lvl="0" indent="0" algn="l">
              <a:lnSpc>
                <a:spcPct val="80639"/>
              </a:lnSpc>
              <a:spcAft>
                <a:spcPts val="180"/>
              </a:spcAft>
              <a:tabLst>
                <a:tab pos="3788410" algn="r"/>
              </a:tabLst>
            </a:pPr>
            <a:r>
              <a:rPr lang="it-IT" sz="1400" spc="-53" smtClean="0">
                <a:solidFill>
                  <a:srgbClr val="000000"/>
                </a:solidFill>
                <a:latin typeface="Arial" panose="22635452340000000000" pitchFamily="2"/>
              </a:rPr>
              <a:t>Fare clic per modificare stili del testo dello schema</a:t>
            </a:r>
          </a:p>
        </p:txBody>
      </p:sp>
      <p:sp>
        <p:nvSpPr>
          <p:cNvPr id="248" name="Segnaposto testo 247"/>
          <p:cNvSpPr>
            <a:spLocks noGrp="1"/>
          </p:cNvSpPr>
          <p:nvPr>
            <p:ph type="body" idx="10"/>
          </p:nvPr>
        </p:nvSpPr>
        <p:spPr>
          <a:xfrm>
            <a:off x="596660" y="4144756"/>
            <a:ext cx="7951493" cy="990248"/>
          </a:xfrm>
          <a:prstGeom prst="rect">
            <a:avLst/>
          </a:prstGeom>
          <a:noFill/>
          <a:ln w="0" cmpd="sng">
            <a:noFill/>
            <a:prstDash val="solid"/>
          </a:ln>
        </p:spPr>
        <p:txBody>
          <a:bodyPr vert="horz" lIns="0" tIns="260478" rIns="0" bIns="0" anchor="t"/>
          <a:lstStyle>
            <a:lvl1pPr marL="0" marR="0" indent="0" algn="ctr">
              <a:lnSpc>
                <a:spcPct val="95999"/>
              </a:lnSpc>
              <a:spcBef>
                <a:spcPts val="0"/>
              </a:spcBef>
              <a:spcAft>
                <a:spcPts val="789"/>
              </a:spcAft>
              <a:defRPr/>
            </a:lvl1pPr>
          </a:lstStyle>
          <a:p>
            <a:pPr marL="457200" marR="0" lvl="0" indent="0" algn="l">
              <a:lnSpc>
                <a:spcPct val="95999"/>
              </a:lnSpc>
              <a:spcAft>
                <a:spcPts val="0"/>
              </a:spcAft>
            </a:pPr>
            <a:r>
              <a:rPr lang="it-IT" sz="300" spc="26" smtClean="0">
                <a:solidFill>
                  <a:srgbClr val="00339A"/>
                </a:solidFill>
                <a:latin typeface="Wingdings" panose="22635452340000000000" pitchFamily="2"/>
              </a:rPr>
              <a:t>Fare clic per modificare stili del testo dello schema</a:t>
            </a:r>
          </a:p>
          <a:p>
            <a:pPr marL="457200" marR="0" lvl="1" indent="0" algn="l">
              <a:lnSpc>
                <a:spcPct val="95999"/>
              </a:lnSpc>
              <a:spcAft>
                <a:spcPts val="0"/>
              </a:spcAft>
            </a:pPr>
            <a:r>
              <a:rPr lang="it-IT" sz="300" spc="26" smtClean="0">
                <a:solidFill>
                  <a:srgbClr val="00339A"/>
                </a:solidFill>
                <a:latin typeface="Wingdings" panose="22635452340000000000" pitchFamily="2"/>
              </a:rPr>
              <a:t>Secondo livello</a:t>
            </a:r>
          </a:p>
        </p:txBody>
      </p:sp>
      <p:sp>
        <p:nvSpPr>
          <p:cNvPr id="249" name="Segnaposto testo 248"/>
          <p:cNvSpPr>
            <a:spLocks noGrp="1"/>
          </p:cNvSpPr>
          <p:nvPr>
            <p:ph type="body" idx="10"/>
          </p:nvPr>
        </p:nvSpPr>
        <p:spPr>
          <a:xfrm>
            <a:off x="2793826" y="5135003"/>
            <a:ext cx="3650542" cy="256923"/>
          </a:xfrm>
          <a:prstGeom prst="rect">
            <a:avLst/>
          </a:prstGeom>
          <a:solidFill>
            <a:srgbClr val="FF00FF"/>
          </a:solidFill>
          <a:ln w="0" cmpd="sng">
            <a:noFill/>
            <a:prstDash val="solid"/>
          </a:ln>
        </p:spPr>
        <p:txBody>
          <a:bodyPr vert="horz" lIns="0" tIns="0" rIns="0" bIns="0" anchor="t"/>
          <a:lstStyle>
            <a:lvl1pPr marL="40074" marR="0" indent="0" algn="l">
              <a:lnSpc>
                <a:spcPct val="95999"/>
              </a:lnSpc>
              <a:spcAft>
                <a:spcPts val="0"/>
              </a:spcAft>
              <a:tabLst>
                <a:tab pos="3688996" algn="r"/>
              </a:tabLst>
              <a:defRPr/>
            </a:lvl1pPr>
          </a:lstStyle>
          <a:p>
            <a:pPr marL="45720" marR="0" lvl="0" indent="0" algn="l">
              <a:lnSpc>
                <a:spcPct val="95999"/>
              </a:lnSpc>
              <a:spcAft>
                <a:spcPts val="0"/>
              </a:spcAft>
              <a:tabLst>
                <a:tab pos="4208780" algn="r"/>
              </a:tabLst>
            </a:pPr>
            <a:r>
              <a:rPr lang="it-IT" sz="1600" spc="-79" smtClean="0">
                <a:solidFill>
                  <a:srgbClr val="000000"/>
                </a:solidFill>
                <a:latin typeface="Arial" panose="22635452340000000000" pitchFamily="2"/>
              </a:rPr>
              <a:t>Fare clic per modificare stili del testo dello schema</a:t>
            </a:r>
          </a:p>
        </p:txBody>
      </p:sp>
      <p:sp>
        <p:nvSpPr>
          <p:cNvPr id="250" name="Segnaposto testo 249"/>
          <p:cNvSpPr>
            <a:spLocks noGrp="1"/>
          </p:cNvSpPr>
          <p:nvPr>
            <p:ph type="body" idx="10"/>
          </p:nvPr>
        </p:nvSpPr>
        <p:spPr>
          <a:xfrm>
            <a:off x="2793826" y="5391926"/>
            <a:ext cx="3650542" cy="243098"/>
          </a:xfrm>
          <a:prstGeom prst="rect">
            <a:avLst/>
          </a:prstGeom>
          <a:solidFill>
            <a:srgbClr val="00FF00"/>
          </a:solidFill>
          <a:ln w="0" cmpd="sng">
            <a:noFill/>
            <a:prstDash val="solid"/>
          </a:ln>
        </p:spPr>
        <p:txBody>
          <a:bodyPr vert="horz" lIns="0" tIns="20037" rIns="0" bIns="0" anchor="t"/>
          <a:lstStyle>
            <a:lvl1pPr marL="40074" marR="0" indent="0" algn="l">
              <a:lnSpc>
                <a:spcPct val="81599"/>
              </a:lnSpc>
              <a:spcAft>
                <a:spcPts val="0"/>
              </a:spcAft>
              <a:tabLst>
                <a:tab pos="3624989" algn="r"/>
              </a:tabLst>
              <a:defRPr/>
            </a:lvl1pPr>
          </a:lstStyle>
          <a:p>
            <a:pPr marL="45720" marR="0" lvl="0" indent="0" algn="l">
              <a:lnSpc>
                <a:spcPct val="81599"/>
              </a:lnSpc>
              <a:spcAft>
                <a:spcPts val="0"/>
              </a:spcAft>
              <a:tabLst>
                <a:tab pos="4135755" algn="r"/>
              </a:tabLst>
            </a:pPr>
            <a:r>
              <a:rPr lang="it-IT" sz="1600" spc="-53" smtClean="0">
                <a:solidFill>
                  <a:srgbClr val="000000"/>
                </a:solidFill>
                <a:latin typeface="Arial" panose="22635452340000000000" pitchFamily="2"/>
              </a:rPr>
              <a:t>Fare clic per modificare stili del testo dello schema</a:t>
            </a:r>
          </a:p>
        </p:txBody>
      </p:sp>
      <p:sp>
        <p:nvSpPr>
          <p:cNvPr id="251" name="Segnaposto testo 250"/>
          <p:cNvSpPr>
            <a:spLocks noGrp="1"/>
          </p:cNvSpPr>
          <p:nvPr>
            <p:ph type="body" idx="10"/>
          </p:nvPr>
        </p:nvSpPr>
        <p:spPr>
          <a:xfrm>
            <a:off x="2793826" y="5660371"/>
            <a:ext cx="3650542" cy="245978"/>
          </a:xfrm>
          <a:prstGeom prst="rect">
            <a:avLst/>
          </a:prstGeom>
          <a:solidFill>
            <a:srgbClr val="FF9A00"/>
          </a:solidFill>
          <a:ln w="0" cmpd="sng">
            <a:noFill/>
            <a:prstDash val="solid"/>
          </a:ln>
        </p:spPr>
        <p:txBody>
          <a:bodyPr vert="horz" lIns="0" tIns="0" rIns="0" bIns="0" anchor="t"/>
          <a:lstStyle>
            <a:lvl1pPr marL="40074" marR="0" indent="0" algn="l">
              <a:lnSpc>
                <a:spcPct val="83519"/>
              </a:lnSpc>
              <a:spcAft>
                <a:spcPts val="158"/>
              </a:spcAft>
              <a:tabLst>
                <a:tab pos="3688996" algn="r"/>
              </a:tabLst>
              <a:defRPr/>
            </a:lvl1pPr>
          </a:lstStyle>
          <a:p>
            <a:pPr marL="45720" marR="0" lvl="0" indent="0" algn="l">
              <a:lnSpc>
                <a:spcPct val="83519"/>
              </a:lnSpc>
              <a:spcAft>
                <a:spcPts val="180"/>
              </a:spcAft>
              <a:tabLst>
                <a:tab pos="4208780" algn="r"/>
              </a:tabLst>
            </a:pPr>
            <a:r>
              <a:rPr lang="it-IT" sz="1600" spc="-9" smtClean="0">
                <a:solidFill>
                  <a:srgbClr val="000000"/>
                </a:solidFill>
                <a:latin typeface="Arial" panose="22635452340000000000" pitchFamily="2"/>
              </a:rPr>
              <a:t>Fare clic per modificare stili del testo dello schema</a:t>
            </a:r>
          </a:p>
        </p:txBody>
      </p:sp>
    </p:spTree>
    <p:extLst>
      <p:ext uri="{BB962C8B-B14F-4D97-AF65-F5344CB8AC3E}">
        <p14:creationId xmlns:p14="http://schemas.microsoft.com/office/powerpoint/2010/main" val="10279947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75_1_">
    <p:spTree>
      <p:nvGrpSpPr>
        <p:cNvPr id="1" name=""/>
        <p:cNvGrpSpPr/>
        <p:nvPr/>
      </p:nvGrpSpPr>
      <p:grpSpPr>
        <a:xfrm>
          <a:off x="0" y="0"/>
          <a:ext cx="0" cy="0"/>
          <a:chOff x="0" y="0"/>
          <a:chExt cx="0" cy="0"/>
        </a:xfrm>
      </p:grpSpPr>
      <p:sp>
        <p:nvSpPr>
          <p:cNvPr id="242" name="Segnaposto testo 241"/>
          <p:cNvSpPr>
            <a:spLocks noGrp="1"/>
          </p:cNvSpPr>
          <p:nvPr>
            <p:ph type="body" idx="10"/>
          </p:nvPr>
        </p:nvSpPr>
        <p:spPr>
          <a:xfrm>
            <a:off x="1011446" y="702794"/>
            <a:ext cx="7297826" cy="240217"/>
          </a:xfrm>
          <a:prstGeom prst="rect">
            <a:avLst/>
          </a:prstGeom>
          <a:noFill/>
          <a:ln w="0" cmpd="sng">
            <a:noFill/>
            <a:prstDash val="solid"/>
          </a:ln>
        </p:spPr>
        <p:txBody>
          <a:bodyPr vert="horz" lIns="0" tIns="0" rIns="0" bIns="0" anchor="t"/>
          <a:lstStyle>
            <a:lvl1pPr marL="0" marR="0" indent="0" algn="l">
              <a:lnSpc>
                <a:spcPts val="1841"/>
              </a:lnSpc>
              <a:spcAft>
                <a:spcPts val="0"/>
              </a:spcAft>
              <a:defRPr/>
            </a:lvl1pPr>
          </a:lstStyle>
          <a:p>
            <a:pPr marL="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243" name="Segnaposto testo 242"/>
          <p:cNvSpPr>
            <a:spLocks noGrp="1"/>
          </p:cNvSpPr>
          <p:nvPr>
            <p:ph type="body" idx="10"/>
          </p:nvPr>
        </p:nvSpPr>
        <p:spPr>
          <a:xfrm>
            <a:off x="1011446" y="6273875"/>
            <a:ext cx="7317371" cy="240217"/>
          </a:xfrm>
          <a:prstGeom prst="rect">
            <a:avLst/>
          </a:prstGeom>
          <a:noFill/>
          <a:ln w="0" cmpd="sng">
            <a:noFill/>
            <a:prstDash val="solid"/>
          </a:ln>
        </p:spPr>
        <p:txBody>
          <a:bodyPr vert="horz" lIns="0" tIns="0" rIns="0" bIns="0" anchor="t"/>
          <a:lstStyle>
            <a:lvl1pPr marL="2244120" marR="0" indent="0" algn="l">
              <a:lnSpc>
                <a:spcPct val="95999"/>
              </a:lnSpc>
              <a:spcAft>
                <a:spcPts val="473"/>
              </a:spcAft>
              <a:tabLst>
                <a:tab pos="7410829" algn="r"/>
              </a:tabLst>
              <a:defRPr/>
            </a:lvl1pPr>
          </a:lstStyle>
          <a:p>
            <a:pPr marL="2560320" marR="0" lvl="0" indent="0" algn="l">
              <a:lnSpc>
                <a:spcPct val="95999"/>
              </a:lnSpc>
              <a:spcAft>
                <a:spcPts val="540"/>
              </a:spcAft>
              <a:tabLst>
                <a:tab pos="8455025" algn="r"/>
              </a:tabLst>
            </a:pPr>
            <a:r>
              <a:rPr lang="it-IT" sz="1100" spc="-18" smtClean="0">
                <a:solidFill>
                  <a:srgbClr val="CC0000"/>
                </a:solidFill>
                <a:latin typeface="Tahoma" panose="22635452340000000000" pitchFamily="2"/>
              </a:rPr>
              <a:t>Fare clic per modificare stili del testo dello schema</a:t>
            </a:r>
          </a:p>
        </p:txBody>
      </p:sp>
      <p:sp>
        <p:nvSpPr>
          <p:cNvPr id="244" name="Segnaposto testo 243"/>
          <p:cNvSpPr>
            <a:spLocks noGrp="1"/>
          </p:cNvSpPr>
          <p:nvPr>
            <p:ph type="body" idx="10"/>
          </p:nvPr>
        </p:nvSpPr>
        <p:spPr>
          <a:xfrm>
            <a:off x="596660" y="1194174"/>
            <a:ext cx="7951493" cy="2242603"/>
          </a:xfrm>
          <a:prstGeom prst="rect">
            <a:avLst/>
          </a:prstGeom>
          <a:noFill/>
          <a:ln w="0" cmpd="sng">
            <a:noFill/>
            <a:prstDash val="solid"/>
          </a:ln>
        </p:spPr>
        <p:txBody>
          <a:bodyPr vert="horz" lIns="0" tIns="440809" rIns="0" bIns="0" anchor="t"/>
          <a:lstStyle>
            <a:lvl1pPr marL="721324" marR="0" indent="0" algn="l">
              <a:lnSpc>
                <a:spcPct val="95999"/>
              </a:lnSpc>
              <a:spcBef>
                <a:spcPts val="0"/>
              </a:spcBef>
              <a:spcAft>
                <a:spcPts val="631"/>
              </a:spcAft>
              <a:defRPr/>
            </a:lvl1pPr>
          </a:lstStyle>
          <a:p>
            <a:pPr marL="457200" marR="0" lvl="0" indent="0" algn="l">
              <a:lnSpc>
                <a:spcPct val="95999"/>
              </a:lnSpc>
              <a:spcAft>
                <a:spcPts val="0"/>
              </a:spcAft>
            </a:pPr>
            <a:r>
              <a:rPr lang="it-IT" sz="300" spc="35" smtClean="0">
                <a:solidFill>
                  <a:srgbClr val="00339A"/>
                </a:solidFill>
                <a:latin typeface="Wingdings" panose="22635452340000000000" pitchFamily="2"/>
              </a:rPr>
              <a:t>Fare clic per modificare stili del testo dello schema</a:t>
            </a:r>
          </a:p>
          <a:p>
            <a:pPr marL="457200" marR="0" lvl="1" indent="0" algn="l">
              <a:lnSpc>
                <a:spcPct val="95999"/>
              </a:lnSpc>
              <a:spcAft>
                <a:spcPts val="0"/>
              </a:spcAft>
            </a:pPr>
            <a:r>
              <a:rPr lang="it-IT" sz="300" spc="35" smtClean="0">
                <a:solidFill>
                  <a:srgbClr val="00339A"/>
                </a:solidFill>
                <a:latin typeface="Wingdings" panose="22635452340000000000" pitchFamily="2"/>
              </a:rPr>
              <a:t>Secondo livello</a:t>
            </a:r>
          </a:p>
          <a:p>
            <a:pPr marL="457200" marR="0" lvl="2" indent="0" algn="l">
              <a:lnSpc>
                <a:spcPct val="95999"/>
              </a:lnSpc>
              <a:spcAft>
                <a:spcPts val="0"/>
              </a:spcAft>
            </a:pPr>
            <a:r>
              <a:rPr lang="it-IT" sz="300" spc="35" smtClean="0">
                <a:solidFill>
                  <a:srgbClr val="00339A"/>
                </a:solidFill>
                <a:latin typeface="Wingdings" panose="22635452340000000000" pitchFamily="2"/>
              </a:rPr>
              <a:t>Terzo livello</a:t>
            </a:r>
          </a:p>
          <a:p>
            <a:pPr marL="457200" marR="0" lvl="3" indent="0" algn="l">
              <a:lnSpc>
                <a:spcPct val="95999"/>
              </a:lnSpc>
              <a:spcAft>
                <a:spcPts val="0"/>
              </a:spcAft>
            </a:pPr>
            <a:r>
              <a:rPr lang="it-IT" sz="300" spc="35" smtClean="0">
                <a:solidFill>
                  <a:srgbClr val="00339A"/>
                </a:solidFill>
                <a:latin typeface="Wingdings" panose="22635452340000000000" pitchFamily="2"/>
              </a:rPr>
              <a:t>Quarto livello</a:t>
            </a:r>
          </a:p>
          <a:p>
            <a:pPr marL="457200" marR="0" lvl="4" indent="0" algn="l">
              <a:lnSpc>
                <a:spcPct val="95999"/>
              </a:lnSpc>
              <a:spcAft>
                <a:spcPts val="0"/>
              </a:spcAft>
            </a:pPr>
            <a:r>
              <a:rPr lang="it-IT" sz="300" spc="35" smtClean="0">
                <a:solidFill>
                  <a:srgbClr val="00339A"/>
                </a:solidFill>
                <a:latin typeface="Wingdings" panose="22635452340000000000" pitchFamily="2"/>
              </a:rPr>
              <a:t>Quinto livello</a:t>
            </a:r>
            <a:endParaRPr lang="it-IT" sz="1800" spc="-35" dirty="0">
              <a:solidFill>
                <a:srgbClr val="00339A"/>
              </a:solidFill>
              <a:latin typeface="Tahoma" panose="22635452340000000000" pitchFamily="2"/>
            </a:endParaRPr>
          </a:p>
        </p:txBody>
      </p:sp>
      <p:sp>
        <p:nvSpPr>
          <p:cNvPr id="245" name="Segnaposto testo 244"/>
          <p:cNvSpPr>
            <a:spLocks noGrp="1"/>
          </p:cNvSpPr>
          <p:nvPr>
            <p:ph type="body" idx="10"/>
          </p:nvPr>
        </p:nvSpPr>
        <p:spPr>
          <a:xfrm>
            <a:off x="2947471" y="3436777"/>
            <a:ext cx="3345968" cy="235033"/>
          </a:xfrm>
          <a:prstGeom prst="rect">
            <a:avLst/>
          </a:prstGeom>
          <a:solidFill>
            <a:srgbClr val="CC9AFF"/>
          </a:solidFill>
          <a:ln w="0" cmpd="sng">
            <a:noFill/>
            <a:prstDash val="solid"/>
          </a:ln>
        </p:spPr>
        <p:txBody>
          <a:bodyPr vert="horz" lIns="0" tIns="20037" rIns="0" bIns="0" anchor="t"/>
          <a:lstStyle>
            <a:lvl1pPr marL="40074" marR="0" indent="0" algn="l">
              <a:lnSpc>
                <a:spcPct val="80639"/>
              </a:lnSpc>
              <a:spcAft>
                <a:spcPts val="158"/>
              </a:spcAft>
              <a:tabLst>
                <a:tab pos="3323324" algn="r"/>
              </a:tabLst>
              <a:defRPr/>
            </a:lvl1pPr>
          </a:lstStyle>
          <a:p>
            <a:pPr marL="45720" marR="0" lvl="0" indent="0" algn="l">
              <a:lnSpc>
                <a:spcPct val="80639"/>
              </a:lnSpc>
              <a:spcAft>
                <a:spcPts val="180"/>
              </a:spcAft>
              <a:tabLst>
                <a:tab pos="3791585" algn="r"/>
              </a:tabLst>
            </a:pPr>
            <a:r>
              <a:rPr lang="it-IT" sz="1400" spc="-26" smtClean="0">
                <a:solidFill>
                  <a:srgbClr val="000000"/>
                </a:solidFill>
                <a:latin typeface="Arial" panose="22635452340000000000" pitchFamily="2"/>
              </a:rPr>
              <a:t>Fare clic per modificare stili del testo dello schema</a:t>
            </a:r>
          </a:p>
        </p:txBody>
      </p:sp>
      <p:sp>
        <p:nvSpPr>
          <p:cNvPr id="246" name="Segnaposto testo 245"/>
          <p:cNvSpPr>
            <a:spLocks noGrp="1"/>
          </p:cNvSpPr>
          <p:nvPr>
            <p:ph type="body" idx="10"/>
          </p:nvPr>
        </p:nvSpPr>
        <p:spPr>
          <a:xfrm>
            <a:off x="2947471" y="3671810"/>
            <a:ext cx="3345968" cy="224088"/>
          </a:xfrm>
          <a:prstGeom prst="rect">
            <a:avLst/>
          </a:prstGeom>
          <a:solidFill>
            <a:srgbClr val="FFCC00"/>
          </a:solidFill>
          <a:ln w="0" cmpd="sng">
            <a:noFill/>
            <a:prstDash val="solid"/>
          </a:ln>
        </p:spPr>
        <p:txBody>
          <a:bodyPr vert="horz" lIns="0" tIns="20037" rIns="0" bIns="0" anchor="t"/>
          <a:lstStyle>
            <a:lvl1pPr marL="40074" marR="0" indent="0" algn="l">
              <a:lnSpc>
                <a:spcPct val="82559"/>
              </a:lnSpc>
              <a:spcAft>
                <a:spcPts val="0"/>
              </a:spcAft>
              <a:tabLst>
                <a:tab pos="3323324" algn="r"/>
              </a:tabLst>
              <a:defRPr/>
            </a:lvl1pPr>
          </a:lstStyle>
          <a:p>
            <a:pPr marL="45720" marR="0" lvl="0" indent="0" algn="l">
              <a:lnSpc>
                <a:spcPct val="82559"/>
              </a:lnSpc>
              <a:spcAft>
                <a:spcPts val="0"/>
              </a:spcAft>
              <a:tabLst>
                <a:tab pos="3791585" algn="r"/>
              </a:tabLst>
            </a:pPr>
            <a:r>
              <a:rPr lang="it-IT" sz="1400" spc="-44" smtClean="0">
                <a:solidFill>
                  <a:srgbClr val="000000"/>
                </a:solidFill>
                <a:latin typeface="Arial" panose="22635452340000000000" pitchFamily="2"/>
              </a:rPr>
              <a:t>Fare clic per modificare stili del testo dello schema</a:t>
            </a:r>
          </a:p>
        </p:txBody>
      </p:sp>
      <p:sp>
        <p:nvSpPr>
          <p:cNvPr id="247" name="Segnaposto testo 246"/>
          <p:cNvSpPr>
            <a:spLocks noGrp="1"/>
          </p:cNvSpPr>
          <p:nvPr>
            <p:ph type="body" idx="10"/>
          </p:nvPr>
        </p:nvSpPr>
        <p:spPr>
          <a:xfrm>
            <a:off x="2947471" y="3918364"/>
            <a:ext cx="3345968" cy="226392"/>
          </a:xfrm>
          <a:prstGeom prst="rect">
            <a:avLst/>
          </a:prstGeom>
          <a:solidFill>
            <a:srgbClr val="00FF00"/>
          </a:solidFill>
          <a:ln w="0" cmpd="sng">
            <a:noFill/>
            <a:prstDash val="solid"/>
          </a:ln>
        </p:spPr>
        <p:txBody>
          <a:bodyPr vert="horz" lIns="0" tIns="20037" rIns="0" bIns="0" anchor="t"/>
          <a:lstStyle>
            <a:lvl1pPr marL="40074" marR="0" indent="0" algn="l">
              <a:lnSpc>
                <a:spcPct val="80639"/>
              </a:lnSpc>
              <a:spcAft>
                <a:spcPts val="158"/>
              </a:spcAft>
              <a:tabLst>
                <a:tab pos="3320541" algn="r"/>
              </a:tabLst>
              <a:defRPr/>
            </a:lvl1pPr>
          </a:lstStyle>
          <a:p>
            <a:pPr marL="45720" marR="0" lvl="0" indent="0" algn="l">
              <a:lnSpc>
                <a:spcPct val="80639"/>
              </a:lnSpc>
              <a:spcAft>
                <a:spcPts val="180"/>
              </a:spcAft>
              <a:tabLst>
                <a:tab pos="3788410" algn="r"/>
              </a:tabLst>
            </a:pPr>
            <a:r>
              <a:rPr lang="it-IT" sz="1400" spc="-53" smtClean="0">
                <a:solidFill>
                  <a:srgbClr val="000000"/>
                </a:solidFill>
                <a:latin typeface="Arial" panose="22635452340000000000" pitchFamily="2"/>
              </a:rPr>
              <a:t>Fare clic per modificare stili del testo dello schema</a:t>
            </a:r>
          </a:p>
        </p:txBody>
      </p:sp>
      <p:sp>
        <p:nvSpPr>
          <p:cNvPr id="248" name="Segnaposto testo 247"/>
          <p:cNvSpPr>
            <a:spLocks noGrp="1"/>
          </p:cNvSpPr>
          <p:nvPr>
            <p:ph type="body" idx="10"/>
          </p:nvPr>
        </p:nvSpPr>
        <p:spPr>
          <a:xfrm>
            <a:off x="596660" y="4144756"/>
            <a:ext cx="7951493" cy="990248"/>
          </a:xfrm>
          <a:prstGeom prst="rect">
            <a:avLst/>
          </a:prstGeom>
          <a:noFill/>
          <a:ln w="0" cmpd="sng">
            <a:noFill/>
            <a:prstDash val="solid"/>
          </a:ln>
        </p:spPr>
        <p:txBody>
          <a:bodyPr vert="horz" lIns="0" tIns="260478" rIns="0" bIns="0" anchor="t"/>
          <a:lstStyle>
            <a:lvl1pPr marL="0" marR="0" indent="0" algn="ctr">
              <a:lnSpc>
                <a:spcPct val="95999"/>
              </a:lnSpc>
              <a:spcBef>
                <a:spcPts val="0"/>
              </a:spcBef>
              <a:spcAft>
                <a:spcPts val="789"/>
              </a:spcAft>
              <a:defRPr/>
            </a:lvl1pPr>
          </a:lstStyle>
          <a:p>
            <a:pPr marL="457200" marR="0" lvl="0" indent="0" algn="l">
              <a:lnSpc>
                <a:spcPct val="95999"/>
              </a:lnSpc>
              <a:spcAft>
                <a:spcPts val="0"/>
              </a:spcAft>
            </a:pPr>
            <a:r>
              <a:rPr lang="it-IT" sz="300" spc="26" smtClean="0">
                <a:solidFill>
                  <a:srgbClr val="00339A"/>
                </a:solidFill>
                <a:latin typeface="Wingdings" panose="22635452340000000000" pitchFamily="2"/>
              </a:rPr>
              <a:t>Fare clic per modificare stili del testo dello schema</a:t>
            </a:r>
          </a:p>
          <a:p>
            <a:pPr marL="457200" marR="0" lvl="1" indent="0" algn="l">
              <a:lnSpc>
                <a:spcPct val="95999"/>
              </a:lnSpc>
              <a:spcAft>
                <a:spcPts val="0"/>
              </a:spcAft>
            </a:pPr>
            <a:r>
              <a:rPr lang="it-IT" sz="300" spc="26" smtClean="0">
                <a:solidFill>
                  <a:srgbClr val="00339A"/>
                </a:solidFill>
                <a:latin typeface="Wingdings" panose="22635452340000000000" pitchFamily="2"/>
              </a:rPr>
              <a:t>Secondo livello</a:t>
            </a:r>
          </a:p>
        </p:txBody>
      </p:sp>
      <p:sp>
        <p:nvSpPr>
          <p:cNvPr id="249" name="Segnaposto testo 248"/>
          <p:cNvSpPr>
            <a:spLocks noGrp="1"/>
          </p:cNvSpPr>
          <p:nvPr>
            <p:ph type="body" idx="10"/>
          </p:nvPr>
        </p:nvSpPr>
        <p:spPr>
          <a:xfrm>
            <a:off x="2793826" y="5135003"/>
            <a:ext cx="3650542" cy="256923"/>
          </a:xfrm>
          <a:prstGeom prst="rect">
            <a:avLst/>
          </a:prstGeom>
          <a:solidFill>
            <a:srgbClr val="FF00FF"/>
          </a:solidFill>
          <a:ln w="0" cmpd="sng">
            <a:noFill/>
            <a:prstDash val="solid"/>
          </a:ln>
        </p:spPr>
        <p:txBody>
          <a:bodyPr vert="horz" lIns="0" tIns="0" rIns="0" bIns="0" anchor="t"/>
          <a:lstStyle>
            <a:lvl1pPr marL="40074" marR="0" indent="0" algn="l">
              <a:lnSpc>
                <a:spcPct val="95999"/>
              </a:lnSpc>
              <a:spcAft>
                <a:spcPts val="0"/>
              </a:spcAft>
              <a:tabLst>
                <a:tab pos="3688996" algn="r"/>
              </a:tabLst>
              <a:defRPr/>
            </a:lvl1pPr>
          </a:lstStyle>
          <a:p>
            <a:pPr marL="45720" marR="0" lvl="0" indent="0" algn="l">
              <a:lnSpc>
                <a:spcPct val="95999"/>
              </a:lnSpc>
              <a:spcAft>
                <a:spcPts val="0"/>
              </a:spcAft>
              <a:tabLst>
                <a:tab pos="4208780" algn="r"/>
              </a:tabLst>
            </a:pPr>
            <a:r>
              <a:rPr lang="it-IT" sz="1600" spc="-79" smtClean="0">
                <a:solidFill>
                  <a:srgbClr val="000000"/>
                </a:solidFill>
                <a:latin typeface="Arial" panose="22635452340000000000" pitchFamily="2"/>
              </a:rPr>
              <a:t>Fare clic per modificare stili del testo dello schema</a:t>
            </a:r>
          </a:p>
        </p:txBody>
      </p:sp>
      <p:sp>
        <p:nvSpPr>
          <p:cNvPr id="250" name="Segnaposto testo 249"/>
          <p:cNvSpPr>
            <a:spLocks noGrp="1"/>
          </p:cNvSpPr>
          <p:nvPr>
            <p:ph type="body" idx="10"/>
          </p:nvPr>
        </p:nvSpPr>
        <p:spPr>
          <a:xfrm>
            <a:off x="2793826" y="5391926"/>
            <a:ext cx="3650542" cy="243098"/>
          </a:xfrm>
          <a:prstGeom prst="rect">
            <a:avLst/>
          </a:prstGeom>
          <a:solidFill>
            <a:srgbClr val="00FF00"/>
          </a:solidFill>
          <a:ln w="0" cmpd="sng">
            <a:noFill/>
            <a:prstDash val="solid"/>
          </a:ln>
        </p:spPr>
        <p:txBody>
          <a:bodyPr vert="horz" lIns="0" tIns="20037" rIns="0" bIns="0" anchor="t"/>
          <a:lstStyle>
            <a:lvl1pPr marL="40074" marR="0" indent="0" algn="l">
              <a:lnSpc>
                <a:spcPct val="81599"/>
              </a:lnSpc>
              <a:spcAft>
                <a:spcPts val="0"/>
              </a:spcAft>
              <a:tabLst>
                <a:tab pos="3624989" algn="r"/>
              </a:tabLst>
              <a:defRPr/>
            </a:lvl1pPr>
          </a:lstStyle>
          <a:p>
            <a:pPr marL="45720" marR="0" lvl="0" indent="0" algn="l">
              <a:lnSpc>
                <a:spcPct val="81599"/>
              </a:lnSpc>
              <a:spcAft>
                <a:spcPts val="0"/>
              </a:spcAft>
              <a:tabLst>
                <a:tab pos="4135755" algn="r"/>
              </a:tabLst>
            </a:pPr>
            <a:r>
              <a:rPr lang="it-IT" sz="1600" spc="-53" smtClean="0">
                <a:solidFill>
                  <a:srgbClr val="000000"/>
                </a:solidFill>
                <a:latin typeface="Arial" panose="22635452340000000000" pitchFamily="2"/>
              </a:rPr>
              <a:t>Fare clic per modificare stili del testo dello schema</a:t>
            </a:r>
          </a:p>
        </p:txBody>
      </p:sp>
      <p:sp>
        <p:nvSpPr>
          <p:cNvPr id="251" name="Segnaposto testo 250"/>
          <p:cNvSpPr>
            <a:spLocks noGrp="1"/>
          </p:cNvSpPr>
          <p:nvPr>
            <p:ph type="body" idx="10"/>
          </p:nvPr>
        </p:nvSpPr>
        <p:spPr>
          <a:xfrm>
            <a:off x="2793826" y="5660371"/>
            <a:ext cx="3650542" cy="245978"/>
          </a:xfrm>
          <a:prstGeom prst="rect">
            <a:avLst/>
          </a:prstGeom>
          <a:solidFill>
            <a:srgbClr val="FF9A00"/>
          </a:solidFill>
          <a:ln w="0" cmpd="sng">
            <a:noFill/>
            <a:prstDash val="solid"/>
          </a:ln>
        </p:spPr>
        <p:txBody>
          <a:bodyPr vert="horz" lIns="0" tIns="0" rIns="0" bIns="0" anchor="t"/>
          <a:lstStyle>
            <a:lvl1pPr marL="40074" marR="0" indent="0" algn="l">
              <a:lnSpc>
                <a:spcPct val="83519"/>
              </a:lnSpc>
              <a:spcAft>
                <a:spcPts val="158"/>
              </a:spcAft>
              <a:tabLst>
                <a:tab pos="3688996" algn="r"/>
              </a:tabLst>
              <a:defRPr/>
            </a:lvl1pPr>
          </a:lstStyle>
          <a:p>
            <a:pPr marL="45720" marR="0" lvl="0" indent="0" algn="l">
              <a:lnSpc>
                <a:spcPct val="83519"/>
              </a:lnSpc>
              <a:spcAft>
                <a:spcPts val="180"/>
              </a:spcAft>
              <a:tabLst>
                <a:tab pos="4208780" algn="r"/>
              </a:tabLst>
            </a:pPr>
            <a:r>
              <a:rPr lang="it-IT" sz="1600" spc="-9" smtClean="0">
                <a:solidFill>
                  <a:srgbClr val="000000"/>
                </a:solidFill>
                <a:latin typeface="Arial" panose="22635452340000000000" pitchFamily="2"/>
              </a:rPr>
              <a:t>Fare clic per modificare stili del testo dello schema</a:t>
            </a:r>
          </a:p>
        </p:txBody>
      </p:sp>
    </p:spTree>
    <p:extLst>
      <p:ext uri="{BB962C8B-B14F-4D97-AF65-F5344CB8AC3E}">
        <p14:creationId xmlns:p14="http://schemas.microsoft.com/office/powerpoint/2010/main" val="311264185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76_1_">
    <p:spTree>
      <p:nvGrpSpPr>
        <p:cNvPr id="1" name=""/>
        <p:cNvGrpSpPr/>
        <p:nvPr/>
      </p:nvGrpSpPr>
      <p:grpSpPr>
        <a:xfrm>
          <a:off x="0" y="0"/>
          <a:ext cx="0" cy="0"/>
          <a:chOff x="0" y="0"/>
          <a:chExt cx="0" cy="0"/>
        </a:xfrm>
      </p:grpSpPr>
      <p:sp>
        <p:nvSpPr>
          <p:cNvPr id="272" name="Segnaposto testo 271"/>
          <p:cNvSpPr>
            <a:spLocks noGrp="1"/>
          </p:cNvSpPr>
          <p:nvPr>
            <p:ph type="body" idx="10"/>
          </p:nvPr>
        </p:nvSpPr>
        <p:spPr>
          <a:xfrm>
            <a:off x="864316" y="702794"/>
            <a:ext cx="7514991" cy="240217"/>
          </a:xfrm>
          <a:prstGeom prst="rect">
            <a:avLst/>
          </a:prstGeom>
          <a:noFill/>
          <a:ln w="0" cmpd="sng">
            <a:noFill/>
            <a:prstDash val="solid"/>
          </a:ln>
        </p:spPr>
        <p:txBody>
          <a:bodyPr vert="horz" lIns="0" tIns="0" rIns="0" bIns="0" anchor="t"/>
          <a:lstStyle>
            <a:lvl1pPr marL="80147" marR="0" indent="0" algn="l">
              <a:lnSpc>
                <a:spcPts val="1841"/>
              </a:lnSpc>
              <a:spcAft>
                <a:spcPts val="0"/>
              </a:spcAft>
              <a:defRPr/>
            </a:lvl1pPr>
          </a:lstStyle>
          <a:p>
            <a:pPr marL="9144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273" name="Segnaposto testo 272"/>
          <p:cNvSpPr>
            <a:spLocks noGrp="1"/>
          </p:cNvSpPr>
          <p:nvPr>
            <p:ph type="body" idx="10"/>
          </p:nvPr>
        </p:nvSpPr>
        <p:spPr>
          <a:xfrm>
            <a:off x="864316" y="6273875"/>
            <a:ext cx="7514991" cy="240217"/>
          </a:xfrm>
          <a:prstGeom prst="rect">
            <a:avLst/>
          </a:prstGeom>
          <a:noFill/>
          <a:ln w="0" cmpd="sng">
            <a:noFill/>
            <a:prstDash val="solid"/>
          </a:ln>
        </p:spPr>
        <p:txBody>
          <a:bodyPr vert="horz" lIns="0" tIns="0" rIns="0" bIns="0" anchor="t"/>
          <a:lstStyle>
            <a:lvl1pPr marL="2324268" marR="0" indent="0" algn="l">
              <a:lnSpc>
                <a:spcPct val="95999"/>
              </a:lnSpc>
              <a:spcAft>
                <a:spcPts val="473"/>
              </a:spcAft>
              <a:tabLst>
                <a:tab pos="7485411" algn="r"/>
              </a:tabLst>
              <a:defRPr/>
            </a:lvl1pPr>
          </a:lstStyle>
          <a:p>
            <a:pPr marL="2651760" marR="0" lvl="0" indent="0" algn="l">
              <a:lnSpc>
                <a:spcPct val="95999"/>
              </a:lnSpc>
              <a:spcAft>
                <a:spcPts val="540"/>
              </a:spcAft>
              <a:tabLst>
                <a:tab pos="8540115" algn="r"/>
              </a:tabLst>
            </a:pPr>
            <a:r>
              <a:rPr lang="it-IT" sz="1100" spc="-13" smtClean="0">
                <a:solidFill>
                  <a:srgbClr val="CC0000"/>
                </a:solidFill>
                <a:latin typeface="Tahoma" panose="22635452340000000000" pitchFamily="2"/>
              </a:rPr>
              <a:t>Fare clic per modificare stili del testo dello schema</a:t>
            </a:r>
          </a:p>
        </p:txBody>
      </p:sp>
      <p:sp>
        <p:nvSpPr>
          <p:cNvPr id="274" name="Segnaposto testo 273"/>
          <p:cNvSpPr>
            <a:spLocks noGrp="1"/>
          </p:cNvSpPr>
          <p:nvPr>
            <p:ph type="body" idx="10"/>
          </p:nvPr>
        </p:nvSpPr>
        <p:spPr>
          <a:xfrm>
            <a:off x="1876305" y="1542691"/>
            <a:ext cx="443016" cy="146895"/>
          </a:xfrm>
          <a:prstGeom prst="rect">
            <a:avLst/>
          </a:prstGeom>
          <a:solidFill>
            <a:srgbClr val="CC9AFF"/>
          </a:solidFill>
          <a:ln w="0" cmpd="sng">
            <a:noFill/>
            <a:prstDash val="solid"/>
          </a:ln>
        </p:spPr>
        <p:txBody>
          <a:bodyPr vert="horz" lIns="0" tIns="20037" rIns="0" bIns="0" anchor="t"/>
          <a:lstStyle>
            <a:lvl1pPr marL="0" marR="0" indent="0" algn="r">
              <a:lnSpc>
                <a:spcPts val="877"/>
              </a:lnSpc>
              <a:spcAft>
                <a:spcPts val="0"/>
              </a:spcAft>
              <a:defRPr/>
            </a:lvl1pPr>
          </a:lstStyle>
          <a:p>
            <a:pPr marL="0" marR="0" lvl="0" indent="0" algn="r">
              <a:lnSpc>
                <a:spcPts val="1000"/>
              </a:lnSpc>
              <a:spcAft>
                <a:spcPts val="0"/>
              </a:spcAft>
            </a:pPr>
            <a:r>
              <a:rPr lang="it-IT" sz="1200" spc="-44" smtClean="0">
                <a:solidFill>
                  <a:srgbClr val="000000"/>
                </a:solidFill>
                <a:latin typeface="Arial" panose="22635452340000000000" pitchFamily="2"/>
              </a:rPr>
              <a:t>Fare clic per modificare stili del testo dello schema</a:t>
            </a:r>
          </a:p>
        </p:txBody>
      </p:sp>
      <p:sp>
        <p:nvSpPr>
          <p:cNvPr id="275" name="Segnaposto testo 274"/>
          <p:cNvSpPr>
            <a:spLocks noGrp="1"/>
          </p:cNvSpPr>
          <p:nvPr>
            <p:ph type="body" idx="10"/>
          </p:nvPr>
        </p:nvSpPr>
        <p:spPr>
          <a:xfrm>
            <a:off x="1876305" y="1772538"/>
            <a:ext cx="2392071" cy="146319"/>
          </a:xfrm>
          <a:prstGeom prst="rect">
            <a:avLst/>
          </a:prstGeom>
          <a:solidFill>
            <a:srgbClr val="FFCC00"/>
          </a:solidFill>
          <a:ln w="0" cmpd="sng">
            <a:noFill/>
            <a:prstDash val="solid"/>
          </a:ln>
        </p:spPr>
        <p:txBody>
          <a:bodyPr vert="horz" lIns="0" tIns="0" rIns="0" bIns="0" anchor="t"/>
          <a:lstStyle>
            <a:lvl1pPr marL="0" marR="0" indent="0" algn="r">
              <a:lnSpc>
                <a:spcPct val="78719"/>
              </a:lnSpc>
              <a:spcAft>
                <a:spcPts val="0"/>
              </a:spcAft>
              <a:defRPr/>
            </a:lvl1pPr>
          </a:lstStyle>
          <a:p>
            <a:pPr marL="0" marR="0" lvl="0" indent="0" algn="r">
              <a:lnSpc>
                <a:spcPct val="78719"/>
              </a:lnSpc>
              <a:spcAft>
                <a:spcPts val="0"/>
              </a:spcAft>
            </a:pPr>
            <a:r>
              <a:rPr lang="it-IT" sz="1200" spc="-18" smtClean="0">
                <a:solidFill>
                  <a:srgbClr val="000000"/>
                </a:solidFill>
                <a:latin typeface="Arial" panose="22635452340000000000" pitchFamily="2"/>
              </a:rPr>
              <a:t>Fare clic per modificare stili del testo dello schema</a:t>
            </a:r>
          </a:p>
        </p:txBody>
      </p:sp>
      <p:sp>
        <p:nvSpPr>
          <p:cNvPr id="276" name="Segnaposto testo 275"/>
          <p:cNvSpPr>
            <a:spLocks noGrp="1"/>
          </p:cNvSpPr>
          <p:nvPr>
            <p:ph type="body" idx="10"/>
          </p:nvPr>
        </p:nvSpPr>
        <p:spPr>
          <a:xfrm>
            <a:off x="1876305" y="1937291"/>
            <a:ext cx="630864" cy="153232"/>
          </a:xfrm>
          <a:prstGeom prst="rect">
            <a:avLst/>
          </a:prstGeom>
          <a:solidFill>
            <a:srgbClr val="FF00FF"/>
          </a:solidFill>
          <a:ln w="0" cmpd="sng">
            <a:noFill/>
            <a:prstDash val="solid"/>
          </a:ln>
        </p:spPr>
        <p:txBody>
          <a:bodyPr vert="horz" lIns="0" tIns="20037" rIns="0" bIns="0" anchor="t"/>
          <a:lstStyle>
            <a:lvl1pPr marL="0" marR="0" indent="0" algn="r">
              <a:lnSpc>
                <a:spcPts val="877"/>
              </a:lnSpc>
              <a:spcAft>
                <a:spcPts val="0"/>
              </a:spcAft>
              <a:defRPr/>
            </a:lvl1pPr>
          </a:lstStyle>
          <a:p>
            <a:pPr marL="0" marR="0" lvl="0" indent="0" algn="r">
              <a:lnSpc>
                <a:spcPts val="1000"/>
              </a:lnSpc>
              <a:spcAft>
                <a:spcPts val="0"/>
              </a:spcAft>
            </a:pPr>
            <a:r>
              <a:rPr lang="it-IT" sz="1200" spc="-26" smtClean="0">
                <a:solidFill>
                  <a:srgbClr val="000000"/>
                </a:solidFill>
                <a:latin typeface="Arial" panose="22635452340000000000" pitchFamily="2"/>
              </a:rPr>
              <a:t>Fare clic per modificare stili del testo dello schema</a:t>
            </a:r>
          </a:p>
        </p:txBody>
      </p:sp>
      <p:sp>
        <p:nvSpPr>
          <p:cNvPr id="277" name="Segnaposto testo 276"/>
          <p:cNvSpPr>
            <a:spLocks noGrp="1"/>
          </p:cNvSpPr>
          <p:nvPr>
            <p:ph type="body" idx="10"/>
          </p:nvPr>
        </p:nvSpPr>
        <p:spPr>
          <a:xfrm>
            <a:off x="1876305" y="2176357"/>
            <a:ext cx="1824185" cy="146319"/>
          </a:xfrm>
          <a:prstGeom prst="rect">
            <a:avLst/>
          </a:prstGeom>
          <a:solidFill>
            <a:srgbClr val="00FF00"/>
          </a:solidFill>
          <a:ln w="0" cmpd="sng">
            <a:noFill/>
            <a:prstDash val="solid"/>
          </a:ln>
        </p:spPr>
        <p:txBody>
          <a:bodyPr vert="horz" lIns="0" tIns="0" rIns="0" bIns="0" anchor="t"/>
          <a:lstStyle>
            <a:lvl1pPr marL="0" marR="0" indent="0" algn="r">
              <a:lnSpc>
                <a:spcPct val="78719"/>
              </a:lnSpc>
              <a:spcAft>
                <a:spcPts val="0"/>
              </a:spcAft>
              <a:defRPr/>
            </a:lvl1pPr>
          </a:lstStyle>
          <a:p>
            <a:pPr marL="0" marR="0" lvl="0" indent="0" algn="r">
              <a:lnSpc>
                <a:spcPct val="78719"/>
              </a:lnSpc>
              <a:spcAft>
                <a:spcPts val="0"/>
              </a:spcAft>
            </a:pPr>
            <a:r>
              <a:rPr lang="it-IT" sz="1200" spc="-26" smtClean="0">
                <a:solidFill>
                  <a:srgbClr val="000000"/>
                </a:solidFill>
                <a:latin typeface="Arial" panose="22635452340000000000" pitchFamily="2"/>
              </a:rPr>
              <a:t>Fare clic per modificare stili del testo dello schema</a:t>
            </a:r>
          </a:p>
        </p:txBody>
      </p:sp>
      <p:sp>
        <p:nvSpPr>
          <p:cNvPr id="283" name="Segnaposto testo 282"/>
          <p:cNvSpPr>
            <a:spLocks noGrp="1"/>
          </p:cNvSpPr>
          <p:nvPr>
            <p:ph type="body" idx="10"/>
          </p:nvPr>
        </p:nvSpPr>
        <p:spPr>
          <a:xfrm>
            <a:off x="1920824" y="2370489"/>
            <a:ext cx="5264077" cy="170514"/>
          </a:xfrm>
          <a:prstGeom prst="rect">
            <a:avLst/>
          </a:prstGeom>
          <a:noFill/>
          <a:ln w="0" cmpd="sng">
            <a:noFill/>
            <a:prstDash val="solid"/>
          </a:ln>
        </p:spPr>
        <p:txBody>
          <a:bodyPr vert="horz" lIns="0" tIns="0" rIns="0" bIns="0" anchor="t"/>
          <a:lstStyle>
            <a:lvl1pPr marL="0" marR="0" indent="0" algn="l">
              <a:lnSpc>
                <a:spcPct val="91199"/>
              </a:lnSpc>
              <a:spcAft>
                <a:spcPts val="0"/>
              </a:spcAft>
              <a:tabLst>
                <a:tab pos="2549682" algn="l"/>
                <a:tab pos="3917192" algn="l"/>
                <a:tab pos="5393793" algn="r"/>
              </a:tabLst>
              <a:defRPr/>
            </a:lvl1pPr>
          </a:lstStyle>
          <a:p>
            <a:pPr marL="0" marR="0" lvl="0" indent="0" algn="l">
              <a:lnSpc>
                <a:spcPct val="91199"/>
              </a:lnSpc>
              <a:spcAft>
                <a:spcPts val="0"/>
              </a:spcAft>
              <a:tabLst>
                <a:tab pos="2908935" algn="l"/>
                <a:tab pos="4469130" algn="l"/>
                <a:tab pos="6153785" algn="r"/>
              </a:tabLst>
            </a:pPr>
            <a:r>
              <a:rPr lang="it-IT" sz="1200" spc="-53" smtClean="0">
                <a:solidFill>
                  <a:srgbClr val="000000"/>
                </a:solidFill>
                <a:latin typeface="Arial" panose="22635452340000000000" pitchFamily="2"/>
              </a:rPr>
              <a:t>Fare clic per modificare stili del testo dello schema</a:t>
            </a:r>
          </a:p>
        </p:txBody>
      </p:sp>
      <p:sp>
        <p:nvSpPr>
          <p:cNvPr id="284" name="Segnaposto testo 283"/>
          <p:cNvSpPr>
            <a:spLocks noGrp="1"/>
          </p:cNvSpPr>
          <p:nvPr>
            <p:ph type="body" idx="10"/>
          </p:nvPr>
        </p:nvSpPr>
        <p:spPr>
          <a:xfrm>
            <a:off x="1886621" y="2541003"/>
            <a:ext cx="5344971" cy="199317"/>
          </a:xfrm>
          <a:prstGeom prst="rect">
            <a:avLst/>
          </a:prstGeom>
          <a:solidFill>
            <a:srgbClr val="FF0000"/>
          </a:solidFill>
          <a:ln w="0" cmpd="sng">
            <a:noFill/>
            <a:prstDash val="solid"/>
          </a:ln>
        </p:spPr>
        <p:txBody>
          <a:bodyPr vert="horz" lIns="0" tIns="0" rIns="0" bIns="0" anchor="t"/>
          <a:lstStyle>
            <a:lvl1pPr marL="0" marR="0" indent="0" algn="l">
              <a:lnSpc>
                <a:spcPct val="95999"/>
              </a:lnSpc>
              <a:spcAft>
                <a:spcPts val="158"/>
              </a:spcAft>
              <a:tabLst>
                <a:tab pos="2589755" algn="l"/>
                <a:tab pos="5428857" algn="r"/>
              </a:tabLst>
              <a:defRPr/>
            </a:lvl1pPr>
          </a:lstStyle>
          <a:p>
            <a:pPr marL="0" marR="0" lvl="0" indent="0" algn="l">
              <a:lnSpc>
                <a:spcPct val="95999"/>
              </a:lnSpc>
              <a:spcAft>
                <a:spcPts val="180"/>
              </a:spcAft>
              <a:tabLst>
                <a:tab pos="2954655" algn="l"/>
                <a:tab pos="6193790" algn="r"/>
              </a:tabLst>
            </a:pPr>
            <a:r>
              <a:rPr lang="it-IT" sz="1200" spc="-70" smtClean="0">
                <a:solidFill>
                  <a:srgbClr val="FFFFFF"/>
                </a:solidFill>
                <a:latin typeface="Arial" panose="22635452340000000000" pitchFamily="2"/>
              </a:rPr>
              <a:t>Fare clic per modificare stili del testo dello schema</a:t>
            </a:r>
          </a:p>
        </p:txBody>
      </p:sp>
      <p:sp>
        <p:nvSpPr>
          <p:cNvPr id="285" name="Segnaposto testo 284"/>
          <p:cNvSpPr>
            <a:spLocks noGrp="1"/>
          </p:cNvSpPr>
          <p:nvPr>
            <p:ph type="body" idx="10"/>
          </p:nvPr>
        </p:nvSpPr>
        <p:spPr>
          <a:xfrm>
            <a:off x="596661" y="2740320"/>
            <a:ext cx="7987868" cy="403818"/>
          </a:xfrm>
          <a:prstGeom prst="rect">
            <a:avLst/>
          </a:prstGeom>
          <a:noFill/>
          <a:ln w="0" cmpd="sng">
            <a:noFill/>
            <a:prstDash val="solid"/>
          </a:ln>
        </p:spPr>
        <p:txBody>
          <a:bodyPr vert="horz" lIns="0" tIns="220405" rIns="0" bIns="0" anchor="t"/>
          <a:lstStyle>
            <a:lvl1pPr marL="1322428" marR="0" indent="0" algn="l">
              <a:lnSpc>
                <a:spcPct val="82559"/>
              </a:lnSpc>
              <a:spcAft>
                <a:spcPts val="158"/>
              </a:spcAft>
              <a:defRPr/>
            </a:lvl1pPr>
          </a:lstStyle>
          <a:p>
            <a:pPr marL="1508760" marR="0" lvl="0" indent="0" algn="l">
              <a:lnSpc>
                <a:spcPct val="82559"/>
              </a:lnSpc>
              <a:spcAft>
                <a:spcPts val="180"/>
              </a:spcAft>
            </a:pPr>
            <a:r>
              <a:rPr lang="it-IT" sz="1200" spc="0" smtClean="0">
                <a:solidFill>
                  <a:srgbClr val="000000"/>
                </a:solidFill>
                <a:latin typeface="Arial" panose="22635452340000000000" pitchFamily="2"/>
              </a:rPr>
              <a:t>Fare clic per modificare stili del testo dello schema</a:t>
            </a:r>
          </a:p>
        </p:txBody>
      </p:sp>
      <p:sp>
        <p:nvSpPr>
          <p:cNvPr id="286" name="Segnaposto testo 285"/>
          <p:cNvSpPr>
            <a:spLocks noGrp="1"/>
          </p:cNvSpPr>
          <p:nvPr>
            <p:ph type="body" idx="10"/>
          </p:nvPr>
        </p:nvSpPr>
        <p:spPr>
          <a:xfrm>
            <a:off x="1886621" y="3144138"/>
            <a:ext cx="5344971" cy="198741"/>
          </a:xfrm>
          <a:prstGeom prst="rect">
            <a:avLst/>
          </a:prstGeom>
          <a:solidFill>
            <a:srgbClr val="FF0000"/>
          </a:solidFill>
          <a:ln w="0" cmpd="sng">
            <a:noFill/>
            <a:prstDash val="solid"/>
          </a:ln>
        </p:spPr>
        <p:txBody>
          <a:bodyPr vert="horz" lIns="0" tIns="0" rIns="0" bIns="0" anchor="t"/>
          <a:lstStyle>
            <a:lvl1pPr marL="0" marR="0" indent="0" algn="l">
              <a:lnSpc>
                <a:spcPct val="95999"/>
              </a:lnSpc>
              <a:spcAft>
                <a:spcPts val="0"/>
              </a:spcAft>
              <a:tabLst>
                <a:tab pos="2589755" algn="l"/>
                <a:tab pos="5428857" algn="r"/>
              </a:tabLst>
              <a:defRPr/>
            </a:lvl1pPr>
          </a:lstStyle>
          <a:p>
            <a:pPr marL="0" marR="0" lvl="0" indent="0" algn="l">
              <a:lnSpc>
                <a:spcPct val="95999"/>
              </a:lnSpc>
              <a:spcAft>
                <a:spcPts val="0"/>
              </a:spcAft>
              <a:tabLst>
                <a:tab pos="2954655" algn="l"/>
                <a:tab pos="6193790" algn="r"/>
              </a:tabLst>
            </a:pPr>
            <a:r>
              <a:rPr lang="it-IT" sz="1200" spc="-70" smtClean="0">
                <a:solidFill>
                  <a:srgbClr val="FFFFFF"/>
                </a:solidFill>
                <a:latin typeface="Arial" panose="22635452340000000000" pitchFamily="2"/>
              </a:rPr>
              <a:t>Fare clic per modificare stili del testo dello schema</a:t>
            </a:r>
          </a:p>
        </p:txBody>
      </p:sp>
      <p:sp>
        <p:nvSpPr>
          <p:cNvPr id="290" name="Segnaposto testo 289"/>
          <p:cNvSpPr>
            <a:spLocks noGrp="1"/>
          </p:cNvSpPr>
          <p:nvPr>
            <p:ph type="body" idx="10"/>
          </p:nvPr>
        </p:nvSpPr>
        <p:spPr>
          <a:xfrm>
            <a:off x="596661" y="3923548"/>
            <a:ext cx="7987868" cy="2350327"/>
          </a:xfrm>
          <a:prstGeom prst="rect">
            <a:avLst/>
          </a:prstGeom>
          <a:noFill/>
          <a:ln w="0" cmpd="sng">
            <a:noFill/>
            <a:prstDash val="solid"/>
          </a:ln>
        </p:spPr>
        <p:txBody>
          <a:bodyPr vert="horz" lIns="0" tIns="80147" rIns="0" bIns="0" anchor="t"/>
          <a:lstStyle>
            <a:lvl1pPr marL="721324" marR="0" indent="0" algn="l">
              <a:lnSpc>
                <a:spcPct val="82559"/>
              </a:lnSpc>
              <a:spcBef>
                <a:spcPts val="0"/>
              </a:spcBef>
              <a:spcAft>
                <a:spcPts val="10886"/>
              </a:spcAft>
              <a:defRPr/>
            </a:lvl1pPr>
          </a:lstStyle>
          <a:p>
            <a:pPr marL="0" marR="0" lvl="0" indent="0" algn="ctr">
              <a:lnSpc>
                <a:spcPct val="95999"/>
              </a:lnSpc>
              <a:spcAft>
                <a:spcPts val="0"/>
              </a:spcAft>
            </a:pPr>
            <a:r>
              <a:rPr lang="it-IT" sz="300" spc="4" smtClean="0">
                <a:solidFill>
                  <a:srgbClr val="00339A"/>
                </a:solidFill>
                <a:latin typeface="Wingdings" panose="22635452340000000000" pitchFamily="2"/>
              </a:rPr>
              <a:t>Fare clic per modificare stili del testo dello schema</a:t>
            </a:r>
          </a:p>
          <a:p>
            <a:pPr marL="0" marR="0" lvl="1" indent="0" algn="ctr">
              <a:lnSpc>
                <a:spcPct val="95999"/>
              </a:lnSpc>
              <a:spcAft>
                <a:spcPts val="0"/>
              </a:spcAft>
            </a:pPr>
            <a:r>
              <a:rPr lang="it-IT" sz="300" spc="4" smtClean="0">
                <a:solidFill>
                  <a:srgbClr val="00339A"/>
                </a:solidFill>
                <a:latin typeface="Wingdings" panose="22635452340000000000" pitchFamily="2"/>
              </a:rPr>
              <a:t>Secondo livello</a:t>
            </a:r>
          </a:p>
          <a:p>
            <a:pPr marL="0" marR="0" lvl="2" indent="0" algn="ctr">
              <a:lnSpc>
                <a:spcPct val="95999"/>
              </a:lnSpc>
              <a:spcAft>
                <a:spcPts val="0"/>
              </a:spcAft>
            </a:pPr>
            <a:r>
              <a:rPr lang="it-IT" sz="300" spc="4" smtClean="0">
                <a:solidFill>
                  <a:srgbClr val="00339A"/>
                </a:solidFill>
                <a:latin typeface="Wingdings" panose="22635452340000000000" pitchFamily="2"/>
              </a:rPr>
              <a:t>Terzo livello</a:t>
            </a:r>
          </a:p>
        </p:txBody>
      </p:sp>
    </p:spTree>
    <p:extLst>
      <p:ext uri="{BB962C8B-B14F-4D97-AF65-F5344CB8AC3E}">
        <p14:creationId xmlns:p14="http://schemas.microsoft.com/office/powerpoint/2010/main" val="58413264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77_1_">
    <p:spTree>
      <p:nvGrpSpPr>
        <p:cNvPr id="1" name=""/>
        <p:cNvGrpSpPr/>
        <p:nvPr/>
      </p:nvGrpSpPr>
      <p:grpSpPr>
        <a:xfrm>
          <a:off x="0" y="0"/>
          <a:ext cx="0" cy="0"/>
          <a:chOff x="0" y="0"/>
          <a:chExt cx="0" cy="0"/>
        </a:xfrm>
      </p:grpSpPr>
      <p:sp>
        <p:nvSpPr>
          <p:cNvPr id="295" name="Segnaposto testo 294"/>
          <p:cNvSpPr>
            <a:spLocks noGrp="1"/>
          </p:cNvSpPr>
          <p:nvPr>
            <p:ph type="body" idx="10"/>
          </p:nvPr>
        </p:nvSpPr>
        <p:spPr>
          <a:xfrm>
            <a:off x="864316" y="702794"/>
            <a:ext cx="7514991" cy="240217"/>
          </a:xfrm>
          <a:prstGeom prst="rect">
            <a:avLst/>
          </a:prstGeom>
          <a:noFill/>
          <a:ln w="0" cmpd="sng">
            <a:noFill/>
            <a:prstDash val="solid"/>
          </a:ln>
        </p:spPr>
        <p:txBody>
          <a:bodyPr vert="horz" lIns="0" tIns="0" rIns="0" bIns="0" anchor="t"/>
          <a:lstStyle>
            <a:lvl1pPr marL="80147" marR="0" indent="0" algn="l">
              <a:lnSpc>
                <a:spcPts val="1841"/>
              </a:lnSpc>
              <a:spcAft>
                <a:spcPts val="0"/>
              </a:spcAft>
              <a:defRPr/>
            </a:lvl1pPr>
          </a:lstStyle>
          <a:p>
            <a:pPr marL="9144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296" name="Segnaposto testo 295"/>
          <p:cNvSpPr>
            <a:spLocks noGrp="1"/>
          </p:cNvSpPr>
          <p:nvPr>
            <p:ph type="body" idx="10"/>
          </p:nvPr>
        </p:nvSpPr>
        <p:spPr>
          <a:xfrm>
            <a:off x="864316" y="6273875"/>
            <a:ext cx="7514991" cy="240217"/>
          </a:xfrm>
          <a:prstGeom prst="rect">
            <a:avLst/>
          </a:prstGeom>
          <a:noFill/>
          <a:ln w="0" cmpd="sng">
            <a:noFill/>
            <a:prstDash val="solid"/>
          </a:ln>
        </p:spPr>
        <p:txBody>
          <a:bodyPr vert="horz" lIns="0" tIns="0" rIns="0" bIns="0" anchor="t"/>
          <a:lstStyle>
            <a:lvl1pPr marL="2324268" marR="0" indent="0" algn="l">
              <a:lnSpc>
                <a:spcPct val="95999"/>
              </a:lnSpc>
              <a:spcAft>
                <a:spcPts val="473"/>
              </a:spcAft>
              <a:tabLst>
                <a:tab pos="7485411" algn="r"/>
              </a:tabLst>
              <a:defRPr/>
            </a:lvl1pPr>
          </a:lstStyle>
          <a:p>
            <a:pPr marL="2651760" marR="0" lvl="0" indent="0" algn="l">
              <a:lnSpc>
                <a:spcPct val="95999"/>
              </a:lnSpc>
              <a:spcAft>
                <a:spcPts val="540"/>
              </a:spcAft>
              <a:tabLst>
                <a:tab pos="8540115" algn="r"/>
              </a:tabLst>
            </a:pPr>
            <a:r>
              <a:rPr lang="it-IT" sz="1100" spc="-13" smtClean="0">
                <a:solidFill>
                  <a:srgbClr val="CC0000"/>
                </a:solidFill>
                <a:latin typeface="Tahoma" panose="22635452340000000000" pitchFamily="2"/>
              </a:rPr>
              <a:t>Fare clic per modificare stili del testo dello schema</a:t>
            </a:r>
          </a:p>
        </p:txBody>
      </p:sp>
      <p:sp>
        <p:nvSpPr>
          <p:cNvPr id="297" name="Segnaposto testo 296"/>
          <p:cNvSpPr>
            <a:spLocks noGrp="1"/>
          </p:cNvSpPr>
          <p:nvPr>
            <p:ph type="body" idx="10"/>
          </p:nvPr>
        </p:nvSpPr>
        <p:spPr>
          <a:xfrm>
            <a:off x="578202" y="1352015"/>
            <a:ext cx="8024786" cy="1116981"/>
          </a:xfrm>
          <a:prstGeom prst="rect">
            <a:avLst/>
          </a:prstGeom>
          <a:noFill/>
          <a:ln w="0" cmpd="sng">
            <a:noFill/>
            <a:prstDash val="solid"/>
          </a:ln>
        </p:spPr>
        <p:txBody>
          <a:bodyPr vert="horz" lIns="0" tIns="0" rIns="0" bIns="0" anchor="t"/>
          <a:lstStyle>
            <a:lvl1pPr marL="761398" marR="0" indent="0" algn="l">
              <a:lnSpc>
                <a:spcPct val="95999"/>
              </a:lnSpc>
              <a:spcBef>
                <a:spcPts val="0"/>
              </a:spcBef>
              <a:spcAft>
                <a:spcPts val="1735"/>
              </a:spcAft>
              <a:defRPr/>
            </a:lvl1pPr>
          </a:lstStyle>
          <a:p>
            <a:pPr marL="502920" marR="0" lvl="0" indent="0" algn="l">
              <a:lnSpc>
                <a:spcPct val="95999"/>
              </a:lnSpc>
              <a:spcAft>
                <a:spcPts val="0"/>
              </a:spcAft>
            </a:pPr>
            <a:r>
              <a:rPr lang="it-IT" sz="300" spc="0" smtClean="0">
                <a:solidFill>
                  <a:srgbClr val="00339A"/>
                </a:solidFill>
                <a:latin typeface="Wingdings" panose="22635452340000000000" pitchFamily="2"/>
              </a:rPr>
              <a:t>Fare clic per modificare stili del testo dello schema</a:t>
            </a:r>
          </a:p>
          <a:p>
            <a:pPr marL="502920" marR="0" lvl="1" indent="0" algn="l">
              <a:lnSpc>
                <a:spcPct val="95999"/>
              </a:lnSpc>
              <a:spcAft>
                <a:spcPts val="0"/>
              </a:spcAft>
            </a:pPr>
            <a:r>
              <a:rPr lang="it-IT" sz="300" spc="0" smtClean="0">
                <a:solidFill>
                  <a:srgbClr val="00339A"/>
                </a:solidFill>
                <a:latin typeface="Wingdings" panose="22635452340000000000" pitchFamily="2"/>
              </a:rPr>
              <a:t>Secondo livello</a:t>
            </a:r>
          </a:p>
          <a:p>
            <a:pPr marL="502920" marR="0" lvl="2" indent="0" algn="l">
              <a:lnSpc>
                <a:spcPct val="95999"/>
              </a:lnSpc>
              <a:spcAft>
                <a:spcPts val="0"/>
              </a:spcAft>
            </a:pPr>
            <a:r>
              <a:rPr lang="it-IT" sz="300" spc="0" smtClean="0">
                <a:solidFill>
                  <a:srgbClr val="00339A"/>
                </a:solidFill>
                <a:latin typeface="Wingdings" panose="22635452340000000000" pitchFamily="2"/>
              </a:rPr>
              <a:t>Terzo livello</a:t>
            </a:r>
          </a:p>
        </p:txBody>
      </p:sp>
      <p:sp>
        <p:nvSpPr>
          <p:cNvPr id="300" name="Segnaposto testo 299"/>
          <p:cNvSpPr>
            <a:spLocks noGrp="1"/>
          </p:cNvSpPr>
          <p:nvPr>
            <p:ph type="body" idx="10"/>
          </p:nvPr>
        </p:nvSpPr>
        <p:spPr>
          <a:xfrm>
            <a:off x="1099941" y="3767435"/>
            <a:ext cx="153644" cy="472370"/>
          </a:xfrm>
          <a:prstGeom prst="rect">
            <a:avLst/>
          </a:prstGeom>
          <a:noFill/>
          <a:ln w="0" cmpd="sng">
            <a:noFill/>
            <a:prstDash val="solid"/>
          </a:ln>
        </p:spPr>
        <p:txBody>
          <a:bodyPr vert="vert270" lIns="0" tIns="0" rIns="0" bIns="0" anchor="t"/>
          <a:lstStyle>
            <a:lvl1pPr marL="0" marR="0" indent="0" algn="r">
              <a:lnSpc>
                <a:spcPts val="1139"/>
              </a:lnSpc>
              <a:spcAft>
                <a:spcPts val="0"/>
              </a:spcAft>
              <a:defRPr/>
            </a:lvl1pPr>
          </a:lstStyle>
          <a:p>
            <a:pPr marL="0" marR="0" lvl="0" indent="0" algn="r">
              <a:lnSpc>
                <a:spcPts val="1300"/>
              </a:lnSpc>
              <a:spcAft>
                <a:spcPts val="0"/>
              </a:spcAft>
            </a:pPr>
            <a:r>
              <a:rPr lang="it-IT" sz="1800" b="1" spc="0" smtClean="0">
                <a:solidFill>
                  <a:srgbClr val="00339A"/>
                </a:solidFill>
                <a:latin typeface="Times New Roman" panose="22635452340000000000" pitchFamily="1"/>
              </a:rPr>
              <a:t>Fare clic per modificare stili del testo dello schema</a:t>
            </a:r>
          </a:p>
        </p:txBody>
      </p:sp>
      <p:sp>
        <p:nvSpPr>
          <p:cNvPr id="301" name="Segnaposto testo 300"/>
          <p:cNvSpPr>
            <a:spLocks noGrp="1"/>
          </p:cNvSpPr>
          <p:nvPr>
            <p:ph type="body" idx="10"/>
          </p:nvPr>
        </p:nvSpPr>
        <p:spPr>
          <a:xfrm>
            <a:off x="1746006" y="4530716"/>
            <a:ext cx="153644" cy="380776"/>
          </a:xfrm>
          <a:prstGeom prst="rect">
            <a:avLst/>
          </a:prstGeom>
          <a:noFill/>
          <a:ln w="0" cmpd="sng">
            <a:noFill/>
            <a:prstDash val="solid"/>
          </a:ln>
        </p:spPr>
        <p:txBody>
          <a:bodyPr vert="vert270" lIns="0" tIns="0" rIns="0" bIns="0" anchor="t"/>
          <a:lstStyle>
            <a:lvl1pPr marL="0" marR="0" indent="0" algn="r">
              <a:lnSpc>
                <a:spcPts val="1139"/>
              </a:lnSpc>
              <a:spcAft>
                <a:spcPts val="0"/>
              </a:spcAft>
              <a:defRPr/>
            </a:lvl1pPr>
          </a:lstStyle>
          <a:p>
            <a:pPr marL="0" marR="0" lvl="0" indent="0" algn="r">
              <a:lnSpc>
                <a:spcPts val="1300"/>
              </a:lnSpc>
              <a:spcAft>
                <a:spcPts val="0"/>
              </a:spcAft>
            </a:pPr>
            <a:r>
              <a:rPr lang="it-IT" sz="1800" b="1" spc="0" smtClean="0">
                <a:solidFill>
                  <a:srgbClr val="000000"/>
                </a:solidFill>
                <a:latin typeface="Times New Roman" panose="22635452340000000000" pitchFamily="1"/>
              </a:rPr>
              <a:t>Fare clic per modificare stili del testo dello schema</a:t>
            </a:r>
          </a:p>
        </p:txBody>
      </p:sp>
      <p:sp>
        <p:nvSpPr>
          <p:cNvPr id="302" name="Segnaposto testo 301"/>
          <p:cNvSpPr>
            <a:spLocks noGrp="1"/>
          </p:cNvSpPr>
          <p:nvPr>
            <p:ph type="body" idx="10"/>
          </p:nvPr>
        </p:nvSpPr>
        <p:spPr>
          <a:xfrm>
            <a:off x="1748720" y="3034687"/>
            <a:ext cx="150930" cy="500020"/>
          </a:xfrm>
          <a:prstGeom prst="rect">
            <a:avLst/>
          </a:prstGeom>
          <a:noFill/>
          <a:ln w="0" cmpd="sng">
            <a:noFill/>
            <a:prstDash val="solid"/>
          </a:ln>
        </p:spPr>
        <p:txBody>
          <a:bodyPr vert="vert270" lIns="0" tIns="0" rIns="0" bIns="0" anchor="t"/>
          <a:lstStyle>
            <a:lvl1pPr marL="0" marR="0" indent="0" algn="r">
              <a:lnSpc>
                <a:spcPts val="1139"/>
              </a:lnSpc>
              <a:spcAft>
                <a:spcPts val="0"/>
              </a:spcAft>
              <a:defRPr/>
            </a:lvl1pPr>
          </a:lstStyle>
          <a:p>
            <a:pPr marL="0" marR="0" lvl="0" indent="0" algn="r">
              <a:lnSpc>
                <a:spcPts val="1300"/>
              </a:lnSpc>
              <a:spcAft>
                <a:spcPts val="0"/>
              </a:spcAft>
            </a:pPr>
            <a:r>
              <a:rPr lang="it-IT" sz="1800" b="1" spc="0" smtClean="0">
                <a:solidFill>
                  <a:srgbClr val="FFFFFF"/>
                </a:solidFill>
                <a:latin typeface="Times New Roman" panose="22635452340000000000" pitchFamily="1"/>
              </a:rPr>
              <a:t>Fare clic per modificare stili del testo dello schema</a:t>
            </a:r>
          </a:p>
        </p:txBody>
      </p:sp>
      <p:sp>
        <p:nvSpPr>
          <p:cNvPr id="303" name="Segnaposto testo 302"/>
          <p:cNvSpPr>
            <a:spLocks noGrp="1"/>
          </p:cNvSpPr>
          <p:nvPr>
            <p:ph type="body" idx="10"/>
          </p:nvPr>
        </p:nvSpPr>
        <p:spPr>
          <a:xfrm>
            <a:off x="5139208" y="2770851"/>
            <a:ext cx="1008188" cy="259803"/>
          </a:xfrm>
          <a:prstGeom prst="rect">
            <a:avLst/>
          </a:prstGeom>
          <a:noFill/>
          <a:ln w="0" cmpd="sng">
            <a:noFill/>
            <a:prstDash val="solid"/>
          </a:ln>
        </p:spPr>
        <p:txBody>
          <a:bodyPr vert="horz" lIns="0" tIns="60110" rIns="0" bIns="0" anchor="t"/>
          <a:lstStyle>
            <a:lvl1pPr marL="0" marR="0" indent="0" algn="ctr">
              <a:lnSpc>
                <a:spcPct val="81599"/>
              </a:lnSpc>
              <a:spcAft>
                <a:spcPts val="158"/>
              </a:spcAft>
              <a:defRPr/>
            </a:lvl1pPr>
          </a:lstStyle>
          <a:p>
            <a:pPr marL="0" marR="0" lvl="0" indent="0" algn="ctr">
              <a:lnSpc>
                <a:spcPct val="81599"/>
              </a:lnSpc>
              <a:spcAft>
                <a:spcPts val="180"/>
              </a:spcAft>
            </a:pPr>
            <a:r>
              <a:rPr lang="it-IT" sz="1200" b="1" spc="0" smtClean="0">
                <a:solidFill>
                  <a:srgbClr val="00339A"/>
                </a:solidFill>
                <a:latin typeface="Times New Roman" panose="22635452340000000000" pitchFamily="1"/>
              </a:rPr>
              <a:t>Fare clic per modificare stili del testo dello schema</a:t>
            </a:r>
          </a:p>
        </p:txBody>
      </p:sp>
      <p:sp>
        <p:nvSpPr>
          <p:cNvPr id="304" name="Segnaposto testo 303"/>
          <p:cNvSpPr>
            <a:spLocks noGrp="1"/>
          </p:cNvSpPr>
          <p:nvPr>
            <p:ph type="body" idx="10"/>
          </p:nvPr>
        </p:nvSpPr>
        <p:spPr>
          <a:xfrm>
            <a:off x="5139208" y="3096901"/>
            <a:ext cx="1008188" cy="456240"/>
          </a:xfrm>
          <a:prstGeom prst="rect">
            <a:avLst/>
          </a:prstGeom>
          <a:noFill/>
          <a:ln w="0" cmpd="sng">
            <a:noFill/>
            <a:prstDash val="solid"/>
          </a:ln>
        </p:spPr>
        <p:txBody>
          <a:bodyPr vert="horz" lIns="0" tIns="40074" rIns="0" bIns="0" anchor="t"/>
          <a:lstStyle>
            <a:lvl1pPr marL="0" marR="0" indent="0" algn="ctr">
              <a:lnSpc>
                <a:spcPct val="95999"/>
              </a:lnSpc>
              <a:spcAft>
                <a:spcPts val="316"/>
              </a:spcAft>
              <a:defRPr/>
            </a:lvl1pPr>
          </a:lstStyle>
          <a:p>
            <a:pPr marL="0" marR="0" lvl="0" indent="0" algn="ctr">
              <a:lnSpc>
                <a:spcPct val="95999"/>
              </a:lnSpc>
              <a:spcAft>
                <a:spcPts val="360"/>
              </a:spcAft>
            </a:pPr>
            <a:r>
              <a:rPr lang="it-IT" sz="1200" b="1" spc="0" smtClean="0">
                <a:solidFill>
                  <a:srgbClr val="00339A"/>
                </a:solidFill>
                <a:latin typeface="Times New Roman" panose="22635452340000000000" pitchFamily="1"/>
              </a:rPr>
              <a:t>Fare clic per modificare stili del testo dello schema</a:t>
            </a:r>
          </a:p>
        </p:txBody>
      </p:sp>
      <p:sp>
        <p:nvSpPr>
          <p:cNvPr id="305" name="Segnaposto testo 304"/>
          <p:cNvSpPr>
            <a:spLocks noGrp="1"/>
          </p:cNvSpPr>
          <p:nvPr>
            <p:ph type="body" idx="10"/>
          </p:nvPr>
        </p:nvSpPr>
        <p:spPr>
          <a:xfrm>
            <a:off x="3502327" y="5171872"/>
            <a:ext cx="440302" cy="385384"/>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1200" b="1" spc="0" smtClean="0">
                <a:solidFill>
                  <a:srgbClr val="00339A"/>
                </a:solidFill>
                <a:latin typeface="Times New Roman" panose="22635452340000000000" pitchFamily="1"/>
              </a:rPr>
              <a:t>Fare clic per modificare stili del testo dello schema</a:t>
            </a:r>
          </a:p>
        </p:txBody>
      </p:sp>
      <p:sp>
        <p:nvSpPr>
          <p:cNvPr id="306" name="Segnaposto testo 305"/>
          <p:cNvSpPr>
            <a:spLocks noGrp="1"/>
          </p:cNvSpPr>
          <p:nvPr>
            <p:ph type="body" idx="10"/>
          </p:nvPr>
        </p:nvSpPr>
        <p:spPr>
          <a:xfrm>
            <a:off x="4925300" y="5227173"/>
            <a:ext cx="1010903" cy="155536"/>
          </a:xfrm>
          <a:prstGeom prst="rect">
            <a:avLst/>
          </a:prstGeom>
          <a:noFill/>
          <a:ln w="0" cmpd="sng">
            <a:noFill/>
            <a:prstDash val="solid"/>
          </a:ln>
        </p:spPr>
        <p:txBody>
          <a:bodyPr vert="horz" lIns="0" tIns="0" rIns="0" bIns="0" anchor="t"/>
          <a:lstStyle>
            <a:lvl1pPr marL="0" marR="0" indent="0" algn="l">
              <a:lnSpc>
                <a:spcPct val="80639"/>
              </a:lnSpc>
              <a:spcAft>
                <a:spcPts val="0"/>
              </a:spcAft>
              <a:defRPr/>
            </a:lvl1pPr>
          </a:lstStyle>
          <a:p>
            <a:pPr marL="0" marR="0" lvl="0" indent="0" algn="l">
              <a:lnSpc>
                <a:spcPct val="80639"/>
              </a:lnSpc>
              <a:spcAft>
                <a:spcPts val="0"/>
              </a:spcAft>
            </a:pPr>
            <a:r>
              <a:rPr lang="it-IT" sz="1200" b="1" spc="-44" smtClean="0">
                <a:solidFill>
                  <a:srgbClr val="00339A"/>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39726930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78_1_">
    <p:spTree>
      <p:nvGrpSpPr>
        <p:cNvPr id="1" name=""/>
        <p:cNvGrpSpPr/>
        <p:nvPr/>
      </p:nvGrpSpPr>
      <p:grpSpPr>
        <a:xfrm>
          <a:off x="0" y="0"/>
          <a:ext cx="0" cy="0"/>
          <a:chOff x="0" y="0"/>
          <a:chExt cx="0" cy="0"/>
        </a:xfrm>
      </p:grpSpPr>
      <p:sp>
        <p:nvSpPr>
          <p:cNvPr id="312" name="Segnaposto testo 311"/>
          <p:cNvSpPr>
            <a:spLocks noGrp="1"/>
          </p:cNvSpPr>
          <p:nvPr>
            <p:ph type="body" idx="10"/>
          </p:nvPr>
        </p:nvSpPr>
        <p:spPr>
          <a:xfrm>
            <a:off x="864316" y="702794"/>
            <a:ext cx="7514991" cy="240217"/>
          </a:xfrm>
          <a:prstGeom prst="rect">
            <a:avLst/>
          </a:prstGeom>
          <a:noFill/>
          <a:ln w="0" cmpd="sng">
            <a:noFill/>
            <a:prstDash val="solid"/>
          </a:ln>
        </p:spPr>
        <p:txBody>
          <a:bodyPr vert="horz" lIns="0" tIns="0" rIns="0" bIns="0" anchor="t"/>
          <a:lstStyle>
            <a:lvl1pPr marL="80147" marR="0" indent="0" algn="l">
              <a:lnSpc>
                <a:spcPts val="1841"/>
              </a:lnSpc>
              <a:spcAft>
                <a:spcPts val="0"/>
              </a:spcAft>
              <a:defRPr/>
            </a:lvl1pPr>
          </a:lstStyle>
          <a:p>
            <a:pPr marL="9144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313" name="Segnaposto testo 312"/>
          <p:cNvSpPr>
            <a:spLocks noGrp="1"/>
          </p:cNvSpPr>
          <p:nvPr>
            <p:ph type="body" idx="10"/>
          </p:nvPr>
        </p:nvSpPr>
        <p:spPr>
          <a:xfrm>
            <a:off x="864316" y="6273875"/>
            <a:ext cx="7514991" cy="240217"/>
          </a:xfrm>
          <a:prstGeom prst="rect">
            <a:avLst/>
          </a:prstGeom>
          <a:noFill/>
          <a:ln w="0" cmpd="sng">
            <a:noFill/>
            <a:prstDash val="solid"/>
          </a:ln>
        </p:spPr>
        <p:txBody>
          <a:bodyPr vert="horz" lIns="0" tIns="0" rIns="0" bIns="0" anchor="t"/>
          <a:lstStyle>
            <a:lvl1pPr marL="2324268" marR="0" indent="0" algn="l">
              <a:lnSpc>
                <a:spcPct val="95999"/>
              </a:lnSpc>
              <a:spcAft>
                <a:spcPts val="473"/>
              </a:spcAft>
              <a:tabLst>
                <a:tab pos="7485411" algn="r"/>
              </a:tabLst>
              <a:defRPr/>
            </a:lvl1pPr>
          </a:lstStyle>
          <a:p>
            <a:pPr marL="2651760" marR="0" lvl="0" indent="0" algn="l">
              <a:lnSpc>
                <a:spcPct val="95999"/>
              </a:lnSpc>
              <a:spcAft>
                <a:spcPts val="540"/>
              </a:spcAft>
              <a:tabLst>
                <a:tab pos="8540115" algn="r"/>
              </a:tabLst>
            </a:pPr>
            <a:r>
              <a:rPr lang="it-IT" sz="1100" spc="-13" smtClean="0">
                <a:solidFill>
                  <a:srgbClr val="CC0000"/>
                </a:solidFill>
                <a:latin typeface="Tahoma" panose="22635452340000000000" pitchFamily="2"/>
              </a:rPr>
              <a:t>Fare clic per modificare stili del testo dello schema</a:t>
            </a:r>
          </a:p>
        </p:txBody>
      </p:sp>
      <p:sp>
        <p:nvSpPr>
          <p:cNvPr id="314" name="Segnaposto testo 313"/>
          <p:cNvSpPr>
            <a:spLocks noGrp="1"/>
          </p:cNvSpPr>
          <p:nvPr>
            <p:ph type="body" idx="10"/>
          </p:nvPr>
        </p:nvSpPr>
        <p:spPr>
          <a:xfrm>
            <a:off x="559743" y="1194174"/>
            <a:ext cx="8024786" cy="1142328"/>
          </a:xfrm>
          <a:prstGeom prst="rect">
            <a:avLst/>
          </a:prstGeom>
          <a:noFill/>
          <a:ln w="0" cmpd="sng">
            <a:noFill/>
            <a:prstDash val="solid"/>
          </a:ln>
        </p:spPr>
        <p:txBody>
          <a:bodyPr vert="horz" lIns="0" tIns="100184" rIns="0" bIns="0" anchor="t"/>
          <a:lstStyle>
            <a:lvl1pPr marL="801472" marR="0" indent="0" algn="l">
              <a:lnSpc>
                <a:spcPct val="95999"/>
              </a:lnSpc>
              <a:spcBef>
                <a:spcPts val="0"/>
              </a:spcBef>
              <a:spcAft>
                <a:spcPts val="3313"/>
              </a:spcAft>
              <a:defRPr/>
            </a:lvl1pPr>
          </a:lstStyle>
          <a:p>
            <a:pPr marL="502920" marR="0" lvl="0" indent="0" algn="l">
              <a:lnSpc>
                <a:spcPct val="95999"/>
              </a:lnSpc>
              <a:spcAft>
                <a:spcPts val="0"/>
              </a:spcAft>
            </a:pPr>
            <a:r>
              <a:rPr lang="it-IT" sz="300" spc="39" smtClean="0">
                <a:solidFill>
                  <a:srgbClr val="00339A"/>
                </a:solidFill>
                <a:latin typeface="Wingdings" panose="22635452340000000000" pitchFamily="2"/>
              </a:rPr>
              <a:t>Fare clic per modificare stili del testo dello schema</a:t>
            </a:r>
          </a:p>
          <a:p>
            <a:pPr marL="502920" marR="0" lvl="1" indent="0" algn="l">
              <a:lnSpc>
                <a:spcPct val="95999"/>
              </a:lnSpc>
              <a:spcAft>
                <a:spcPts val="0"/>
              </a:spcAft>
            </a:pPr>
            <a:r>
              <a:rPr lang="it-IT" sz="300" spc="39" smtClean="0">
                <a:solidFill>
                  <a:srgbClr val="00339A"/>
                </a:solidFill>
                <a:latin typeface="Wingdings" panose="22635452340000000000" pitchFamily="2"/>
              </a:rPr>
              <a:t>Secondo livello</a:t>
            </a:r>
          </a:p>
        </p:txBody>
      </p:sp>
      <p:sp>
        <p:nvSpPr>
          <p:cNvPr id="317" name="Segnaposto testo 316"/>
          <p:cNvSpPr>
            <a:spLocks noGrp="1"/>
          </p:cNvSpPr>
          <p:nvPr>
            <p:ph type="body" idx="10"/>
          </p:nvPr>
        </p:nvSpPr>
        <p:spPr>
          <a:xfrm>
            <a:off x="4414420" y="2422335"/>
            <a:ext cx="1493552" cy="718923"/>
          </a:xfrm>
          <a:prstGeom prst="rect">
            <a:avLst/>
          </a:prstGeom>
          <a:noFill/>
          <a:ln w="0" cmpd="sng">
            <a:noFill/>
            <a:prstDash val="solid"/>
          </a:ln>
        </p:spPr>
        <p:txBody>
          <a:bodyPr vert="horz" lIns="0" tIns="0" rIns="0" bIns="0" anchor="t"/>
          <a:lstStyle>
            <a:lvl1pPr marL="0" marR="0" indent="0" algn="ctr">
              <a:lnSpc>
                <a:spcPct val="79679"/>
              </a:lnSpc>
              <a:spcBef>
                <a:spcPts val="0"/>
              </a:spcBef>
              <a:spcAft>
                <a:spcPts val="0"/>
              </a:spcAft>
              <a:defRPr/>
            </a:lvl1pPr>
          </a:lstStyle>
          <a:p>
            <a:pPr marL="0" marR="0" lvl="0" indent="0" algn="l">
              <a:lnSpc>
                <a:spcPct val="76799"/>
              </a:lnSpc>
              <a:spcAft>
                <a:spcPts val="0"/>
              </a:spcAft>
            </a:pPr>
            <a:r>
              <a:rPr lang="it-IT" sz="1800" b="1" spc="-61" smtClean="0">
                <a:solidFill>
                  <a:srgbClr val="00339A"/>
                </a:solidFill>
                <a:latin typeface="Times New Roman" panose="22635452340000000000" pitchFamily="1"/>
              </a:rPr>
              <a:t>Fare clic per modificare stili del testo dello schema</a:t>
            </a:r>
          </a:p>
          <a:p>
            <a:pPr marL="0" marR="0" lvl="1" indent="0" algn="l">
              <a:lnSpc>
                <a:spcPct val="76799"/>
              </a:lnSpc>
              <a:spcAft>
                <a:spcPts val="0"/>
              </a:spcAft>
            </a:pPr>
            <a:r>
              <a:rPr lang="it-IT" sz="1800" b="1" spc="-61" smtClean="0">
                <a:solidFill>
                  <a:srgbClr val="00339A"/>
                </a:solidFill>
                <a:latin typeface="Times New Roman" panose="22635452340000000000" pitchFamily="1"/>
              </a:rPr>
              <a:t>Secondo livello</a:t>
            </a:r>
          </a:p>
          <a:p>
            <a:pPr marL="0" marR="0" lvl="2" indent="0" algn="l">
              <a:lnSpc>
                <a:spcPct val="76799"/>
              </a:lnSpc>
              <a:spcAft>
                <a:spcPts val="0"/>
              </a:spcAft>
            </a:pPr>
            <a:r>
              <a:rPr lang="it-IT" sz="1800" b="1" spc="-61" smtClean="0">
                <a:solidFill>
                  <a:srgbClr val="00339A"/>
                </a:solidFill>
                <a:latin typeface="Times New Roman" panose="22635452340000000000" pitchFamily="1"/>
              </a:rPr>
              <a:t>Terzo livello</a:t>
            </a:r>
          </a:p>
        </p:txBody>
      </p:sp>
      <p:sp>
        <p:nvSpPr>
          <p:cNvPr id="318" name="Segnaposto testo 317"/>
          <p:cNvSpPr>
            <a:spLocks noGrp="1"/>
          </p:cNvSpPr>
          <p:nvPr>
            <p:ph type="body" idx="10"/>
          </p:nvPr>
        </p:nvSpPr>
        <p:spPr>
          <a:xfrm>
            <a:off x="4675017" y="3141258"/>
            <a:ext cx="964212" cy="594494"/>
          </a:xfrm>
          <a:prstGeom prst="rect">
            <a:avLst/>
          </a:prstGeom>
          <a:noFill/>
          <a:ln w="0" cmpd="sng">
            <a:noFill/>
            <a:prstDash val="solid"/>
          </a:ln>
        </p:spPr>
        <p:txBody>
          <a:bodyPr vert="horz" lIns="0" tIns="60110" rIns="0" bIns="0" anchor="t"/>
          <a:lstStyle>
            <a:lvl1pPr marL="0" marR="0" indent="0" algn="ctr">
              <a:lnSpc>
                <a:spcPct val="78719"/>
              </a:lnSpc>
              <a:spcBef>
                <a:spcPts val="0"/>
              </a:spcBef>
              <a:spcAft>
                <a:spcPts val="0"/>
              </a:spcAft>
              <a:defRPr/>
            </a:lvl1pPr>
          </a:lstStyle>
          <a:p>
            <a:pPr marL="0" marR="0" lvl="0" indent="0" algn="ctr">
              <a:lnSpc>
                <a:spcPct val="95999"/>
              </a:lnSpc>
              <a:spcAft>
                <a:spcPts val="0"/>
              </a:spcAft>
            </a:pPr>
            <a:r>
              <a:rPr lang="it-IT" sz="1800" b="1" spc="-66" smtClean="0">
                <a:solidFill>
                  <a:srgbClr val="00339A"/>
                </a:solidFill>
                <a:latin typeface="Times New Roman" panose="22635452340000000000" pitchFamily="1"/>
              </a:rPr>
              <a:t>Fare clic per modificare stili del testo dello schema</a:t>
            </a:r>
          </a:p>
          <a:p>
            <a:pPr marL="0" marR="0" lvl="1" indent="0" algn="ctr">
              <a:lnSpc>
                <a:spcPct val="95999"/>
              </a:lnSpc>
              <a:spcAft>
                <a:spcPts val="0"/>
              </a:spcAft>
            </a:pPr>
            <a:r>
              <a:rPr lang="it-IT" sz="1800" b="1" spc="-66" smtClean="0">
                <a:solidFill>
                  <a:srgbClr val="00339A"/>
                </a:solidFill>
                <a:latin typeface="Times New Roman" panose="22635452340000000000" pitchFamily="1"/>
              </a:rPr>
              <a:t>Secondo livello</a:t>
            </a:r>
          </a:p>
        </p:txBody>
      </p:sp>
      <p:sp>
        <p:nvSpPr>
          <p:cNvPr id="322" name="Segnaposto testo 321"/>
          <p:cNvSpPr>
            <a:spLocks noGrp="1"/>
          </p:cNvSpPr>
          <p:nvPr>
            <p:ph type="body" idx="10"/>
          </p:nvPr>
        </p:nvSpPr>
        <p:spPr>
          <a:xfrm>
            <a:off x="1766636" y="5073941"/>
            <a:ext cx="440845" cy="373287"/>
          </a:xfrm>
          <a:prstGeom prst="rect">
            <a:avLst/>
          </a:prstGeom>
          <a:noFill/>
          <a:ln w="0" cmpd="sng">
            <a:noFill/>
            <a:prstDash val="solid"/>
          </a:ln>
        </p:spPr>
        <p:txBody>
          <a:bodyPr vert="horz" lIns="0" tIns="0" rIns="0" bIns="0" anchor="t"/>
          <a:lstStyle>
            <a:lvl1pPr marL="0" marR="0" indent="0" algn="ctr">
              <a:lnSpc>
                <a:spcPts val="1402"/>
              </a:lnSpc>
              <a:spcAft>
                <a:spcPts val="0"/>
              </a:spcAft>
              <a:defRPr/>
            </a:lvl1pPr>
          </a:lstStyle>
          <a:p>
            <a:pPr marL="0" marR="0" lvl="0" indent="0" algn="ctr">
              <a:lnSpc>
                <a:spcPts val="1600"/>
              </a:lnSpc>
              <a:spcAft>
                <a:spcPts val="0"/>
              </a:spcAft>
            </a:pPr>
            <a:r>
              <a:rPr lang="it-IT" sz="1400" b="1" spc="0" smtClean="0">
                <a:solidFill>
                  <a:srgbClr val="00339A"/>
                </a:solidFill>
                <a:latin typeface="Times New Roman" panose="22635452340000000000" pitchFamily="1"/>
              </a:rPr>
              <a:t>Fare clic per modificare stili del testo dello schema</a:t>
            </a:r>
          </a:p>
        </p:txBody>
      </p:sp>
      <p:sp>
        <p:nvSpPr>
          <p:cNvPr id="323" name="Segnaposto testo 322"/>
          <p:cNvSpPr>
            <a:spLocks noGrp="1"/>
          </p:cNvSpPr>
          <p:nvPr>
            <p:ph type="body" idx="10"/>
          </p:nvPr>
        </p:nvSpPr>
        <p:spPr>
          <a:xfrm>
            <a:off x="3142920" y="4990989"/>
            <a:ext cx="1501152" cy="680327"/>
          </a:xfrm>
          <a:prstGeom prst="rect">
            <a:avLst/>
          </a:prstGeom>
          <a:noFill/>
          <a:ln w="27305" cmpd="dbl">
            <a:solidFill>
              <a:srgbClr val="CCCCFF"/>
            </a:solidFill>
            <a:prstDash val="solid"/>
          </a:ln>
        </p:spPr>
        <p:txBody>
          <a:bodyPr vert="horz" lIns="0" tIns="20037" rIns="0" bIns="0" anchor="t"/>
          <a:lstStyle>
            <a:lvl1pPr marL="0" marR="0" indent="0" algn="ctr">
              <a:lnSpc>
                <a:spcPct val="95999"/>
              </a:lnSpc>
              <a:spcAft>
                <a:spcPts val="316"/>
              </a:spcAft>
              <a:defRPr/>
            </a:lvl1pPr>
          </a:lstStyle>
          <a:p>
            <a:pPr marL="0" marR="0" lvl="0" indent="0" algn="ctr">
              <a:lnSpc>
                <a:spcPct val="95999"/>
              </a:lnSpc>
              <a:spcAft>
                <a:spcPts val="360"/>
              </a:spcAft>
            </a:pPr>
            <a:r>
              <a:rPr lang="it-IT" sz="1400" b="1" spc="0" smtClean="0">
                <a:solidFill>
                  <a:srgbClr val="00339A"/>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85515514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79_1_">
    <p:spTree>
      <p:nvGrpSpPr>
        <p:cNvPr id="1" name=""/>
        <p:cNvGrpSpPr/>
        <p:nvPr/>
      </p:nvGrpSpPr>
      <p:grpSpPr>
        <a:xfrm>
          <a:off x="0" y="0"/>
          <a:ext cx="0" cy="0"/>
          <a:chOff x="0" y="0"/>
          <a:chExt cx="0" cy="0"/>
        </a:xfrm>
      </p:grpSpPr>
      <p:sp>
        <p:nvSpPr>
          <p:cNvPr id="329" name="Segnaposto testo 328"/>
          <p:cNvSpPr>
            <a:spLocks noGrp="1"/>
          </p:cNvSpPr>
          <p:nvPr>
            <p:ph type="body" idx="10"/>
          </p:nvPr>
        </p:nvSpPr>
        <p:spPr>
          <a:xfrm>
            <a:off x="864316" y="702794"/>
            <a:ext cx="7514991" cy="240217"/>
          </a:xfrm>
          <a:prstGeom prst="rect">
            <a:avLst/>
          </a:prstGeom>
          <a:noFill/>
          <a:ln w="0" cmpd="sng">
            <a:noFill/>
            <a:prstDash val="solid"/>
          </a:ln>
        </p:spPr>
        <p:txBody>
          <a:bodyPr vert="horz" lIns="0" tIns="0" rIns="0" bIns="0" anchor="t"/>
          <a:lstStyle>
            <a:lvl1pPr marL="80147" marR="0" indent="0" algn="l">
              <a:lnSpc>
                <a:spcPts val="1841"/>
              </a:lnSpc>
              <a:spcAft>
                <a:spcPts val="0"/>
              </a:spcAft>
              <a:defRPr/>
            </a:lvl1pPr>
          </a:lstStyle>
          <a:p>
            <a:pPr marL="91440" marR="0" lvl="0" indent="0" algn="l">
              <a:lnSpc>
                <a:spcPts val="2100"/>
              </a:lnSpc>
              <a:spcAft>
                <a:spcPts val="0"/>
              </a:spcAft>
            </a:pPr>
            <a:r>
              <a:rPr lang="it-IT" sz="1800" b="1" spc="-44" smtClean="0">
                <a:solidFill>
                  <a:srgbClr val="00339A"/>
                </a:solidFill>
                <a:latin typeface="Tahoma" panose="22635452340000000000" pitchFamily="2"/>
              </a:rPr>
              <a:t>Fare clic per modificare stili del testo dello schema</a:t>
            </a:r>
          </a:p>
        </p:txBody>
      </p:sp>
      <p:sp>
        <p:nvSpPr>
          <p:cNvPr id="330" name="Segnaposto testo 329"/>
          <p:cNvSpPr>
            <a:spLocks noGrp="1"/>
          </p:cNvSpPr>
          <p:nvPr>
            <p:ph type="body" idx="10"/>
          </p:nvPr>
        </p:nvSpPr>
        <p:spPr>
          <a:xfrm>
            <a:off x="864316" y="6273875"/>
            <a:ext cx="7514991" cy="240217"/>
          </a:xfrm>
          <a:prstGeom prst="rect">
            <a:avLst/>
          </a:prstGeom>
          <a:noFill/>
          <a:ln w="0" cmpd="sng">
            <a:noFill/>
            <a:prstDash val="solid"/>
          </a:ln>
        </p:spPr>
        <p:txBody>
          <a:bodyPr vert="horz" lIns="0" tIns="0" rIns="0" bIns="0" anchor="t"/>
          <a:lstStyle>
            <a:lvl1pPr marL="2324268" marR="0" indent="0" algn="l">
              <a:lnSpc>
                <a:spcPct val="95999"/>
              </a:lnSpc>
              <a:spcAft>
                <a:spcPts val="473"/>
              </a:spcAft>
              <a:tabLst>
                <a:tab pos="7485411" algn="r"/>
              </a:tabLst>
              <a:defRPr/>
            </a:lvl1pPr>
          </a:lstStyle>
          <a:p>
            <a:pPr marL="2651760" marR="0" lvl="0" indent="0" algn="l">
              <a:lnSpc>
                <a:spcPct val="95999"/>
              </a:lnSpc>
              <a:spcAft>
                <a:spcPts val="540"/>
              </a:spcAft>
              <a:tabLst>
                <a:tab pos="8540115" algn="r"/>
              </a:tabLst>
            </a:pPr>
            <a:r>
              <a:rPr lang="it-IT" sz="1100" spc="-13" smtClean="0">
                <a:solidFill>
                  <a:srgbClr val="CC0000"/>
                </a:solidFill>
                <a:latin typeface="Tahoma" panose="22635452340000000000" pitchFamily="2"/>
              </a:rPr>
              <a:t>Fare clic per modificare stili del testo dello schema</a:t>
            </a:r>
          </a:p>
        </p:txBody>
      </p:sp>
      <p:sp>
        <p:nvSpPr>
          <p:cNvPr id="331" name="Segnaposto testo 330"/>
          <p:cNvSpPr>
            <a:spLocks noGrp="1"/>
          </p:cNvSpPr>
          <p:nvPr>
            <p:ph type="body" idx="10"/>
          </p:nvPr>
        </p:nvSpPr>
        <p:spPr>
          <a:xfrm>
            <a:off x="3572906" y="5364276"/>
            <a:ext cx="1063022" cy="481010"/>
          </a:xfrm>
          <a:prstGeom prst="rect">
            <a:avLst/>
          </a:prstGeom>
          <a:solidFill>
            <a:srgbClr val="FF0000"/>
          </a:solidFill>
          <a:ln w="21590" cmpd="dbl">
            <a:solidFill>
              <a:srgbClr val="CCCCFF"/>
            </a:solidFill>
            <a:prstDash val="solid"/>
          </a:ln>
        </p:spPr>
        <p:txBody>
          <a:bodyPr vert="horz" lIns="0" tIns="0" rIns="0" bIns="0" anchor="t"/>
          <a:lstStyle/>
          <a:p>
            <a:pPr lvl="0" algn="l"/>
            <a:r>
              <a:rPr lang="it-IT" sz="100" smtClean="0"/>
              <a:t>Fare clic per modificare stili del testo dello schema</a:t>
            </a:r>
          </a:p>
        </p:txBody>
      </p:sp>
      <p:sp>
        <p:nvSpPr>
          <p:cNvPr id="332" name="Segnaposto testo 331"/>
          <p:cNvSpPr>
            <a:spLocks noGrp="1"/>
          </p:cNvSpPr>
          <p:nvPr>
            <p:ph type="body" idx="10"/>
          </p:nvPr>
        </p:nvSpPr>
        <p:spPr>
          <a:xfrm>
            <a:off x="559743" y="1365839"/>
            <a:ext cx="8024786" cy="2121055"/>
          </a:xfrm>
          <a:prstGeom prst="rect">
            <a:avLst/>
          </a:prstGeom>
          <a:noFill/>
          <a:ln w="0" cmpd="sng">
            <a:noFill/>
            <a:prstDash val="solid"/>
          </a:ln>
        </p:spPr>
        <p:txBody>
          <a:bodyPr vert="horz" lIns="0" tIns="0" rIns="0" bIns="0" anchor="t"/>
          <a:lstStyle>
            <a:lvl1pPr marL="761398" marR="0" indent="0" algn="l">
              <a:lnSpc>
                <a:spcPct val="95999"/>
              </a:lnSpc>
              <a:spcBef>
                <a:spcPts val="0"/>
              </a:spcBef>
              <a:spcAft>
                <a:spcPts val="947"/>
              </a:spcAft>
              <a:defRPr/>
            </a:lvl1pPr>
          </a:lstStyle>
          <a:p>
            <a:pPr marL="502920" marR="0" lvl="0" indent="0" algn="l">
              <a:lnSpc>
                <a:spcPct val="95999"/>
              </a:lnSpc>
              <a:spcAft>
                <a:spcPts val="0"/>
              </a:spcAft>
            </a:pPr>
            <a:r>
              <a:rPr lang="it-IT" sz="300" spc="35" smtClean="0">
                <a:solidFill>
                  <a:srgbClr val="00339A"/>
                </a:solidFill>
                <a:latin typeface="Wingdings" panose="22635452340000000000" pitchFamily="2"/>
              </a:rPr>
              <a:t>Fare clic per modificare stili del testo dello schema</a:t>
            </a:r>
          </a:p>
          <a:p>
            <a:pPr marL="502920" marR="0" lvl="1" indent="0" algn="l">
              <a:lnSpc>
                <a:spcPct val="95999"/>
              </a:lnSpc>
              <a:spcAft>
                <a:spcPts val="0"/>
              </a:spcAft>
            </a:pPr>
            <a:r>
              <a:rPr lang="it-IT" sz="300" spc="35" smtClean="0">
                <a:solidFill>
                  <a:srgbClr val="00339A"/>
                </a:solidFill>
                <a:latin typeface="Wingdings" panose="22635452340000000000" pitchFamily="2"/>
              </a:rPr>
              <a:t>Secondo livello</a:t>
            </a:r>
          </a:p>
          <a:p>
            <a:pPr marL="502920" marR="0" lvl="2" indent="0" algn="l">
              <a:lnSpc>
                <a:spcPct val="95999"/>
              </a:lnSpc>
              <a:spcAft>
                <a:spcPts val="0"/>
              </a:spcAft>
            </a:pPr>
            <a:r>
              <a:rPr lang="it-IT" sz="300" spc="35" smtClean="0">
                <a:solidFill>
                  <a:srgbClr val="00339A"/>
                </a:solidFill>
                <a:latin typeface="Wingdings" panose="22635452340000000000" pitchFamily="2"/>
              </a:rPr>
              <a:t>Terzo livello</a:t>
            </a:r>
          </a:p>
          <a:p>
            <a:pPr marL="502920" marR="0" lvl="3" indent="0" algn="l">
              <a:lnSpc>
                <a:spcPct val="95999"/>
              </a:lnSpc>
              <a:spcAft>
                <a:spcPts val="0"/>
              </a:spcAft>
            </a:pPr>
            <a:r>
              <a:rPr lang="it-IT" sz="300" spc="35" smtClean="0">
                <a:solidFill>
                  <a:srgbClr val="00339A"/>
                </a:solidFill>
                <a:latin typeface="Wingdings" panose="22635452340000000000" pitchFamily="2"/>
              </a:rPr>
              <a:t>Quarto livello</a:t>
            </a:r>
          </a:p>
          <a:p>
            <a:pPr marL="502920" marR="0" lvl="4" indent="0" algn="l">
              <a:lnSpc>
                <a:spcPct val="95999"/>
              </a:lnSpc>
              <a:spcAft>
                <a:spcPts val="0"/>
              </a:spcAft>
            </a:pPr>
            <a:r>
              <a:rPr lang="it-IT" sz="300" spc="35" smtClean="0">
                <a:solidFill>
                  <a:srgbClr val="00339A"/>
                </a:solidFill>
                <a:latin typeface="Wingdings" panose="22635452340000000000" pitchFamily="2"/>
              </a:rPr>
              <a:t>Quinto livello</a:t>
            </a:r>
            <a:endParaRPr lang="it-IT" sz="1800" spc="0" dirty="0">
              <a:solidFill>
                <a:srgbClr val="00339A"/>
              </a:solidFill>
              <a:latin typeface="Tahoma" panose="22635452340000000000" pitchFamily="2"/>
            </a:endParaRPr>
          </a:p>
        </p:txBody>
      </p:sp>
      <p:sp>
        <p:nvSpPr>
          <p:cNvPr id="335" name="Segnaposto testo 334"/>
          <p:cNvSpPr>
            <a:spLocks noGrp="1"/>
          </p:cNvSpPr>
          <p:nvPr>
            <p:ph type="body" idx="10"/>
          </p:nvPr>
        </p:nvSpPr>
        <p:spPr>
          <a:xfrm>
            <a:off x="4471969" y="3547380"/>
            <a:ext cx="1058136" cy="511542"/>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1200" b="1" spc="-44" smtClean="0">
                <a:solidFill>
                  <a:srgbClr val="00339A"/>
                </a:solidFill>
                <a:latin typeface="Times New Roman" panose="22635452340000000000" pitchFamily="1"/>
              </a:rPr>
              <a:t>Fare clic per modificare stili del testo dello schema</a:t>
            </a:r>
          </a:p>
        </p:txBody>
      </p:sp>
      <p:sp>
        <p:nvSpPr>
          <p:cNvPr id="336" name="Segnaposto testo 335"/>
          <p:cNvSpPr>
            <a:spLocks noGrp="1"/>
          </p:cNvSpPr>
          <p:nvPr>
            <p:ph type="body" idx="10"/>
          </p:nvPr>
        </p:nvSpPr>
        <p:spPr>
          <a:xfrm>
            <a:off x="4657102" y="4058923"/>
            <a:ext cx="682441" cy="417644"/>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1200" b="1" spc="-44" smtClean="0">
                <a:solidFill>
                  <a:srgbClr val="00339A"/>
                </a:solidFill>
                <a:latin typeface="Times New Roman" panose="22635452340000000000" pitchFamily="1"/>
              </a:rPr>
              <a:t>Fare clic per modificare stili del testo dello schema</a:t>
            </a:r>
          </a:p>
        </p:txBody>
      </p:sp>
      <p:sp>
        <p:nvSpPr>
          <p:cNvPr id="340" name="Segnaposto testo 339"/>
          <p:cNvSpPr>
            <a:spLocks noGrp="1"/>
          </p:cNvSpPr>
          <p:nvPr>
            <p:ph type="body" idx="10"/>
          </p:nvPr>
        </p:nvSpPr>
        <p:spPr>
          <a:xfrm>
            <a:off x="2600550" y="5422458"/>
            <a:ext cx="310546" cy="267868"/>
          </a:xfrm>
          <a:prstGeom prst="rect">
            <a:avLst/>
          </a:prstGeom>
          <a:noFill/>
          <a:ln w="0" cmpd="sng">
            <a:noFill/>
            <a:prstDash val="solid"/>
          </a:ln>
        </p:spPr>
        <p:txBody>
          <a:bodyPr vert="horz" lIns="0" tIns="0" rIns="0" bIns="0" anchor="t"/>
          <a:lstStyle>
            <a:lvl1pPr marL="0" marR="0" indent="0" algn="ctr">
              <a:lnSpc>
                <a:spcPts val="964"/>
              </a:lnSpc>
              <a:spcAft>
                <a:spcPts val="0"/>
              </a:spcAft>
              <a:defRPr/>
            </a:lvl1pPr>
          </a:lstStyle>
          <a:p>
            <a:pPr marL="0" marR="0" lvl="0" indent="0" algn="ctr">
              <a:lnSpc>
                <a:spcPts val="1100"/>
              </a:lnSpc>
              <a:spcAft>
                <a:spcPts val="0"/>
              </a:spcAft>
            </a:pPr>
            <a:r>
              <a:rPr lang="it-IT" sz="1000" b="1" spc="0" smtClean="0">
                <a:solidFill>
                  <a:srgbClr val="00339A"/>
                </a:solidFill>
                <a:latin typeface="Times New Roman" panose="22635452340000000000" pitchFamily="1"/>
              </a:rPr>
              <a:t>Fare clic per modificare stili del testo dello schema</a:t>
            </a:r>
          </a:p>
        </p:txBody>
      </p:sp>
      <p:sp>
        <p:nvSpPr>
          <p:cNvPr id="341" name="Segnaposto testo 340"/>
          <p:cNvSpPr>
            <a:spLocks noGrp="1"/>
          </p:cNvSpPr>
          <p:nvPr>
            <p:ph type="body" idx="10"/>
          </p:nvPr>
        </p:nvSpPr>
        <p:spPr>
          <a:xfrm>
            <a:off x="3655971" y="5413816"/>
            <a:ext cx="909921" cy="414764"/>
          </a:xfrm>
          <a:prstGeom prst="rect">
            <a:avLst/>
          </a:prstGeom>
          <a:noFill/>
          <a:ln w="0" cmpd="sng">
            <a:noFill/>
            <a:prstDash val="solid"/>
          </a:ln>
        </p:spPr>
        <p:txBody>
          <a:bodyPr vert="horz" lIns="0" tIns="0" rIns="0" bIns="0" anchor="t"/>
          <a:lstStyle>
            <a:lvl1pPr marL="0" marR="0" indent="0" algn="ctr">
              <a:lnSpc>
                <a:spcPts val="1052"/>
              </a:lnSpc>
              <a:spcAft>
                <a:spcPts val="0"/>
              </a:spcAft>
              <a:defRPr/>
            </a:lvl1pPr>
          </a:lstStyle>
          <a:p>
            <a:pPr marL="0" marR="0" lvl="0" indent="0" algn="ctr">
              <a:lnSpc>
                <a:spcPts val="1200"/>
              </a:lnSpc>
              <a:spcAft>
                <a:spcPts val="0"/>
              </a:spcAft>
            </a:pPr>
            <a:r>
              <a:rPr lang="it-IT" sz="1000" b="1" spc="0" smtClean="0">
                <a:solidFill>
                  <a:srgbClr val="00339A"/>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67694139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41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8542824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42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68913601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3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4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82_1_">
    <p:spTree>
      <p:nvGrpSpPr>
        <p:cNvPr id="1" name=""/>
        <p:cNvGrpSpPr/>
        <p:nvPr/>
      </p:nvGrpSpPr>
      <p:grpSpPr>
        <a:xfrm>
          <a:off x="0" y="0"/>
          <a:ext cx="0" cy="0"/>
          <a:chOff x="0" y="0"/>
          <a:chExt cx="0" cy="0"/>
        </a:xfrm>
      </p:grpSpPr>
      <p:sp>
        <p:nvSpPr>
          <p:cNvPr id="49" name="Segnaposto testo 48"/>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50" name="Segnaposto testo 49"/>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51" name="Segnaposto testo 50"/>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52" name="Segnaposto testo 51"/>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55" name="Segnaposto testo 54"/>
          <p:cNvSpPr>
            <a:spLocks noGrp="1"/>
          </p:cNvSpPr>
          <p:nvPr>
            <p:ph type="body" idx="10"/>
          </p:nvPr>
        </p:nvSpPr>
        <p:spPr>
          <a:xfrm>
            <a:off x="1053020" y="1855864"/>
            <a:ext cx="7038232" cy="4154531"/>
          </a:xfrm>
          <a:prstGeom prst="rect">
            <a:avLst/>
          </a:prstGeom>
          <a:noFill/>
          <a:ln w="12700" cmpd="sng">
            <a:solidFill>
              <a:srgbClr val="000000"/>
            </a:solidFill>
            <a:prstDash val="solid"/>
          </a:ln>
        </p:spPr>
        <p:txBody>
          <a:bodyPr vert="horz" lIns="0" tIns="60110" rIns="0" bIns="0" anchor="t">
            <a:normAutofit fontScale="90000"/>
          </a:bodyPr>
          <a:lstStyle>
            <a:lvl1pPr marL="400736" marR="0" indent="0" algn="l">
              <a:lnSpc>
                <a:spcPts val="2191"/>
              </a:lnSpc>
              <a:spcBef>
                <a:spcPts val="789"/>
              </a:spcBef>
              <a:spcAft>
                <a:spcPts val="0"/>
              </a:spcAft>
              <a:buFont typeface="Symbol"/>
              <a:buChar char="·"/>
              <a:defRPr/>
            </a:lvl1pPr>
          </a:lstStyle>
          <a:p>
            <a:pPr marL="91440" marR="0" lvl="0"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Fare clic per modificare stili del testo dello schema</a:t>
            </a:r>
          </a:p>
          <a:p>
            <a:pPr marL="91440" marR="0" lvl="1"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Secondo livello</a:t>
            </a:r>
          </a:p>
          <a:p>
            <a:pPr marL="91440" marR="0" lvl="2"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Terzo livello</a:t>
            </a:r>
          </a:p>
          <a:p>
            <a:pPr marL="91440" marR="0" lvl="3"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Quarto livello</a:t>
            </a:r>
          </a:p>
          <a:p>
            <a:pPr marL="91440" marR="0" lvl="4"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Quinto livello</a:t>
            </a:r>
            <a:endParaRPr lang="it-IT" sz="3300" spc="219" dirty="0">
              <a:solidFill>
                <a:srgbClr val="000000"/>
              </a:solidFill>
              <a:latin typeface="Times New Roman" panose="22635452340000000000" pitchFamily="1"/>
            </a:endParaRPr>
          </a:p>
        </p:txBody>
      </p:sp>
    </p:spTree>
    <p:extLst>
      <p:ext uri="{BB962C8B-B14F-4D97-AF65-F5344CB8AC3E}">
        <p14:creationId xmlns:p14="http://schemas.microsoft.com/office/powerpoint/2010/main" val="38790644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83_1_">
    <p:spTree>
      <p:nvGrpSpPr>
        <p:cNvPr id="1" name=""/>
        <p:cNvGrpSpPr/>
        <p:nvPr/>
      </p:nvGrpSpPr>
      <p:grpSpPr>
        <a:xfrm>
          <a:off x="0" y="0"/>
          <a:ext cx="0" cy="0"/>
          <a:chOff x="0" y="0"/>
          <a:chExt cx="0" cy="0"/>
        </a:xfrm>
      </p:grpSpPr>
      <p:sp>
        <p:nvSpPr>
          <p:cNvPr id="49" name="Segnaposto testo 48"/>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50" name="Segnaposto testo 49"/>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51" name="Segnaposto testo 50"/>
          <p:cNvSpPr>
            <a:spLocks noGrp="1"/>
          </p:cNvSpPr>
          <p:nvPr>
            <p:ph type="body" idx="10"/>
          </p:nvPr>
        </p:nvSpPr>
        <p:spPr>
          <a:xfrm>
            <a:off x="1063881" y="6010395"/>
            <a:ext cx="3445801" cy="314397"/>
          </a:xfrm>
          <a:prstGeom prst="rect">
            <a:avLst/>
          </a:prstGeom>
          <a:noFill/>
          <a:ln w="0" cmpd="sng">
            <a:noFill/>
            <a:prstDash val="solid"/>
          </a:ln>
        </p:spPr>
        <p:txBody>
          <a:bodyPr vert="horz" lIns="0" tIns="0" rIns="0" bIns="0" anchor="t"/>
          <a:lstStyle>
            <a:lvl1pPr marL="40074" marR="2684930" indent="0" algn="l">
              <a:lnSpc>
                <a:spcPts val="1052"/>
              </a:lnSpc>
              <a:spcAft>
                <a:spcPts val="0"/>
              </a:spcAft>
              <a:defRPr/>
            </a:lvl1pPr>
          </a:lstStyle>
          <a:p>
            <a:pPr marL="45720" marR="3063240" lvl="0" indent="0" algn="l">
              <a:lnSpc>
                <a:spcPts val="1200"/>
              </a:lnSpc>
              <a:spcAft>
                <a:spcPts val="0"/>
              </a:spcAft>
            </a:pPr>
            <a:r>
              <a:rPr lang="it-IT" sz="1000" spc="0" smtClean="0">
                <a:solidFill>
                  <a:srgbClr val="000000"/>
                </a:solidFill>
                <a:latin typeface="Times New Roman" panose="22635452340000000000" pitchFamily="1"/>
              </a:rPr>
              <a:t>Fare clic per modificare stili del testo dello schema</a:t>
            </a:r>
          </a:p>
        </p:txBody>
      </p:sp>
      <p:sp>
        <p:nvSpPr>
          <p:cNvPr id="52" name="Segnaposto testo 51"/>
          <p:cNvSpPr>
            <a:spLocks noGrp="1"/>
          </p:cNvSpPr>
          <p:nvPr>
            <p:ph type="body" idx="10"/>
          </p:nvPr>
        </p:nvSpPr>
        <p:spPr>
          <a:xfrm>
            <a:off x="4602004" y="6010395"/>
            <a:ext cx="3478929" cy="314397"/>
          </a:xfrm>
          <a:prstGeom prst="rect">
            <a:avLst/>
          </a:prstGeom>
          <a:noFill/>
          <a:ln w="0" cmpd="sng">
            <a:noFill/>
            <a:prstDash val="solid"/>
          </a:ln>
        </p:spPr>
        <p:txBody>
          <a:bodyPr vert="horz" lIns="0" tIns="0" rIns="0" bIns="0" anchor="t"/>
          <a:lstStyle>
            <a:lvl1pPr marL="0" marR="80147" indent="0" algn="r">
              <a:lnSpc>
                <a:spcPct val="95999"/>
              </a:lnSpc>
              <a:spcAft>
                <a:spcPts val="1104"/>
              </a:spcAft>
              <a:defRPr/>
            </a:lvl1pPr>
          </a:lstStyle>
          <a:p>
            <a:pPr marL="0" marR="91440" lvl="0" indent="0" algn="r">
              <a:lnSpc>
                <a:spcPct val="95999"/>
              </a:lnSpc>
              <a:spcAft>
                <a:spcPts val="1260"/>
              </a:spcAft>
            </a:pPr>
            <a:r>
              <a:rPr lang="it-IT" sz="1000" spc="0" smtClean="0">
                <a:solidFill>
                  <a:srgbClr val="000000"/>
                </a:solidFill>
                <a:latin typeface="Times New Roman" panose="22635452340000000000" pitchFamily="1"/>
              </a:rPr>
              <a:t>Fare clic per modificare stili del testo dello schema</a:t>
            </a:r>
          </a:p>
        </p:txBody>
      </p:sp>
      <p:sp>
        <p:nvSpPr>
          <p:cNvPr id="55" name="Segnaposto testo 54"/>
          <p:cNvSpPr>
            <a:spLocks noGrp="1"/>
          </p:cNvSpPr>
          <p:nvPr>
            <p:ph type="body" idx="10"/>
          </p:nvPr>
        </p:nvSpPr>
        <p:spPr>
          <a:xfrm>
            <a:off x="1053020" y="1855864"/>
            <a:ext cx="7038232" cy="4154531"/>
          </a:xfrm>
          <a:prstGeom prst="rect">
            <a:avLst/>
          </a:prstGeom>
          <a:noFill/>
          <a:ln w="12700" cmpd="sng">
            <a:solidFill>
              <a:srgbClr val="000000"/>
            </a:solidFill>
            <a:prstDash val="solid"/>
          </a:ln>
        </p:spPr>
        <p:txBody>
          <a:bodyPr vert="horz" lIns="0" tIns="60110" rIns="0" bIns="0" anchor="t">
            <a:normAutofit fontScale="90000"/>
          </a:bodyPr>
          <a:lstStyle>
            <a:lvl1pPr marL="400736" marR="0" indent="0" algn="l">
              <a:lnSpc>
                <a:spcPts val="2191"/>
              </a:lnSpc>
              <a:spcBef>
                <a:spcPts val="789"/>
              </a:spcBef>
              <a:spcAft>
                <a:spcPts val="0"/>
              </a:spcAft>
              <a:buFont typeface="Symbol"/>
              <a:buChar char="·"/>
              <a:defRPr/>
            </a:lvl1pPr>
          </a:lstStyle>
          <a:p>
            <a:pPr marL="91440" marR="0" lvl="0"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Fare clic per modificare stili del testo dello schema</a:t>
            </a:r>
          </a:p>
          <a:p>
            <a:pPr marL="91440" marR="0" lvl="1"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Secondo livello</a:t>
            </a:r>
          </a:p>
          <a:p>
            <a:pPr marL="91440" marR="0" lvl="2"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Terzo livello</a:t>
            </a:r>
          </a:p>
          <a:p>
            <a:pPr marL="91440" marR="0" lvl="3"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Quarto livello</a:t>
            </a:r>
          </a:p>
          <a:p>
            <a:pPr marL="91440" marR="0" lvl="4" indent="365760" algn="l">
              <a:lnSpc>
                <a:spcPts val="2700"/>
              </a:lnSpc>
              <a:spcAft>
                <a:spcPts val="0"/>
              </a:spcAft>
              <a:buFont typeface="Symbol"/>
              <a:buChar char="·"/>
            </a:pPr>
            <a:r>
              <a:rPr lang="it-IT" sz="3300" spc="197" smtClean="0">
                <a:solidFill>
                  <a:srgbClr val="000000"/>
                </a:solidFill>
                <a:latin typeface="Times New Roman" panose="22635452340000000000" pitchFamily="1"/>
              </a:rPr>
              <a:t>Quinto livello</a:t>
            </a:r>
            <a:endParaRPr lang="it-IT" sz="3300" spc="219" dirty="0">
              <a:solidFill>
                <a:srgbClr val="000000"/>
              </a:solidFill>
              <a:latin typeface="Times New Roman" panose="22635452340000000000" pitchFamily="1"/>
            </a:endParaRPr>
          </a:p>
        </p:txBody>
      </p:sp>
    </p:spTree>
    <p:extLst>
      <p:ext uri="{BB962C8B-B14F-4D97-AF65-F5344CB8AC3E}">
        <p14:creationId xmlns:p14="http://schemas.microsoft.com/office/powerpoint/2010/main" val="38790644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84_1_">
    <p:spTree>
      <p:nvGrpSpPr>
        <p:cNvPr id="1" name=""/>
        <p:cNvGrpSpPr/>
        <p:nvPr/>
      </p:nvGrpSpPr>
      <p:grpSpPr>
        <a:xfrm>
          <a:off x="0" y="0"/>
          <a:ext cx="0" cy="0"/>
          <a:chOff x="0" y="0"/>
          <a:chExt cx="0" cy="0"/>
        </a:xfrm>
      </p:grpSpPr>
      <p:sp>
        <p:nvSpPr>
          <p:cNvPr id="111" name="Segnaposto testo 110"/>
          <p:cNvSpPr>
            <a:spLocks noGrp="1"/>
          </p:cNvSpPr>
          <p:nvPr>
            <p:ph type="body" idx="10"/>
          </p:nvPr>
        </p:nvSpPr>
        <p:spPr>
          <a:xfrm>
            <a:off x="659095" y="6321112"/>
            <a:ext cx="7913489" cy="151504"/>
          </a:xfrm>
          <a:prstGeom prst="rect">
            <a:avLst/>
          </a:prstGeom>
          <a:noFill/>
          <a:ln w="0" cmpd="sng">
            <a:noFill/>
            <a:prstDash val="solid"/>
          </a:ln>
        </p:spPr>
        <p:txBody>
          <a:bodyPr vert="horz" lIns="0" tIns="0" rIns="0" bIns="0" anchor="t"/>
          <a:lstStyle>
            <a:lvl1pPr marL="7453686" marR="0" indent="0" algn="l">
              <a:lnSpc>
                <a:spcPct val="95999"/>
              </a:lnSpc>
              <a:spcAft>
                <a:spcPts val="0"/>
              </a:spcAft>
              <a:defRPr/>
            </a:lvl1pPr>
          </a:lstStyle>
          <a:p>
            <a:pPr marL="8503920" marR="0" lvl="0" indent="0" algn="l">
              <a:lnSpc>
                <a:spcPct val="95999"/>
              </a:lnSpc>
              <a:spcAft>
                <a:spcPts val="0"/>
              </a:spcAft>
            </a:pPr>
            <a:r>
              <a:rPr lang="it-IT" sz="1200" spc="-179" smtClean="0">
                <a:solidFill>
                  <a:srgbClr val="7E0000"/>
                </a:solidFill>
                <a:latin typeface="Times New Roman" panose="22635452340000000000" pitchFamily="1"/>
              </a:rPr>
              <a:t>Fare clic per modificare stili del testo dello schema</a:t>
            </a:r>
          </a:p>
        </p:txBody>
      </p:sp>
      <p:sp>
        <p:nvSpPr>
          <p:cNvPr id="114" name="Segnaposto testo 113"/>
          <p:cNvSpPr>
            <a:spLocks noGrp="1"/>
          </p:cNvSpPr>
          <p:nvPr>
            <p:ph type="body" idx="10"/>
          </p:nvPr>
        </p:nvSpPr>
        <p:spPr>
          <a:xfrm>
            <a:off x="2642354" y="1233922"/>
            <a:ext cx="4698906" cy="390569"/>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48" smtClean="0">
                <a:solidFill>
                  <a:srgbClr val="003164"/>
                </a:solidFill>
                <a:latin typeface="Arial" panose="22635452340000000000" pitchFamily="2"/>
              </a:rPr>
              <a:t>Fare clic per modificare stili del testo dello schema</a:t>
            </a:r>
          </a:p>
        </p:txBody>
      </p:sp>
      <p:sp>
        <p:nvSpPr>
          <p:cNvPr id="115" name="Segnaposto testo 114"/>
          <p:cNvSpPr>
            <a:spLocks noGrp="1"/>
          </p:cNvSpPr>
          <p:nvPr>
            <p:ph type="body" idx="10"/>
          </p:nvPr>
        </p:nvSpPr>
        <p:spPr>
          <a:xfrm>
            <a:off x="1154231" y="2296178"/>
            <a:ext cx="6423738" cy="1095091"/>
          </a:xfrm>
          <a:prstGeom prst="rect">
            <a:avLst/>
          </a:prstGeom>
          <a:noFill/>
          <a:ln w="0" cmpd="sng">
            <a:noFill/>
            <a:prstDash val="solid"/>
          </a:ln>
        </p:spPr>
        <p:txBody>
          <a:bodyPr vert="horz" lIns="0" tIns="0" rIns="0" bIns="0" anchor="t"/>
          <a:lstStyle>
            <a:lvl1pPr marL="520957" marR="0" indent="0" algn="l">
              <a:lnSpc>
                <a:spcPct val="88319"/>
              </a:lnSpc>
              <a:spcBef>
                <a:spcPts val="0"/>
              </a:spcBef>
              <a:spcAft>
                <a:spcPts val="0"/>
              </a:spcAft>
              <a:tabLst>
                <a:tab pos="4630168" algn="r"/>
              </a:tabLst>
              <a:defRPr/>
            </a:lvl1pPr>
          </a:lstStyle>
          <a:p>
            <a:pPr marL="0" marR="0" lvl="0" indent="0" algn="l">
              <a:lnSpc>
                <a:spcPct val="95999"/>
              </a:lnSpc>
              <a:spcAft>
                <a:spcPts val="0"/>
              </a:spcAft>
              <a:tabLst>
                <a:tab pos="5282565" algn="r"/>
              </a:tabLst>
            </a:pPr>
            <a:r>
              <a:rPr lang="it-IT" sz="1600" b="1" spc="-412" smtClean="0">
                <a:solidFill>
                  <a:srgbClr val="003164"/>
                </a:solidFill>
                <a:latin typeface="Arial" panose="22635452340000000000" pitchFamily="2"/>
              </a:rPr>
              <a:t>Fare clic per modificare stili del testo dello schema</a:t>
            </a:r>
          </a:p>
          <a:p>
            <a:pPr marL="0" marR="0" lvl="1" indent="0" algn="l">
              <a:lnSpc>
                <a:spcPct val="95999"/>
              </a:lnSpc>
              <a:spcAft>
                <a:spcPts val="0"/>
              </a:spcAft>
              <a:tabLst>
                <a:tab pos="5282565" algn="r"/>
              </a:tabLst>
            </a:pPr>
            <a:r>
              <a:rPr lang="it-IT" sz="1600" b="1" spc="-412" smtClean="0">
                <a:solidFill>
                  <a:srgbClr val="003164"/>
                </a:solidFill>
                <a:latin typeface="Arial" panose="22635452340000000000" pitchFamily="2"/>
              </a:rPr>
              <a:t>Secondo livello</a:t>
            </a:r>
          </a:p>
          <a:p>
            <a:pPr marL="0" marR="0" lvl="2" indent="0" algn="l">
              <a:lnSpc>
                <a:spcPct val="95999"/>
              </a:lnSpc>
              <a:spcAft>
                <a:spcPts val="0"/>
              </a:spcAft>
              <a:tabLst>
                <a:tab pos="5282565" algn="r"/>
              </a:tabLst>
            </a:pPr>
            <a:r>
              <a:rPr lang="it-IT" sz="1600" b="1" spc="-412" smtClean="0">
                <a:solidFill>
                  <a:srgbClr val="003164"/>
                </a:solidFill>
                <a:latin typeface="Arial" panose="22635452340000000000" pitchFamily="2"/>
              </a:rPr>
              <a:t>Terzo livello</a:t>
            </a:r>
          </a:p>
          <a:p>
            <a:pPr marL="0" marR="0" lvl="3" indent="0" algn="l">
              <a:lnSpc>
                <a:spcPct val="95999"/>
              </a:lnSpc>
              <a:spcAft>
                <a:spcPts val="0"/>
              </a:spcAft>
              <a:tabLst>
                <a:tab pos="5282565" algn="r"/>
              </a:tabLst>
            </a:pPr>
            <a:r>
              <a:rPr lang="it-IT" sz="1600" b="1" spc="-412" smtClean="0">
                <a:solidFill>
                  <a:srgbClr val="003164"/>
                </a:solidFill>
                <a:latin typeface="Arial" panose="22635452340000000000" pitchFamily="2"/>
              </a:rPr>
              <a:t>Quarto livello</a:t>
            </a:r>
          </a:p>
          <a:p>
            <a:pPr marL="0" marR="0" lvl="4" indent="0" algn="l">
              <a:lnSpc>
                <a:spcPct val="95999"/>
              </a:lnSpc>
              <a:spcAft>
                <a:spcPts val="0"/>
              </a:spcAft>
              <a:tabLst>
                <a:tab pos="5282565" algn="r"/>
              </a:tabLst>
            </a:pPr>
            <a:r>
              <a:rPr lang="it-IT" sz="1600" b="1" spc="-412" smtClean="0">
                <a:solidFill>
                  <a:srgbClr val="003164"/>
                </a:solidFill>
                <a:latin typeface="Arial" panose="22635452340000000000" pitchFamily="2"/>
              </a:rPr>
              <a:t>Quinto livello</a:t>
            </a:r>
            <a:endParaRPr lang="it-IT" sz="1600" spc="-18" dirty="0">
              <a:solidFill>
                <a:srgbClr val="003164"/>
              </a:solidFill>
              <a:latin typeface="Arial" panose="22635452340000000000" pitchFamily="2"/>
            </a:endParaRPr>
          </a:p>
        </p:txBody>
      </p:sp>
      <p:sp>
        <p:nvSpPr>
          <p:cNvPr id="116" name="Segnaposto testo 115"/>
          <p:cNvSpPr>
            <a:spLocks noGrp="1"/>
          </p:cNvSpPr>
          <p:nvPr>
            <p:ph type="body" idx="10"/>
          </p:nvPr>
        </p:nvSpPr>
        <p:spPr>
          <a:xfrm>
            <a:off x="1156946" y="3633214"/>
            <a:ext cx="6358588" cy="454512"/>
          </a:xfrm>
          <a:prstGeom prst="rect">
            <a:avLst/>
          </a:prstGeom>
          <a:noFill/>
          <a:ln w="0" cmpd="sng">
            <a:noFill/>
            <a:prstDash val="solid"/>
          </a:ln>
        </p:spPr>
        <p:txBody>
          <a:bodyPr vert="horz" lIns="0" tIns="0" rIns="0" bIns="0" anchor="t"/>
          <a:lstStyle>
            <a:lvl1pPr marL="520957" marR="0" indent="0" algn="l">
              <a:lnSpc>
                <a:spcPct val="82559"/>
              </a:lnSpc>
              <a:spcBef>
                <a:spcPts val="0"/>
              </a:spcBef>
              <a:spcAft>
                <a:spcPts val="0"/>
              </a:spcAft>
              <a:tabLst>
                <a:tab pos="6515853" algn="r"/>
              </a:tabLst>
              <a:defRPr/>
            </a:lvl1pPr>
          </a:lstStyle>
          <a:p>
            <a:pPr marL="0" marR="0" lvl="0" indent="0" algn="l">
              <a:lnSpc>
                <a:spcPts val="1900"/>
              </a:lnSpc>
              <a:spcAft>
                <a:spcPts val="0"/>
              </a:spcAft>
              <a:tabLst>
                <a:tab pos="7433945" algn="r"/>
              </a:tabLst>
            </a:pPr>
            <a:r>
              <a:rPr lang="it-IT" sz="2600" spc="0" smtClean="0">
                <a:solidFill>
                  <a:srgbClr val="003164"/>
                </a:solidFill>
                <a:latin typeface="Arial" panose="22635452340000000000" pitchFamily="2"/>
              </a:rPr>
              <a:t>Fare clic per modificare stili del testo dello schema</a:t>
            </a:r>
          </a:p>
          <a:p>
            <a:pPr marL="0" marR="0" lvl="1" indent="0" algn="l">
              <a:lnSpc>
                <a:spcPts val="1900"/>
              </a:lnSpc>
              <a:spcAft>
                <a:spcPts val="0"/>
              </a:spcAft>
              <a:tabLst>
                <a:tab pos="7433945" algn="r"/>
              </a:tabLst>
            </a:pPr>
            <a:r>
              <a:rPr lang="it-IT" sz="2600" spc="0" smtClean="0">
                <a:solidFill>
                  <a:srgbClr val="003164"/>
                </a:solidFill>
                <a:latin typeface="Arial" panose="22635452340000000000" pitchFamily="2"/>
              </a:rPr>
              <a:t>Secondo livello</a:t>
            </a:r>
          </a:p>
        </p:txBody>
      </p:sp>
      <p:sp>
        <p:nvSpPr>
          <p:cNvPr id="117" name="Segnaposto testo 116"/>
          <p:cNvSpPr>
            <a:spLocks noGrp="1"/>
          </p:cNvSpPr>
          <p:nvPr>
            <p:ph type="body" idx="10"/>
          </p:nvPr>
        </p:nvSpPr>
        <p:spPr>
          <a:xfrm>
            <a:off x="7955836" y="6319960"/>
            <a:ext cx="128127" cy="154384"/>
          </a:xfrm>
          <a:prstGeom prst="rect">
            <a:avLst/>
          </a:prstGeom>
          <a:noFill/>
          <a:ln w="0" cmpd="sng">
            <a:noFill/>
            <a:prstDash val="solid"/>
          </a:ln>
        </p:spPr>
        <p:txBody>
          <a:bodyPr vert="horz" lIns="0" tIns="0" rIns="0" bIns="0" anchor="t"/>
          <a:lstStyle>
            <a:lvl1pPr marL="0" marR="0" indent="0" algn="l">
              <a:lnSpc>
                <a:spcPct val="79679"/>
              </a:lnSpc>
              <a:spcAft>
                <a:spcPts val="0"/>
              </a:spcAft>
              <a:defRPr/>
            </a:lvl1pPr>
          </a:lstStyle>
          <a:p>
            <a:pPr marL="0" marR="0" lvl="0" indent="0" algn="l">
              <a:lnSpc>
                <a:spcPct val="79679"/>
              </a:lnSpc>
              <a:spcAft>
                <a:spcPts val="0"/>
              </a:spcAft>
            </a:pPr>
            <a:r>
              <a:rPr lang="it-IT" sz="1200" spc="-118" smtClean="0">
                <a:solidFill>
                  <a:srgbClr val="7E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1873504527"/>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43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82538330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44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83087145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45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01984313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46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360557097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3_1_">
    <p:spTree>
      <p:nvGrpSpPr>
        <p:cNvPr id="1" name=""/>
        <p:cNvGrpSpPr/>
        <p:nvPr/>
      </p:nvGrpSpPr>
      <p:grpSpPr>
        <a:xfrm>
          <a:off x="0" y="0"/>
          <a:ext cx="0" cy="0"/>
          <a:chOff x="0" y="0"/>
          <a:chExt cx="0" cy="0"/>
        </a:xfrm>
      </p:grpSpPr>
      <p:sp>
        <p:nvSpPr>
          <p:cNvPr id="31" name="Segnaposto testo 30"/>
          <p:cNvSpPr>
            <a:spLocks noGrp="1"/>
          </p:cNvSpPr>
          <p:nvPr>
            <p:ph type="body" idx="10"/>
          </p:nvPr>
        </p:nvSpPr>
        <p:spPr>
          <a:xfrm>
            <a:off x="0" y="26829"/>
            <a:ext cx="9144336" cy="429924"/>
          </a:xfrm>
          <a:prstGeom prst="rect">
            <a:avLst/>
          </a:prstGeom>
          <a:noFill/>
          <a:ln w="0" cmpd="sng">
            <a:noFill/>
            <a:prstDash val="solid"/>
          </a:ln>
        </p:spPr>
        <p:txBody>
          <a:bodyPr vert="horz" lIns="0" tIns="0" rIns="0" bIns="0" anchor="t"/>
          <a:lstStyle>
            <a:lvl1pPr marL="435181" marR="0" indent="0" algn="l">
              <a:lnSpc>
                <a:spcPts val="3067"/>
              </a:lnSpc>
              <a:spcAft>
                <a:spcPts val="0"/>
              </a:spcAft>
              <a:defRPr/>
            </a:lvl1pPr>
          </a:lstStyle>
          <a:p>
            <a:pPr marL="411480" marR="0" lvl="0" indent="0" algn="l">
              <a:lnSpc>
                <a:spcPts val="2900"/>
              </a:lnSpc>
              <a:spcAft>
                <a:spcPts val="0"/>
              </a:spcAft>
            </a:pPr>
            <a:r>
              <a:rPr lang="it-IT" sz="3000" b="1" spc="0" smtClean="0">
                <a:solidFill>
                  <a:srgbClr val="C70115"/>
                </a:solidFill>
                <a:latin typeface="Times New Roman" panose="22635452340000000000" pitchFamily="1"/>
              </a:rPr>
              <a:t>Fare clic per modificare stili del testo dello schema</a:t>
            </a:r>
          </a:p>
        </p:txBody>
      </p:sp>
      <p:sp>
        <p:nvSpPr>
          <p:cNvPr id="32" name="Segnaposto testo 31"/>
          <p:cNvSpPr>
            <a:spLocks noGrp="1"/>
          </p:cNvSpPr>
          <p:nvPr>
            <p:ph type="body" idx="10"/>
          </p:nvPr>
        </p:nvSpPr>
        <p:spPr>
          <a:xfrm>
            <a:off x="0" y="26829"/>
            <a:ext cx="9144336" cy="429924"/>
          </a:xfrm>
          <a:prstGeom prst="rect">
            <a:avLst/>
          </a:prstGeom>
          <a:noFill/>
          <a:ln w="0" cmpd="sng">
            <a:noFill/>
            <a:prstDash val="solid"/>
          </a:ln>
        </p:spPr>
        <p:txBody>
          <a:bodyPr vert="horz" lIns="0" tIns="0" rIns="0" bIns="0" anchor="t"/>
          <a:lstStyle>
            <a:lvl1pPr marL="435181" marR="0" indent="0" algn="l">
              <a:lnSpc>
                <a:spcPts val="3067"/>
              </a:lnSpc>
              <a:spcAft>
                <a:spcPts val="0"/>
              </a:spcAft>
              <a:defRPr/>
            </a:lvl1pPr>
          </a:lstStyle>
          <a:p>
            <a:pPr marL="411480" marR="0" lvl="0" indent="0" algn="l">
              <a:lnSpc>
                <a:spcPts val="2900"/>
              </a:lnSpc>
              <a:spcAft>
                <a:spcPts val="0"/>
              </a:spcAft>
            </a:pPr>
            <a:r>
              <a:rPr lang="it-IT" sz="3000" b="1" spc="0" smtClean="0">
                <a:solidFill>
                  <a:srgbClr val="C70115"/>
                </a:solidFill>
                <a:latin typeface="Times New Roman" panose="22635452340000000000" pitchFamily="1"/>
              </a:rPr>
              <a:t>Fare clic per modificare stili del testo dello schema</a:t>
            </a:r>
          </a:p>
        </p:txBody>
      </p:sp>
      <p:sp>
        <p:nvSpPr>
          <p:cNvPr id="33" name="Segnaposto testo 32"/>
          <p:cNvSpPr>
            <a:spLocks noGrp="1"/>
          </p:cNvSpPr>
          <p:nvPr>
            <p:ph type="body" idx="10"/>
          </p:nvPr>
        </p:nvSpPr>
        <p:spPr>
          <a:xfrm>
            <a:off x="0" y="6690323"/>
            <a:ext cx="9144336" cy="157617"/>
          </a:xfrm>
          <a:prstGeom prst="rect">
            <a:avLst/>
          </a:prstGeom>
          <a:solidFill>
            <a:srgbClr val="C70115"/>
          </a:solidFill>
          <a:ln w="0" cmpd="sng">
            <a:noFill/>
            <a:prstDash val="solid"/>
          </a:ln>
        </p:spPr>
        <p:txBody>
          <a:bodyPr vert="horz" lIns="0" tIns="0" rIns="0" bIns="0" anchor="t"/>
          <a:lstStyle>
            <a:lvl1pPr marL="2127553" marR="0" indent="0" algn="l">
              <a:lnSpc>
                <a:spcPct val="95999"/>
              </a:lnSpc>
              <a:spcAft>
                <a:spcPts val="0"/>
              </a:spcAft>
              <a:tabLst>
                <a:tab pos="6027395" algn="l"/>
                <a:tab pos="7946087" algn="r"/>
              </a:tabLst>
              <a:defRPr/>
            </a:lvl1pPr>
          </a:lstStyle>
          <a:p>
            <a:pPr marL="2011680" marR="0" lvl="0" indent="0" algn="l">
              <a:lnSpc>
                <a:spcPct val="95999"/>
              </a:lnSpc>
              <a:spcAft>
                <a:spcPts val="0"/>
              </a:spcAft>
              <a:tabLst>
                <a:tab pos="5699125" algn="l"/>
                <a:tab pos="7513320" algn="r"/>
              </a:tabLst>
            </a:pPr>
            <a:r>
              <a:rPr lang="it-IT" sz="800" spc="-21" smtClean="0">
                <a:solidFill>
                  <a:srgbClr val="FFFFFF"/>
                </a:solidFill>
                <a:latin typeface="Times New Roman" panose="22635452340000000000" pitchFamily="1"/>
              </a:rPr>
              <a:t>Fare clic per modificare stili del testo dello schema</a:t>
            </a:r>
          </a:p>
        </p:txBody>
      </p:sp>
      <p:sp>
        <p:nvSpPr>
          <p:cNvPr id="34" name="Segnaposto testo 33"/>
          <p:cNvSpPr>
            <a:spLocks noGrp="1"/>
          </p:cNvSpPr>
          <p:nvPr>
            <p:ph type="body" idx="10"/>
          </p:nvPr>
        </p:nvSpPr>
        <p:spPr>
          <a:xfrm>
            <a:off x="0" y="456753"/>
            <a:ext cx="9144336" cy="6139671"/>
          </a:xfrm>
          <a:prstGeom prst="rect">
            <a:avLst/>
          </a:prstGeom>
          <a:noFill/>
          <a:ln w="0" cmpd="sng">
            <a:noFill/>
            <a:prstDash val="solid"/>
          </a:ln>
        </p:spPr>
        <p:txBody>
          <a:bodyPr vert="horz" lIns="0" tIns="628595" rIns="0" bIns="0" anchor="t"/>
          <a:lstStyle>
            <a:lvl1pPr marL="1450604" marR="0" indent="0" algn="l">
              <a:lnSpc>
                <a:spcPct val="80639"/>
              </a:lnSpc>
              <a:spcBef>
                <a:spcPts val="0"/>
              </a:spcBef>
              <a:spcAft>
                <a:spcPts val="6282"/>
              </a:spcAft>
              <a:defRPr/>
            </a:lvl1pPr>
          </a:lstStyle>
          <a:p>
            <a:pPr marL="411480" marR="0" lvl="0" indent="0" algn="l">
              <a:lnSpc>
                <a:spcPct val="95999"/>
              </a:lnSpc>
              <a:spcAft>
                <a:spcPts val="0"/>
              </a:spcAft>
            </a:pPr>
            <a:r>
              <a:rPr lang="it-IT" sz="2700" b="1" spc="-32" smtClean="0">
                <a:solidFill>
                  <a:srgbClr val="C70115"/>
                </a:solidFill>
                <a:latin typeface="Times New Roman" panose="22635452340000000000" pitchFamily="1"/>
              </a:rPr>
              <a:t>Fare clic per modificare stili del testo dello schema</a:t>
            </a:r>
          </a:p>
          <a:p>
            <a:pPr marL="411480" marR="0" lvl="1" indent="0" algn="l">
              <a:lnSpc>
                <a:spcPct val="95999"/>
              </a:lnSpc>
              <a:spcAft>
                <a:spcPts val="0"/>
              </a:spcAft>
            </a:pPr>
            <a:r>
              <a:rPr lang="it-IT" sz="2700" b="1" spc="-32" smtClean="0">
                <a:solidFill>
                  <a:srgbClr val="C70115"/>
                </a:solidFill>
                <a:latin typeface="Times New Roman" panose="22635452340000000000" pitchFamily="1"/>
              </a:rPr>
              <a:t>Secondo livello</a:t>
            </a:r>
          </a:p>
          <a:p>
            <a:pPr marL="411480" marR="0" lvl="2" indent="0" algn="l">
              <a:lnSpc>
                <a:spcPct val="95999"/>
              </a:lnSpc>
              <a:spcAft>
                <a:spcPts val="0"/>
              </a:spcAft>
            </a:pPr>
            <a:r>
              <a:rPr lang="it-IT" sz="2700" b="1" spc="-32" smtClean="0">
                <a:solidFill>
                  <a:srgbClr val="C70115"/>
                </a:solidFill>
                <a:latin typeface="Times New Roman" panose="22635452340000000000" pitchFamily="1"/>
              </a:rPr>
              <a:t>Terzo livello</a:t>
            </a:r>
          </a:p>
          <a:p>
            <a:pPr marL="411480" marR="0" lvl="3" indent="0" algn="l">
              <a:lnSpc>
                <a:spcPct val="95999"/>
              </a:lnSpc>
              <a:spcAft>
                <a:spcPts val="0"/>
              </a:spcAft>
            </a:pPr>
            <a:r>
              <a:rPr lang="it-IT" sz="2700" b="1" spc="-32" smtClean="0">
                <a:solidFill>
                  <a:srgbClr val="C70115"/>
                </a:solidFill>
                <a:latin typeface="Times New Roman" panose="22635452340000000000" pitchFamily="1"/>
              </a:rPr>
              <a:t>Quarto livello</a:t>
            </a:r>
          </a:p>
          <a:p>
            <a:pPr marL="411480" marR="0" lvl="4" indent="0" algn="l">
              <a:lnSpc>
                <a:spcPct val="95999"/>
              </a:lnSpc>
              <a:spcAft>
                <a:spcPts val="0"/>
              </a:spcAft>
            </a:pPr>
            <a:r>
              <a:rPr lang="it-IT" sz="2700" b="1" spc="-32" smtClean="0">
                <a:solidFill>
                  <a:srgbClr val="C70115"/>
                </a:solidFill>
                <a:latin typeface="Times New Roman" panose="22635452340000000000" pitchFamily="1"/>
              </a:rPr>
              <a:t>Quinto livello</a:t>
            </a:r>
            <a:endParaRPr lang="it-IT" sz="2500" spc="-53" dirty="0">
              <a:solidFill>
                <a:srgbClr val="000000"/>
              </a:solidFill>
              <a:latin typeface="Times New Roman" panose="22635452340000000000" pitchFamily="1"/>
            </a:endParaRPr>
          </a:p>
        </p:txBody>
      </p:sp>
    </p:spTree>
    <p:extLst>
      <p:ext uri="{BB962C8B-B14F-4D97-AF65-F5344CB8AC3E}">
        <p14:creationId xmlns:p14="http://schemas.microsoft.com/office/powerpoint/2010/main" val="369371234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16_1_">
    <p:spTree>
      <p:nvGrpSpPr>
        <p:cNvPr id="1" name=""/>
        <p:cNvGrpSpPr/>
        <p:nvPr/>
      </p:nvGrpSpPr>
      <p:grpSpPr>
        <a:xfrm>
          <a:off x="0" y="0"/>
          <a:ext cx="0" cy="0"/>
          <a:chOff x="0" y="0"/>
          <a:chExt cx="0" cy="0"/>
        </a:xfrm>
      </p:grpSpPr>
      <p:sp>
        <p:nvSpPr>
          <p:cNvPr id="59" name="Segnaposto testo 58"/>
          <p:cNvSpPr>
            <a:spLocks noGrp="1"/>
          </p:cNvSpPr>
          <p:nvPr>
            <p:ph type="body" idx="10"/>
          </p:nvPr>
        </p:nvSpPr>
        <p:spPr>
          <a:xfrm>
            <a:off x="0" y="26829"/>
            <a:ext cx="9144336" cy="429924"/>
          </a:xfrm>
          <a:prstGeom prst="rect">
            <a:avLst/>
          </a:prstGeom>
          <a:noFill/>
          <a:ln w="0" cmpd="sng">
            <a:noFill/>
            <a:prstDash val="solid"/>
          </a:ln>
        </p:spPr>
        <p:txBody>
          <a:bodyPr vert="horz" lIns="0" tIns="0" rIns="0" bIns="0" anchor="t"/>
          <a:lstStyle>
            <a:lvl1pPr marL="435181" marR="0" indent="0" algn="l">
              <a:lnSpc>
                <a:spcPts val="3067"/>
              </a:lnSpc>
              <a:spcAft>
                <a:spcPts val="0"/>
              </a:spcAft>
              <a:defRPr/>
            </a:lvl1pPr>
          </a:lstStyle>
          <a:p>
            <a:pPr marL="411480" marR="0" lvl="0" indent="0" algn="l">
              <a:lnSpc>
                <a:spcPts val="2900"/>
              </a:lnSpc>
              <a:spcAft>
                <a:spcPts val="0"/>
              </a:spcAft>
            </a:pPr>
            <a:r>
              <a:rPr lang="it-IT" sz="3000" b="1" spc="0" smtClean="0">
                <a:solidFill>
                  <a:srgbClr val="C70115"/>
                </a:solidFill>
                <a:latin typeface="Times New Roman" panose="22635452340000000000" pitchFamily="1"/>
              </a:rPr>
              <a:t>Fare clic per modificare stili del testo dello schema</a:t>
            </a:r>
          </a:p>
        </p:txBody>
      </p:sp>
      <p:sp>
        <p:nvSpPr>
          <p:cNvPr id="60" name="Segnaposto testo 59"/>
          <p:cNvSpPr>
            <a:spLocks noGrp="1"/>
          </p:cNvSpPr>
          <p:nvPr>
            <p:ph type="body" idx="10"/>
          </p:nvPr>
        </p:nvSpPr>
        <p:spPr>
          <a:xfrm>
            <a:off x="0" y="26829"/>
            <a:ext cx="9144336" cy="429924"/>
          </a:xfrm>
          <a:prstGeom prst="rect">
            <a:avLst/>
          </a:prstGeom>
          <a:noFill/>
          <a:ln w="0" cmpd="sng">
            <a:noFill/>
            <a:prstDash val="solid"/>
          </a:ln>
        </p:spPr>
        <p:txBody>
          <a:bodyPr vert="horz" lIns="0" tIns="0" rIns="0" bIns="0" anchor="t"/>
          <a:lstStyle>
            <a:lvl1pPr marL="435181" marR="0" indent="0" algn="l">
              <a:lnSpc>
                <a:spcPts val="3067"/>
              </a:lnSpc>
              <a:spcAft>
                <a:spcPts val="0"/>
              </a:spcAft>
              <a:defRPr/>
            </a:lvl1pPr>
          </a:lstStyle>
          <a:p>
            <a:pPr marL="411480" marR="0" lvl="0" indent="0" algn="l">
              <a:lnSpc>
                <a:spcPts val="2900"/>
              </a:lnSpc>
              <a:spcAft>
                <a:spcPts val="0"/>
              </a:spcAft>
            </a:pPr>
            <a:r>
              <a:rPr lang="it-IT" sz="3000" b="1" spc="0" smtClean="0">
                <a:solidFill>
                  <a:srgbClr val="C70115"/>
                </a:solidFill>
                <a:latin typeface="Times New Roman" panose="22635452340000000000" pitchFamily="1"/>
              </a:rPr>
              <a:t>Fare clic per modificare stili del testo dello schema</a:t>
            </a:r>
          </a:p>
        </p:txBody>
      </p:sp>
      <p:sp>
        <p:nvSpPr>
          <p:cNvPr id="61" name="Segnaposto testo 60"/>
          <p:cNvSpPr>
            <a:spLocks noGrp="1"/>
          </p:cNvSpPr>
          <p:nvPr>
            <p:ph type="body" idx="10"/>
          </p:nvPr>
        </p:nvSpPr>
        <p:spPr>
          <a:xfrm>
            <a:off x="0" y="26829"/>
            <a:ext cx="9144336" cy="429924"/>
          </a:xfrm>
          <a:prstGeom prst="rect">
            <a:avLst/>
          </a:prstGeom>
          <a:noFill/>
          <a:ln w="0" cmpd="sng">
            <a:noFill/>
            <a:prstDash val="solid"/>
          </a:ln>
        </p:spPr>
        <p:txBody>
          <a:bodyPr vert="horz" lIns="0" tIns="0" rIns="0" bIns="0" anchor="t"/>
          <a:lstStyle>
            <a:lvl1pPr marL="435181" marR="0" indent="0" algn="l">
              <a:lnSpc>
                <a:spcPts val="3067"/>
              </a:lnSpc>
              <a:spcAft>
                <a:spcPts val="0"/>
              </a:spcAft>
              <a:defRPr/>
            </a:lvl1pPr>
          </a:lstStyle>
          <a:p>
            <a:pPr marL="411480" marR="0" lvl="0" indent="0" algn="l">
              <a:lnSpc>
                <a:spcPts val="2900"/>
              </a:lnSpc>
              <a:spcAft>
                <a:spcPts val="0"/>
              </a:spcAft>
            </a:pPr>
            <a:r>
              <a:rPr lang="it-IT" sz="3000" b="1" spc="0" smtClean="0">
                <a:solidFill>
                  <a:srgbClr val="C70115"/>
                </a:solidFill>
                <a:latin typeface="Times New Roman" panose="22635452340000000000" pitchFamily="1"/>
              </a:rPr>
              <a:t>Fare clic per modificare stili del testo dello schema</a:t>
            </a:r>
          </a:p>
        </p:txBody>
      </p:sp>
      <p:sp>
        <p:nvSpPr>
          <p:cNvPr id="62" name="Segnaposto testo 61"/>
          <p:cNvSpPr>
            <a:spLocks noGrp="1"/>
          </p:cNvSpPr>
          <p:nvPr>
            <p:ph type="body" idx="10"/>
          </p:nvPr>
        </p:nvSpPr>
        <p:spPr>
          <a:xfrm>
            <a:off x="0" y="6690323"/>
            <a:ext cx="9144336" cy="157617"/>
          </a:xfrm>
          <a:prstGeom prst="rect">
            <a:avLst/>
          </a:prstGeom>
          <a:solidFill>
            <a:srgbClr val="C70115"/>
          </a:solidFill>
          <a:ln w="0" cmpd="sng">
            <a:noFill/>
            <a:prstDash val="solid"/>
          </a:ln>
        </p:spPr>
        <p:txBody>
          <a:bodyPr vert="horz" lIns="0" tIns="0" rIns="0" bIns="0" anchor="t"/>
          <a:lstStyle>
            <a:lvl1pPr marL="2127553" marR="0" indent="0" algn="l">
              <a:lnSpc>
                <a:spcPct val="95999"/>
              </a:lnSpc>
              <a:spcAft>
                <a:spcPts val="0"/>
              </a:spcAft>
              <a:tabLst>
                <a:tab pos="6027395" algn="l"/>
                <a:tab pos="7991083" algn="r"/>
              </a:tabLst>
              <a:defRPr/>
            </a:lvl1pPr>
          </a:lstStyle>
          <a:p>
            <a:pPr marL="2011680" marR="0" lvl="0" indent="0" algn="l">
              <a:lnSpc>
                <a:spcPct val="95999"/>
              </a:lnSpc>
              <a:spcAft>
                <a:spcPts val="0"/>
              </a:spcAft>
              <a:tabLst>
                <a:tab pos="5699125" algn="l"/>
                <a:tab pos="7555865" algn="r"/>
              </a:tabLst>
            </a:pPr>
            <a:r>
              <a:rPr lang="it-IT" sz="800" spc="-21" smtClean="0">
                <a:solidFill>
                  <a:srgbClr val="FFFFFF"/>
                </a:solidFill>
                <a:latin typeface="Times New Roman" panose="22635452340000000000" pitchFamily="1"/>
              </a:rPr>
              <a:t>Fare clic per modificare stili del testo dello schema</a:t>
            </a:r>
          </a:p>
        </p:txBody>
      </p:sp>
      <p:sp>
        <p:nvSpPr>
          <p:cNvPr id="63" name="Segnaposto testo 62"/>
          <p:cNvSpPr>
            <a:spLocks noGrp="1"/>
          </p:cNvSpPr>
          <p:nvPr>
            <p:ph type="body" idx="10"/>
          </p:nvPr>
        </p:nvSpPr>
        <p:spPr>
          <a:xfrm>
            <a:off x="0" y="6690323"/>
            <a:ext cx="9144336" cy="157617"/>
          </a:xfrm>
          <a:prstGeom prst="rect">
            <a:avLst/>
          </a:prstGeom>
          <a:solidFill>
            <a:srgbClr val="C70115"/>
          </a:solidFill>
          <a:ln w="0" cmpd="sng">
            <a:noFill/>
            <a:prstDash val="solid"/>
          </a:ln>
        </p:spPr>
        <p:txBody>
          <a:bodyPr vert="horz" lIns="0" tIns="0" rIns="0" bIns="0" anchor="t"/>
          <a:lstStyle>
            <a:lvl1pPr marL="2127553" marR="0" indent="0" algn="l">
              <a:lnSpc>
                <a:spcPct val="95999"/>
              </a:lnSpc>
              <a:spcAft>
                <a:spcPts val="0"/>
              </a:spcAft>
              <a:tabLst>
                <a:tab pos="6027395" algn="l"/>
                <a:tab pos="7991083" algn="r"/>
              </a:tabLst>
              <a:defRPr/>
            </a:lvl1pPr>
          </a:lstStyle>
          <a:p>
            <a:pPr marL="2011680" marR="0" lvl="0" indent="0" algn="l">
              <a:lnSpc>
                <a:spcPct val="95999"/>
              </a:lnSpc>
              <a:spcAft>
                <a:spcPts val="0"/>
              </a:spcAft>
              <a:tabLst>
                <a:tab pos="5699125" algn="l"/>
                <a:tab pos="7555865" algn="r"/>
              </a:tabLst>
            </a:pPr>
            <a:r>
              <a:rPr lang="it-IT" sz="800" spc="-21" smtClean="0">
                <a:solidFill>
                  <a:srgbClr val="FFFFFF"/>
                </a:solidFill>
                <a:latin typeface="Times New Roman" panose="22635452340000000000" pitchFamily="1"/>
              </a:rPr>
              <a:t>Fare clic per modificare stili del testo dello schema</a:t>
            </a:r>
          </a:p>
        </p:txBody>
      </p:sp>
      <p:sp>
        <p:nvSpPr>
          <p:cNvPr id="64" name="Segnaposto testo 63"/>
          <p:cNvSpPr>
            <a:spLocks noGrp="1"/>
          </p:cNvSpPr>
          <p:nvPr>
            <p:ph type="body" idx="10"/>
          </p:nvPr>
        </p:nvSpPr>
        <p:spPr>
          <a:xfrm>
            <a:off x="0" y="6690323"/>
            <a:ext cx="9144336" cy="157617"/>
          </a:xfrm>
          <a:prstGeom prst="rect">
            <a:avLst/>
          </a:prstGeom>
          <a:solidFill>
            <a:srgbClr val="C70115"/>
          </a:solidFill>
          <a:ln w="0" cmpd="sng">
            <a:noFill/>
            <a:prstDash val="solid"/>
          </a:ln>
        </p:spPr>
        <p:txBody>
          <a:bodyPr vert="horz" lIns="0" tIns="0" rIns="0" bIns="0" anchor="t"/>
          <a:lstStyle>
            <a:lvl1pPr marL="2127553" marR="0" indent="0" algn="l">
              <a:lnSpc>
                <a:spcPct val="95999"/>
              </a:lnSpc>
              <a:spcAft>
                <a:spcPts val="0"/>
              </a:spcAft>
              <a:tabLst>
                <a:tab pos="6027395" algn="l"/>
                <a:tab pos="7991083" algn="r"/>
              </a:tabLst>
              <a:defRPr/>
            </a:lvl1pPr>
          </a:lstStyle>
          <a:p>
            <a:pPr marL="2011680" marR="0" lvl="0" indent="0" algn="l">
              <a:lnSpc>
                <a:spcPct val="95999"/>
              </a:lnSpc>
              <a:spcAft>
                <a:spcPts val="0"/>
              </a:spcAft>
              <a:tabLst>
                <a:tab pos="5699125" algn="l"/>
                <a:tab pos="7555865" algn="r"/>
              </a:tabLst>
            </a:pPr>
            <a:r>
              <a:rPr lang="it-IT" sz="800" spc="-21" smtClean="0">
                <a:solidFill>
                  <a:srgbClr val="FFFFFF"/>
                </a:solidFill>
                <a:latin typeface="Times New Roman" panose="22635452340000000000" pitchFamily="1"/>
              </a:rPr>
              <a:t>Fare clic per modificare stili del testo dello schema</a:t>
            </a:r>
          </a:p>
        </p:txBody>
      </p:sp>
      <p:sp>
        <p:nvSpPr>
          <p:cNvPr id="65" name="Segnaposto testo 64"/>
          <p:cNvSpPr>
            <a:spLocks noGrp="1"/>
          </p:cNvSpPr>
          <p:nvPr>
            <p:ph type="body" idx="10"/>
          </p:nvPr>
        </p:nvSpPr>
        <p:spPr>
          <a:xfrm>
            <a:off x="0" y="456753"/>
            <a:ext cx="9144336" cy="6139671"/>
          </a:xfrm>
          <a:prstGeom prst="rect">
            <a:avLst/>
          </a:prstGeom>
          <a:noFill/>
          <a:ln w="0" cmpd="sng">
            <a:noFill/>
            <a:prstDash val="solid"/>
          </a:ln>
        </p:spPr>
        <p:txBody>
          <a:bodyPr vert="horz" lIns="0" tIns="628595" rIns="0" bIns="0" anchor="t"/>
          <a:lstStyle>
            <a:lvl1pPr marL="1450604" marR="0" indent="0" algn="l">
              <a:lnSpc>
                <a:spcPct val="95999"/>
              </a:lnSpc>
              <a:spcBef>
                <a:spcPts val="0"/>
              </a:spcBef>
              <a:spcAft>
                <a:spcPts val="10280"/>
              </a:spcAft>
              <a:defRPr/>
            </a:lvl1pPr>
          </a:lstStyle>
          <a:p>
            <a:pPr marL="0" marR="0" lvl="0" indent="0" algn="ctr">
              <a:lnSpc>
                <a:spcPct val="95999"/>
              </a:lnSpc>
              <a:spcAft>
                <a:spcPts val="0"/>
              </a:spcAft>
            </a:pPr>
            <a:r>
              <a:rPr lang="it-IT" sz="2700" b="1" spc="137" smtClean="0">
                <a:solidFill>
                  <a:srgbClr val="C70116"/>
                </a:solidFill>
                <a:latin typeface="Times New Roman" panose="22635452340000000000" pitchFamily="1"/>
              </a:rPr>
              <a:t>Fare clic per modificare stili del testo dello schema</a:t>
            </a:r>
          </a:p>
          <a:p>
            <a:pPr marL="0" marR="0" lvl="1" indent="0" algn="ctr">
              <a:lnSpc>
                <a:spcPct val="95999"/>
              </a:lnSpc>
              <a:spcAft>
                <a:spcPts val="0"/>
              </a:spcAft>
            </a:pPr>
            <a:r>
              <a:rPr lang="it-IT" sz="2700" b="1" spc="137" smtClean="0">
                <a:solidFill>
                  <a:srgbClr val="C70116"/>
                </a:solidFill>
                <a:latin typeface="Times New Roman" panose="22635452340000000000" pitchFamily="1"/>
              </a:rPr>
              <a:t>Secondo livello</a:t>
            </a:r>
          </a:p>
          <a:p>
            <a:pPr marL="0" marR="0" lvl="2" indent="0" algn="ctr">
              <a:lnSpc>
                <a:spcPct val="95999"/>
              </a:lnSpc>
              <a:spcAft>
                <a:spcPts val="0"/>
              </a:spcAft>
            </a:pPr>
            <a:r>
              <a:rPr lang="it-IT" sz="2700" b="1" spc="137" smtClean="0">
                <a:solidFill>
                  <a:srgbClr val="C70116"/>
                </a:solidFill>
                <a:latin typeface="Times New Roman" panose="22635452340000000000" pitchFamily="1"/>
              </a:rPr>
              <a:t>Terzo livello</a:t>
            </a:r>
          </a:p>
          <a:p>
            <a:pPr marL="0" marR="0" lvl="3" indent="0" algn="ctr">
              <a:lnSpc>
                <a:spcPct val="95999"/>
              </a:lnSpc>
              <a:spcAft>
                <a:spcPts val="0"/>
              </a:spcAft>
            </a:pPr>
            <a:r>
              <a:rPr lang="it-IT" sz="2700" b="1" spc="137" smtClean="0">
                <a:solidFill>
                  <a:srgbClr val="C70116"/>
                </a:solidFill>
                <a:latin typeface="Times New Roman" panose="22635452340000000000" pitchFamily="1"/>
              </a:rPr>
              <a:t>Quarto livello</a:t>
            </a:r>
          </a:p>
          <a:p>
            <a:pPr marL="0" marR="0" lvl="4" indent="0" algn="ctr">
              <a:lnSpc>
                <a:spcPct val="95999"/>
              </a:lnSpc>
              <a:spcAft>
                <a:spcPts val="0"/>
              </a:spcAft>
            </a:pPr>
            <a:r>
              <a:rPr lang="it-IT" sz="2700" b="1" spc="137" smtClean="0">
                <a:solidFill>
                  <a:srgbClr val="C70116"/>
                </a:solidFill>
                <a:latin typeface="Times New Roman" panose="22635452340000000000" pitchFamily="1"/>
              </a:rPr>
              <a:t>Quinto livello</a:t>
            </a:r>
            <a:endParaRPr lang="it-IT" sz="2500" spc="-53" dirty="0">
              <a:solidFill>
                <a:srgbClr val="000000"/>
              </a:solidFill>
              <a:latin typeface="Times New Roman" panose="22635452340000000000" pitchFamily="1"/>
            </a:endParaRPr>
          </a:p>
        </p:txBody>
      </p:sp>
    </p:spTree>
    <p:extLst>
      <p:ext uri="{BB962C8B-B14F-4D97-AF65-F5344CB8AC3E}">
        <p14:creationId xmlns:p14="http://schemas.microsoft.com/office/powerpoint/2010/main" val="3783635237"/>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5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cSld name="14_1_">
    <p:spTree>
      <p:nvGrpSpPr>
        <p:cNvPr id="1" name=""/>
        <p:cNvGrpSpPr/>
        <p:nvPr/>
      </p:nvGrpSpPr>
      <p:grpSpPr>
        <a:xfrm>
          <a:off x="0" y="0"/>
          <a:ext cx="0" cy="0"/>
          <a:chOff x="0" y="0"/>
          <a:chExt cx="0" cy="0"/>
        </a:xfrm>
      </p:grpSpPr>
      <p:sp>
        <p:nvSpPr>
          <p:cNvPr id="24" name="Segnaposto testo 23"/>
          <p:cNvSpPr>
            <a:spLocks noGrp="1"/>
          </p:cNvSpPr>
          <p:nvPr>
            <p:ph type="body" idx="10"/>
          </p:nvPr>
        </p:nvSpPr>
        <p:spPr>
          <a:xfrm>
            <a:off x="0" y="6514783"/>
            <a:ext cx="9144000" cy="148453"/>
          </a:xfrm>
          <a:prstGeom prst="rect">
            <a:avLst/>
          </a:prstGeom>
          <a:solidFill>
            <a:srgbClr val="C60114"/>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28" name="Segnaposto testo 27"/>
          <p:cNvSpPr>
            <a:spLocks noGrp="1"/>
          </p:cNvSpPr>
          <p:nvPr>
            <p:ph type="body" idx="10"/>
          </p:nvPr>
        </p:nvSpPr>
        <p:spPr>
          <a:xfrm>
            <a:off x="0" y="619187"/>
            <a:ext cx="9144000" cy="2922104"/>
          </a:xfrm>
          <a:prstGeom prst="rect">
            <a:avLst/>
          </a:prstGeom>
          <a:noFill/>
          <a:ln w="0" cmpd="sng">
            <a:noFill/>
            <a:prstDash val="solid"/>
          </a:ln>
        </p:spPr>
        <p:txBody>
          <a:bodyPr vert="horz" lIns="0" tIns="45683" rIns="0" bIns="0" anchor="t"/>
          <a:lstStyle>
            <a:lvl1pPr marL="548201" marR="0" indent="0" algn="l">
              <a:lnSpc>
                <a:spcPct val="95999"/>
              </a:lnSpc>
              <a:spcBef>
                <a:spcPts val="2878"/>
              </a:spcBef>
              <a:spcAft>
                <a:spcPts val="5216"/>
              </a:spcAft>
              <a:defRPr/>
            </a:lvl1pPr>
          </a:lstStyle>
          <a:p>
            <a:pPr marL="777240" marR="0" lvl="0" indent="0" algn="l">
              <a:lnSpc>
                <a:spcPct val="95999"/>
              </a:lnSpc>
              <a:spcAft>
                <a:spcPts val="0"/>
              </a:spcAft>
            </a:pPr>
            <a:r>
              <a:rPr lang="it-IT" sz="2400" spc="20" smtClean="0">
                <a:solidFill>
                  <a:srgbClr val="000000"/>
                </a:solidFill>
                <a:latin typeface="Times New Roman" panose="22635452340000000000" pitchFamily="1"/>
              </a:rPr>
              <a:t>Fare clic per modificare stili del testo dello schema</a:t>
            </a:r>
          </a:p>
          <a:p>
            <a:pPr marL="777240" marR="0" lvl="1" indent="0" algn="l">
              <a:lnSpc>
                <a:spcPct val="95999"/>
              </a:lnSpc>
              <a:spcAft>
                <a:spcPts val="0"/>
              </a:spcAft>
            </a:pPr>
            <a:r>
              <a:rPr lang="it-IT" sz="2400" spc="20" smtClean="0">
                <a:solidFill>
                  <a:srgbClr val="000000"/>
                </a:solidFill>
                <a:latin typeface="Times New Roman" panose="22635452340000000000" pitchFamily="1"/>
              </a:rPr>
              <a:t>Secondo livello</a:t>
            </a:r>
          </a:p>
          <a:p>
            <a:pPr marL="777240" marR="0" lvl="2" indent="0" algn="l">
              <a:lnSpc>
                <a:spcPct val="95999"/>
              </a:lnSpc>
              <a:spcAft>
                <a:spcPts val="0"/>
              </a:spcAft>
            </a:pPr>
            <a:r>
              <a:rPr lang="it-IT" sz="2400" spc="20" smtClean="0">
                <a:solidFill>
                  <a:srgbClr val="000000"/>
                </a:solidFill>
                <a:latin typeface="Times New Roman" panose="22635452340000000000" pitchFamily="1"/>
              </a:rPr>
              <a:t>Terzo livello</a:t>
            </a:r>
          </a:p>
          <a:p>
            <a:pPr marL="777240" marR="0" lvl="3" indent="0" algn="l">
              <a:lnSpc>
                <a:spcPct val="95999"/>
              </a:lnSpc>
              <a:spcAft>
                <a:spcPts val="0"/>
              </a:spcAft>
            </a:pPr>
            <a:r>
              <a:rPr lang="it-IT" sz="2400" spc="20" smtClean="0">
                <a:solidFill>
                  <a:srgbClr val="000000"/>
                </a:solidFill>
                <a:latin typeface="Times New Roman" panose="22635452340000000000" pitchFamily="1"/>
              </a:rPr>
              <a:t>Quarto livello</a:t>
            </a:r>
          </a:p>
          <a:p>
            <a:pPr marL="777240" marR="0" lvl="4" indent="0" algn="l">
              <a:lnSpc>
                <a:spcPct val="95999"/>
              </a:lnSpc>
              <a:spcAft>
                <a:spcPts val="0"/>
              </a:spcAft>
            </a:pPr>
            <a:r>
              <a:rPr lang="it-IT" sz="2400" spc="20" smtClean="0">
                <a:solidFill>
                  <a:srgbClr val="000000"/>
                </a:solidFill>
                <a:latin typeface="Times New Roman" panose="22635452340000000000" pitchFamily="1"/>
              </a:rPr>
              <a:t>Quinto livello</a:t>
            </a:r>
            <a:endParaRPr lang="it-IT" sz="2400" spc="0" dirty="0">
              <a:solidFill>
                <a:srgbClr val="000000"/>
              </a:solidFill>
              <a:latin typeface="Times New Roman" panose="22635452340000000000" pitchFamily="1"/>
            </a:endParaRPr>
          </a:p>
        </p:txBody>
      </p:sp>
      <p:sp>
        <p:nvSpPr>
          <p:cNvPr id="32" name="Segnaposto testo 31"/>
          <p:cNvSpPr>
            <a:spLocks noGrp="1"/>
          </p:cNvSpPr>
          <p:nvPr>
            <p:ph type="body" idx="10"/>
          </p:nvPr>
        </p:nvSpPr>
        <p:spPr>
          <a:xfrm>
            <a:off x="0" y="4090058"/>
            <a:ext cx="9144000" cy="547498"/>
          </a:xfrm>
          <a:prstGeom prst="rect">
            <a:avLst/>
          </a:prstGeom>
          <a:noFill/>
          <a:ln w="0" cmpd="sng">
            <a:noFill/>
            <a:prstDash val="solid"/>
          </a:ln>
        </p:spPr>
        <p:txBody>
          <a:bodyPr vert="horz" lIns="0" tIns="0" rIns="0" bIns="0" anchor="t"/>
          <a:lstStyle>
            <a:lvl1pPr marL="5299277" marR="0" indent="0" algn="l">
              <a:lnSpc>
                <a:spcPct val="77759"/>
              </a:lnSpc>
              <a:spcAft>
                <a:spcPts val="899"/>
              </a:spcAft>
              <a:defRPr/>
            </a:lvl1pPr>
          </a:lstStyle>
          <a:p>
            <a:pPr marL="5303520" marR="0" lvl="0" indent="0" algn="l">
              <a:lnSpc>
                <a:spcPct val="77759"/>
              </a:lnSpc>
              <a:spcAft>
                <a:spcPts val="900"/>
              </a:spcAft>
            </a:pPr>
            <a:r>
              <a:rPr lang="it-IT" sz="3100" i="1" spc="0" smtClean="0">
                <a:solidFill>
                  <a:srgbClr val="000000"/>
                </a:solidFill>
                <a:latin typeface="Times New Roman" panose="22635452340000000000" pitchFamily="1"/>
              </a:rPr>
              <a:t>Fare clic per modificare stili del testo dello schema</a:t>
            </a:r>
          </a:p>
        </p:txBody>
      </p:sp>
      <p:sp>
        <p:nvSpPr>
          <p:cNvPr id="35" name="Segnaposto testo 34"/>
          <p:cNvSpPr>
            <a:spLocks noGrp="1"/>
          </p:cNvSpPr>
          <p:nvPr>
            <p:ph type="body" idx="10"/>
          </p:nvPr>
        </p:nvSpPr>
        <p:spPr>
          <a:xfrm>
            <a:off x="585064" y="5094333"/>
            <a:ext cx="8062076" cy="730209"/>
          </a:xfrm>
          <a:prstGeom prst="rect">
            <a:avLst/>
          </a:prstGeom>
          <a:noFill/>
          <a:ln w="0" cmpd="sng">
            <a:noFill/>
            <a:prstDash val="solid"/>
          </a:ln>
        </p:spPr>
        <p:txBody>
          <a:bodyPr vert="horz" lIns="0" tIns="0" rIns="0" bIns="0" anchor="t"/>
          <a:lstStyle>
            <a:lvl1pPr marL="182734" marR="0" indent="0" algn="l">
              <a:lnSpc>
                <a:spcPct val="95999"/>
              </a:lnSpc>
              <a:spcBef>
                <a:spcPts val="0"/>
              </a:spcBef>
              <a:spcAft>
                <a:spcPts val="180"/>
              </a:spcAft>
              <a:defRPr/>
            </a:lvl1pPr>
          </a:lstStyle>
          <a:p>
            <a:pPr marL="0" marR="0" lvl="0" indent="0" algn="ctr">
              <a:lnSpc>
                <a:spcPct val="95999"/>
              </a:lnSpc>
              <a:spcAft>
                <a:spcPts val="0"/>
              </a:spcAft>
            </a:pPr>
            <a:r>
              <a:rPr lang="it-IT" sz="300" spc="55" smtClean="0">
                <a:solidFill>
                  <a:srgbClr val="CC0000"/>
                </a:solidFill>
                <a:latin typeface="Wingdings" panose="22635452340000000000" pitchFamily="2"/>
              </a:rPr>
              <a:t>Fare clic per modificare stili del testo dello schema</a:t>
            </a:r>
          </a:p>
          <a:p>
            <a:pPr marL="0" marR="0" lvl="1" indent="0" algn="ctr">
              <a:lnSpc>
                <a:spcPct val="95999"/>
              </a:lnSpc>
              <a:spcAft>
                <a:spcPts val="0"/>
              </a:spcAft>
            </a:pPr>
            <a:r>
              <a:rPr lang="it-IT" sz="300" spc="55" smtClean="0">
                <a:solidFill>
                  <a:srgbClr val="CC0000"/>
                </a:solidFill>
                <a:latin typeface="Wingdings" panose="22635452340000000000" pitchFamily="2"/>
              </a:rPr>
              <a:t>Secondo livello</a:t>
            </a:r>
          </a:p>
        </p:txBody>
      </p:sp>
      <p:sp>
        <p:nvSpPr>
          <p:cNvPr id="36" name="Segnaposto testo 35"/>
          <p:cNvSpPr>
            <a:spLocks noGrp="1"/>
          </p:cNvSpPr>
          <p:nvPr>
            <p:ph type="body" idx="10"/>
          </p:nvPr>
        </p:nvSpPr>
        <p:spPr>
          <a:xfrm>
            <a:off x="2055973" y="6425331"/>
            <a:ext cx="7084855" cy="307690"/>
          </a:xfrm>
          <a:prstGeom prst="rect">
            <a:avLst/>
          </a:prstGeom>
          <a:noFill/>
          <a:ln w="0" cmpd="sng">
            <a:noFill/>
            <a:prstDash val="solid"/>
          </a:ln>
        </p:spPr>
        <p:txBody>
          <a:bodyPr vert="horz" lIns="0" tIns="91367" rIns="0" bIns="0" anchor="t"/>
          <a:lstStyle>
            <a:lvl1pPr marL="228417" marR="0" indent="0" algn="l">
              <a:lnSpc>
                <a:spcPct val="95999"/>
              </a:lnSpc>
              <a:spcAft>
                <a:spcPts val="719"/>
              </a:spcAft>
              <a:defRPr/>
            </a:lvl1pPr>
          </a:lstStyle>
          <a:p>
            <a:pPr marL="228600" marR="0" lvl="0" indent="0" algn="l">
              <a:lnSpc>
                <a:spcPct val="95999"/>
              </a:lnSpc>
              <a:spcAft>
                <a:spcPts val="720"/>
              </a:spcAft>
            </a:pPr>
            <a:r>
              <a:rPr lang="it-IT" sz="800" spc="-30" smtClean="0">
                <a:solidFill>
                  <a:srgbClr val="FFFFFF"/>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75258906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15_1_">
    <p:spTree>
      <p:nvGrpSpPr>
        <p:cNvPr id="1" name=""/>
        <p:cNvGrpSpPr/>
        <p:nvPr/>
      </p:nvGrpSpPr>
      <p:grpSpPr>
        <a:xfrm>
          <a:off x="0" y="0"/>
          <a:ext cx="0" cy="0"/>
          <a:chOff x="0" y="0"/>
          <a:chExt cx="0" cy="0"/>
        </a:xfrm>
      </p:grpSpPr>
      <p:sp>
        <p:nvSpPr>
          <p:cNvPr id="40" name="Segnaposto testo 39"/>
          <p:cNvSpPr>
            <a:spLocks noGrp="1"/>
          </p:cNvSpPr>
          <p:nvPr>
            <p:ph type="body" idx="10"/>
          </p:nvPr>
        </p:nvSpPr>
        <p:spPr>
          <a:xfrm>
            <a:off x="7803811" y="39968"/>
            <a:ext cx="1340189" cy="591273"/>
          </a:xfrm>
          <a:prstGeom prst="rect">
            <a:avLst/>
          </a:prstGeom>
          <a:noFill/>
          <a:ln w="0" cmpd="sng">
            <a:noFill/>
            <a:prstDash val="solid"/>
          </a:ln>
        </p:spPr>
        <p:txBody>
          <a:bodyPr vert="horz" lIns="0" tIns="0" rIns="0" bIns="0" anchor="t"/>
          <a:lstStyle>
            <a:lvl1pPr marL="274101" marR="274101" indent="0" algn="l">
              <a:lnSpc>
                <a:spcPct val="95999"/>
              </a:lnSpc>
              <a:spcAft>
                <a:spcPts val="360"/>
              </a:spcAft>
              <a:defRPr/>
            </a:lvl1pPr>
          </a:lstStyle>
          <a:p>
            <a:pPr marL="274320" marR="274320" lvl="0" indent="0" algn="l">
              <a:lnSpc>
                <a:spcPct val="95999"/>
              </a:lnSpc>
              <a:spcAft>
                <a:spcPts val="360"/>
              </a:spcAft>
            </a:pPr>
            <a:r>
              <a:rPr lang="it-IT" sz="1600" b="1" spc="-50" smtClean="0">
                <a:solidFill>
                  <a:srgbClr val="C60111"/>
                </a:solidFill>
                <a:latin typeface="Times New Roman" panose="22635452340000000000" pitchFamily="1"/>
              </a:rPr>
              <a:t>Fare clic per modificare stili del testo dello schema</a:t>
            </a:r>
          </a:p>
        </p:txBody>
      </p:sp>
      <p:sp>
        <p:nvSpPr>
          <p:cNvPr id="41" name="Segnaposto testo 40"/>
          <p:cNvSpPr>
            <a:spLocks noGrp="1"/>
          </p:cNvSpPr>
          <p:nvPr>
            <p:ph type="body" idx="10"/>
          </p:nvPr>
        </p:nvSpPr>
        <p:spPr>
          <a:xfrm>
            <a:off x="1" y="39968"/>
            <a:ext cx="7739720" cy="591273"/>
          </a:xfrm>
          <a:prstGeom prst="rect">
            <a:avLst/>
          </a:prstGeom>
          <a:noFill/>
          <a:ln w="0" cmpd="sng">
            <a:noFill/>
            <a:prstDash val="solid"/>
          </a:ln>
        </p:spPr>
        <p:txBody>
          <a:bodyPr vert="horz" lIns="0" tIns="114209" rIns="0" bIns="0" anchor="t"/>
          <a:lstStyle>
            <a:lvl1pPr marL="0" marR="0" indent="0" algn="r">
              <a:lnSpc>
                <a:spcPts val="2898"/>
              </a:lnSpc>
              <a:spcAft>
                <a:spcPts val="0"/>
              </a:spcAft>
              <a:defRPr/>
            </a:lvl1pPr>
          </a:lstStyle>
          <a:p>
            <a:pPr marL="0" marR="0" lvl="0" indent="0" algn="r">
              <a:lnSpc>
                <a:spcPts val="2900"/>
              </a:lnSpc>
              <a:spcAft>
                <a:spcPts val="0"/>
              </a:spcAft>
            </a:pPr>
            <a:r>
              <a:rPr lang="it-IT" sz="2800" b="1" spc="-80" smtClean="0">
                <a:solidFill>
                  <a:srgbClr val="C60111"/>
                </a:solidFill>
                <a:latin typeface="Times New Roman" panose="22635452340000000000" pitchFamily="1"/>
              </a:rPr>
              <a:t>Fare clic per modificare stili del testo dello schema</a:t>
            </a:r>
          </a:p>
        </p:txBody>
      </p:sp>
      <p:sp>
        <p:nvSpPr>
          <p:cNvPr id="42" name="Segnaposto testo 41"/>
          <p:cNvSpPr>
            <a:spLocks noGrp="1"/>
          </p:cNvSpPr>
          <p:nvPr>
            <p:ph type="body" idx="10"/>
          </p:nvPr>
        </p:nvSpPr>
        <p:spPr>
          <a:xfrm>
            <a:off x="0" y="6514783"/>
            <a:ext cx="9144000" cy="148453"/>
          </a:xfrm>
          <a:prstGeom prst="rect">
            <a:avLst/>
          </a:prstGeom>
          <a:solidFill>
            <a:srgbClr val="C60111"/>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43" name="Segnaposto testo 42"/>
          <p:cNvSpPr>
            <a:spLocks noGrp="1"/>
          </p:cNvSpPr>
          <p:nvPr>
            <p:ph type="body" idx="10"/>
          </p:nvPr>
        </p:nvSpPr>
        <p:spPr>
          <a:xfrm>
            <a:off x="4587230" y="6733021"/>
            <a:ext cx="2540141" cy="121807"/>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46" name="Segnaposto testo 45"/>
          <p:cNvSpPr>
            <a:spLocks noGrp="1"/>
          </p:cNvSpPr>
          <p:nvPr>
            <p:ph type="body" idx="10"/>
          </p:nvPr>
        </p:nvSpPr>
        <p:spPr>
          <a:xfrm>
            <a:off x="788757" y="631241"/>
            <a:ext cx="7805080" cy="3750647"/>
          </a:xfrm>
          <a:prstGeom prst="rect">
            <a:avLst/>
          </a:prstGeom>
          <a:noFill/>
          <a:ln w="0" cmpd="sng">
            <a:noFill/>
            <a:prstDash val="solid"/>
          </a:ln>
        </p:spPr>
        <p:txBody>
          <a:bodyPr vert="horz" lIns="0" tIns="479676" rIns="0" bIns="0" anchor="t"/>
          <a:lstStyle>
            <a:lvl1pPr marL="0" marR="0" indent="0" algn="ctr">
              <a:lnSpc>
                <a:spcPct val="95999"/>
              </a:lnSpc>
              <a:spcBef>
                <a:spcPts val="180"/>
              </a:spcBef>
              <a:spcAft>
                <a:spcPts val="0"/>
              </a:spcAft>
              <a:defRPr/>
            </a:lvl1pPr>
          </a:lstStyle>
          <a:p>
            <a:pPr marL="0" marR="0" lvl="0" indent="0" algn="ctr">
              <a:lnSpc>
                <a:spcPct val="95999"/>
              </a:lnSpc>
              <a:spcAft>
                <a:spcPts val="0"/>
              </a:spcAft>
            </a:pPr>
            <a:r>
              <a:rPr lang="it-IT" sz="2400" spc="12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2400" spc="125" smtClean="0">
                <a:solidFill>
                  <a:srgbClr val="000000"/>
                </a:solidFill>
                <a:latin typeface="Times New Roman" panose="22635452340000000000" pitchFamily="1"/>
              </a:rPr>
              <a:t>Secondo livello</a:t>
            </a:r>
          </a:p>
          <a:p>
            <a:pPr marL="0" marR="0" lvl="2" indent="0" algn="ctr">
              <a:lnSpc>
                <a:spcPct val="95999"/>
              </a:lnSpc>
              <a:spcAft>
                <a:spcPts val="0"/>
              </a:spcAft>
            </a:pPr>
            <a:r>
              <a:rPr lang="it-IT" sz="2400" spc="125" smtClean="0">
                <a:solidFill>
                  <a:srgbClr val="000000"/>
                </a:solidFill>
                <a:latin typeface="Times New Roman" panose="22635452340000000000" pitchFamily="1"/>
              </a:rPr>
              <a:t>Terzo livello</a:t>
            </a:r>
          </a:p>
          <a:p>
            <a:pPr marL="0" marR="0" lvl="3" indent="0" algn="ctr">
              <a:lnSpc>
                <a:spcPct val="95999"/>
              </a:lnSpc>
              <a:spcAft>
                <a:spcPts val="0"/>
              </a:spcAft>
            </a:pPr>
            <a:r>
              <a:rPr lang="it-IT" sz="2400" spc="125" smtClean="0">
                <a:solidFill>
                  <a:srgbClr val="000000"/>
                </a:solidFill>
                <a:latin typeface="Times New Roman" panose="22635452340000000000" pitchFamily="1"/>
              </a:rPr>
              <a:t>Quarto livello</a:t>
            </a:r>
          </a:p>
          <a:p>
            <a:pPr marL="0" marR="0" lvl="4" indent="0" algn="ctr">
              <a:lnSpc>
                <a:spcPct val="95999"/>
              </a:lnSpc>
              <a:spcAft>
                <a:spcPts val="0"/>
              </a:spcAft>
            </a:pPr>
            <a:r>
              <a:rPr lang="it-IT" sz="2400" spc="125" smtClean="0">
                <a:solidFill>
                  <a:srgbClr val="000000"/>
                </a:solidFill>
                <a:latin typeface="Times New Roman" panose="22635452340000000000" pitchFamily="1"/>
              </a:rPr>
              <a:t>Quinto livello</a:t>
            </a:r>
            <a:endParaRPr lang="it-IT" sz="2400" spc="55" dirty="0">
              <a:solidFill>
                <a:srgbClr val="000000"/>
              </a:solidFill>
              <a:latin typeface="Times New Roman" panose="22635452340000000000" pitchFamily="1"/>
            </a:endParaRPr>
          </a:p>
        </p:txBody>
      </p:sp>
      <p:sp>
        <p:nvSpPr>
          <p:cNvPr id="47" name="Segnaposto testo 46"/>
          <p:cNvSpPr>
            <a:spLocks noGrp="1"/>
          </p:cNvSpPr>
          <p:nvPr>
            <p:ph type="body" idx="10"/>
          </p:nvPr>
        </p:nvSpPr>
        <p:spPr>
          <a:xfrm>
            <a:off x="788758" y="4381888"/>
            <a:ext cx="3225465" cy="304518"/>
          </a:xfrm>
          <a:prstGeom prst="rect">
            <a:avLst/>
          </a:prstGeom>
          <a:noFill/>
          <a:ln w="0" cmpd="sng">
            <a:noFill/>
            <a:prstDash val="solid"/>
          </a:ln>
        </p:spPr>
        <p:txBody>
          <a:bodyPr vert="horz" lIns="0" tIns="68525" rIns="0" bIns="0" anchor="t"/>
          <a:lstStyle>
            <a:lvl1pPr marL="0" marR="0" indent="0" algn="l">
              <a:lnSpc>
                <a:spcPts val="1699"/>
              </a:lnSpc>
              <a:spcAft>
                <a:spcPts val="0"/>
              </a:spcAft>
              <a:defRPr/>
            </a:lvl1pPr>
          </a:lstStyle>
          <a:p>
            <a:pPr marL="0" marR="0" lvl="0" indent="0" algn="l">
              <a:lnSpc>
                <a:spcPts val="1700"/>
              </a:lnSpc>
              <a:spcAft>
                <a:spcPts val="0"/>
              </a:spcAft>
            </a:pPr>
            <a:r>
              <a:rPr lang="it-IT" sz="2400" spc="-30" smtClean="0">
                <a:solidFill>
                  <a:srgbClr val="00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47459688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17_1_">
    <p:spTree>
      <p:nvGrpSpPr>
        <p:cNvPr id="1" name=""/>
        <p:cNvGrpSpPr/>
        <p:nvPr/>
      </p:nvGrpSpPr>
      <p:grpSpPr>
        <a:xfrm>
          <a:off x="0" y="0"/>
          <a:ext cx="0" cy="0"/>
          <a:chOff x="0" y="0"/>
          <a:chExt cx="0" cy="0"/>
        </a:xfrm>
      </p:grpSpPr>
      <p:sp>
        <p:nvSpPr>
          <p:cNvPr id="51" name="Segnaposto testo 50"/>
          <p:cNvSpPr>
            <a:spLocks noGrp="1"/>
          </p:cNvSpPr>
          <p:nvPr>
            <p:ph type="body" idx="10"/>
          </p:nvPr>
        </p:nvSpPr>
        <p:spPr>
          <a:xfrm>
            <a:off x="0" y="215701"/>
            <a:ext cx="9144000" cy="452336"/>
          </a:xfrm>
          <a:prstGeom prst="rect">
            <a:avLst/>
          </a:prstGeom>
          <a:noFill/>
          <a:ln w="0" cmpd="sng">
            <a:noFill/>
            <a:prstDash val="solid"/>
          </a:ln>
        </p:spPr>
        <p:txBody>
          <a:bodyPr vert="horz" lIns="0" tIns="0" rIns="0" bIns="0" anchor="t"/>
          <a:lstStyle>
            <a:lvl1pPr marL="411151" marR="0" indent="0" algn="l">
              <a:lnSpc>
                <a:spcPts val="2798"/>
              </a:lnSpc>
              <a:spcAft>
                <a:spcPts val="360"/>
              </a:spcAft>
              <a:defRPr/>
            </a:lvl1pPr>
          </a:lstStyle>
          <a:p>
            <a:pPr marL="411480" marR="0" lvl="0" indent="0" algn="l">
              <a:lnSpc>
                <a:spcPts val="2800"/>
              </a:lnSpc>
              <a:spcAft>
                <a:spcPts val="360"/>
              </a:spcAft>
            </a:pPr>
            <a:r>
              <a:rPr lang="it-IT" sz="2600" b="1" spc="-50" smtClean="0">
                <a:solidFill>
                  <a:srgbClr val="C50111"/>
                </a:solidFill>
                <a:latin typeface="Times New Roman" panose="22635452340000000000" pitchFamily="1"/>
              </a:rPr>
              <a:t>Fare clic per modificare stili del testo dello schema</a:t>
            </a:r>
          </a:p>
        </p:txBody>
      </p:sp>
      <p:sp>
        <p:nvSpPr>
          <p:cNvPr id="52" name="Segnaposto testo 51"/>
          <p:cNvSpPr>
            <a:spLocks noGrp="1"/>
          </p:cNvSpPr>
          <p:nvPr>
            <p:ph type="body" idx="10"/>
          </p:nvPr>
        </p:nvSpPr>
        <p:spPr>
          <a:xfrm>
            <a:off x="0" y="215701"/>
            <a:ext cx="9144000" cy="452336"/>
          </a:xfrm>
          <a:prstGeom prst="rect">
            <a:avLst/>
          </a:prstGeom>
          <a:noFill/>
          <a:ln w="0" cmpd="sng">
            <a:noFill/>
            <a:prstDash val="solid"/>
          </a:ln>
        </p:spPr>
        <p:txBody>
          <a:bodyPr vert="horz" lIns="0" tIns="0" rIns="0" bIns="0" anchor="t"/>
          <a:lstStyle>
            <a:lvl1pPr marL="411151" marR="0" indent="0" algn="l">
              <a:lnSpc>
                <a:spcPts val="2798"/>
              </a:lnSpc>
              <a:spcAft>
                <a:spcPts val="360"/>
              </a:spcAft>
              <a:defRPr/>
            </a:lvl1pPr>
          </a:lstStyle>
          <a:p>
            <a:pPr marL="411480" marR="0" lvl="0" indent="0" algn="l">
              <a:lnSpc>
                <a:spcPts val="2800"/>
              </a:lnSpc>
              <a:spcAft>
                <a:spcPts val="360"/>
              </a:spcAft>
            </a:pPr>
            <a:r>
              <a:rPr lang="it-IT" sz="2600" b="1" spc="-50" smtClean="0">
                <a:solidFill>
                  <a:srgbClr val="C50111"/>
                </a:solidFill>
                <a:latin typeface="Times New Roman" panose="22635452340000000000" pitchFamily="1"/>
              </a:rPr>
              <a:t>Fare clic per modificare stili del testo dello schema</a:t>
            </a:r>
          </a:p>
        </p:txBody>
      </p:sp>
      <p:sp>
        <p:nvSpPr>
          <p:cNvPr id="53" name="Segnaposto testo 52"/>
          <p:cNvSpPr>
            <a:spLocks noGrp="1"/>
          </p:cNvSpPr>
          <p:nvPr>
            <p:ph type="body" idx="10"/>
          </p:nvPr>
        </p:nvSpPr>
        <p:spPr>
          <a:xfrm>
            <a:off x="0" y="215701"/>
            <a:ext cx="9144000" cy="452336"/>
          </a:xfrm>
          <a:prstGeom prst="rect">
            <a:avLst/>
          </a:prstGeom>
          <a:noFill/>
          <a:ln w="0" cmpd="sng">
            <a:noFill/>
            <a:prstDash val="solid"/>
          </a:ln>
        </p:spPr>
        <p:txBody>
          <a:bodyPr vert="horz" lIns="0" tIns="0" rIns="0" bIns="0" anchor="t"/>
          <a:lstStyle>
            <a:lvl1pPr marL="411151" marR="0" indent="0" algn="l">
              <a:lnSpc>
                <a:spcPts val="2798"/>
              </a:lnSpc>
              <a:spcAft>
                <a:spcPts val="360"/>
              </a:spcAft>
              <a:defRPr/>
            </a:lvl1pPr>
          </a:lstStyle>
          <a:p>
            <a:pPr marL="411480" marR="0" lvl="0" indent="0" algn="l">
              <a:lnSpc>
                <a:spcPts val="2800"/>
              </a:lnSpc>
              <a:spcAft>
                <a:spcPts val="360"/>
              </a:spcAft>
            </a:pPr>
            <a:r>
              <a:rPr lang="it-IT" sz="2600" b="1" spc="-50" smtClean="0">
                <a:solidFill>
                  <a:srgbClr val="C50111"/>
                </a:solidFill>
                <a:latin typeface="Times New Roman" panose="22635452340000000000" pitchFamily="1"/>
              </a:rPr>
              <a:t>Fare clic per modificare stili del testo dello schema</a:t>
            </a:r>
          </a:p>
        </p:txBody>
      </p:sp>
      <p:sp>
        <p:nvSpPr>
          <p:cNvPr id="54" name="Segnaposto testo 53"/>
          <p:cNvSpPr>
            <a:spLocks noGrp="1"/>
          </p:cNvSpPr>
          <p:nvPr>
            <p:ph type="body" idx="10"/>
          </p:nvPr>
        </p:nvSpPr>
        <p:spPr>
          <a:xfrm>
            <a:off x="0" y="6514783"/>
            <a:ext cx="9144000" cy="148453"/>
          </a:xfrm>
          <a:prstGeom prst="rect">
            <a:avLst/>
          </a:prstGeom>
          <a:solidFill>
            <a:srgbClr val="C50111"/>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55" name="Segnaposto testo 54"/>
          <p:cNvSpPr>
            <a:spLocks noGrp="1"/>
          </p:cNvSpPr>
          <p:nvPr>
            <p:ph type="body" idx="10"/>
          </p:nvPr>
        </p:nvSpPr>
        <p:spPr>
          <a:xfrm>
            <a:off x="4587230" y="6733021"/>
            <a:ext cx="2540141" cy="121807"/>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56" name="Segnaposto testo 55"/>
          <p:cNvSpPr>
            <a:spLocks noGrp="1"/>
          </p:cNvSpPr>
          <p:nvPr>
            <p:ph type="body" idx="10"/>
          </p:nvPr>
        </p:nvSpPr>
        <p:spPr>
          <a:xfrm>
            <a:off x="3173" y="671209"/>
            <a:ext cx="9137654" cy="5754122"/>
          </a:xfrm>
          <a:prstGeom prst="rect">
            <a:avLst/>
          </a:prstGeom>
          <a:noFill/>
          <a:ln w="12700" cmpd="sng">
            <a:solidFill>
              <a:srgbClr val="000000"/>
            </a:solidFill>
            <a:prstDash val="solid"/>
          </a:ln>
        </p:spPr>
        <p:txBody>
          <a:bodyPr vert="horz" lIns="0" tIns="228417" rIns="0" bIns="0" anchor="t"/>
          <a:lstStyle>
            <a:lvl1pPr marL="0" marR="0" indent="0" algn="ctr">
              <a:lnSpc>
                <a:spcPct val="95999"/>
              </a:lnSpc>
              <a:spcBef>
                <a:spcPts val="0"/>
              </a:spcBef>
              <a:spcAft>
                <a:spcPts val="6115"/>
              </a:spcAft>
              <a:tabLst>
                <a:tab pos="2529720" algn="l"/>
                <a:tab pos="2958002" algn="l"/>
                <a:tab pos="4242848" algn="l"/>
                <a:tab pos="4665420" algn="l"/>
                <a:tab pos="6652649" algn="l"/>
                <a:tab pos="7069510" algn="l"/>
              </a:tabLst>
              <a:defRPr/>
            </a:lvl1pPr>
          </a:lstStyle>
          <a:p>
            <a:pPr marL="822960" marR="0" lvl="0" indent="0" algn="l">
              <a:lnSpc>
                <a:spcPct val="95999"/>
              </a:lnSpc>
              <a:spcAft>
                <a:spcPts val="0"/>
              </a:spcAft>
            </a:pPr>
            <a:r>
              <a:rPr lang="it-IT" sz="2400" spc="0" smtClean="0">
                <a:solidFill>
                  <a:srgbClr val="000000"/>
                </a:solidFill>
                <a:latin typeface="Times New Roman" panose="22635452340000000000" pitchFamily="1"/>
              </a:rPr>
              <a:t>Fare clic per modificare stili del testo dello schema</a:t>
            </a:r>
          </a:p>
          <a:p>
            <a:pPr marL="822960" marR="0" lvl="1" indent="0" algn="l">
              <a:lnSpc>
                <a:spcPct val="95999"/>
              </a:lnSpc>
              <a:spcAft>
                <a:spcPts val="0"/>
              </a:spcAft>
            </a:pPr>
            <a:r>
              <a:rPr lang="it-IT" sz="2400" spc="0" smtClean="0">
                <a:solidFill>
                  <a:srgbClr val="000000"/>
                </a:solidFill>
                <a:latin typeface="Times New Roman" panose="22635452340000000000" pitchFamily="1"/>
              </a:rPr>
              <a:t>Secondo livello</a:t>
            </a:r>
          </a:p>
          <a:p>
            <a:pPr marL="822960" marR="0" lvl="2" indent="0" algn="l">
              <a:lnSpc>
                <a:spcPct val="95999"/>
              </a:lnSpc>
              <a:spcAft>
                <a:spcPts val="0"/>
              </a:spcAft>
            </a:pPr>
            <a:r>
              <a:rPr lang="it-IT" sz="2400" spc="0" smtClean="0">
                <a:solidFill>
                  <a:srgbClr val="000000"/>
                </a:solidFill>
                <a:latin typeface="Times New Roman" panose="22635452340000000000" pitchFamily="1"/>
              </a:rPr>
              <a:t>Terzo livello</a:t>
            </a:r>
          </a:p>
          <a:p>
            <a:pPr marL="822960" marR="0" lvl="3" indent="0" algn="l">
              <a:lnSpc>
                <a:spcPct val="95999"/>
              </a:lnSpc>
              <a:spcAft>
                <a:spcPts val="0"/>
              </a:spcAft>
            </a:pPr>
            <a:r>
              <a:rPr lang="it-IT" sz="2400" spc="0" smtClean="0">
                <a:solidFill>
                  <a:srgbClr val="000000"/>
                </a:solidFill>
                <a:latin typeface="Times New Roman" panose="22635452340000000000" pitchFamily="1"/>
              </a:rPr>
              <a:t>Quarto livello</a:t>
            </a:r>
          </a:p>
          <a:p>
            <a:pPr marL="822960" marR="0" lvl="4" indent="0" algn="l">
              <a:lnSpc>
                <a:spcPct val="95999"/>
              </a:lnSpc>
              <a:spcAft>
                <a:spcPts val="0"/>
              </a:spcAft>
            </a:pPr>
            <a:r>
              <a:rPr lang="it-IT" sz="2400" spc="0" smtClean="0">
                <a:solidFill>
                  <a:srgbClr val="000000"/>
                </a:solidFill>
                <a:latin typeface="Times New Roman" panose="22635452340000000000" pitchFamily="1"/>
              </a:rPr>
              <a:t>Quinto livello</a:t>
            </a:r>
            <a:endParaRPr lang="it-IT" sz="2400" spc="-50" dirty="0">
              <a:solidFill>
                <a:srgbClr val="000000"/>
              </a:solidFill>
              <a:latin typeface="Times New Roman" panose="22635452340000000000" pitchFamily="1"/>
            </a:endParaRPr>
          </a:p>
        </p:txBody>
      </p:sp>
    </p:spTree>
    <p:extLst>
      <p:ext uri="{BB962C8B-B14F-4D97-AF65-F5344CB8AC3E}">
        <p14:creationId xmlns:p14="http://schemas.microsoft.com/office/powerpoint/2010/main" val="413183258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6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18_1_">
    <p:spTree>
      <p:nvGrpSpPr>
        <p:cNvPr id="1" name=""/>
        <p:cNvGrpSpPr/>
        <p:nvPr/>
      </p:nvGrpSpPr>
      <p:grpSpPr>
        <a:xfrm>
          <a:off x="0" y="0"/>
          <a:ext cx="0" cy="0"/>
          <a:chOff x="0" y="0"/>
          <a:chExt cx="0" cy="0"/>
        </a:xfrm>
      </p:grpSpPr>
      <p:sp>
        <p:nvSpPr>
          <p:cNvPr id="86" name="Segnaposto testo 85"/>
          <p:cNvSpPr>
            <a:spLocks noGrp="1"/>
          </p:cNvSpPr>
          <p:nvPr>
            <p:ph type="body" idx="10"/>
          </p:nvPr>
        </p:nvSpPr>
        <p:spPr>
          <a:xfrm>
            <a:off x="0" y="6514783"/>
            <a:ext cx="9144000" cy="148453"/>
          </a:xfrm>
          <a:prstGeom prst="rect">
            <a:avLst/>
          </a:prstGeom>
          <a:solidFill>
            <a:srgbClr val="C60112"/>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87" name="Segnaposto testo 86"/>
          <p:cNvSpPr>
            <a:spLocks noGrp="1"/>
          </p:cNvSpPr>
          <p:nvPr>
            <p:ph type="body" idx="10"/>
          </p:nvPr>
        </p:nvSpPr>
        <p:spPr>
          <a:xfrm>
            <a:off x="0" y="6514783"/>
            <a:ext cx="9144000" cy="148453"/>
          </a:xfrm>
          <a:prstGeom prst="rect">
            <a:avLst/>
          </a:prstGeom>
          <a:solidFill>
            <a:srgbClr val="C60112"/>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88" name="Segnaposto testo 87"/>
          <p:cNvSpPr>
            <a:spLocks noGrp="1"/>
          </p:cNvSpPr>
          <p:nvPr>
            <p:ph type="body" idx="10"/>
          </p:nvPr>
        </p:nvSpPr>
        <p:spPr>
          <a:xfrm>
            <a:off x="0" y="6514783"/>
            <a:ext cx="9144000" cy="148453"/>
          </a:xfrm>
          <a:prstGeom prst="rect">
            <a:avLst/>
          </a:prstGeom>
          <a:solidFill>
            <a:srgbClr val="C60112"/>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89" name="Segnaposto testo 88"/>
          <p:cNvSpPr>
            <a:spLocks noGrp="1"/>
          </p:cNvSpPr>
          <p:nvPr>
            <p:ph type="body" idx="10"/>
          </p:nvPr>
        </p:nvSpPr>
        <p:spPr>
          <a:xfrm>
            <a:off x="4587230" y="6733021"/>
            <a:ext cx="2540141" cy="121807"/>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95" name="Segnaposto testo 94"/>
          <p:cNvSpPr>
            <a:spLocks noGrp="1"/>
          </p:cNvSpPr>
          <p:nvPr>
            <p:ph type="body" idx="10"/>
          </p:nvPr>
        </p:nvSpPr>
        <p:spPr>
          <a:xfrm>
            <a:off x="658039" y="619187"/>
            <a:ext cx="8485962" cy="930049"/>
          </a:xfrm>
          <a:prstGeom prst="rect">
            <a:avLst/>
          </a:prstGeom>
          <a:noFill/>
          <a:ln w="0" cmpd="sng">
            <a:noFill/>
            <a:prstDash val="solid"/>
          </a:ln>
        </p:spPr>
        <p:txBody>
          <a:bodyPr vert="horz" lIns="0" tIns="159892" rIns="0" bIns="0" anchor="t"/>
          <a:lstStyle>
            <a:lvl1pPr marL="182734" marR="0" indent="0" algn="l">
              <a:lnSpc>
                <a:spcPct val="95999"/>
              </a:lnSpc>
              <a:spcAft>
                <a:spcPts val="2878"/>
              </a:spcAft>
              <a:defRPr/>
            </a:lvl1pPr>
          </a:lstStyle>
          <a:p>
            <a:pPr marL="182880" marR="0" lvl="0" indent="0" algn="l">
              <a:lnSpc>
                <a:spcPct val="95999"/>
              </a:lnSpc>
              <a:spcAft>
                <a:spcPts val="2880"/>
              </a:spcAft>
            </a:pPr>
            <a:r>
              <a:rPr lang="it-IT" sz="2400" spc="-50" smtClean="0">
                <a:solidFill>
                  <a:srgbClr val="000000"/>
                </a:solidFill>
                <a:latin typeface="Times New Roman" panose="22635452340000000000" pitchFamily="1"/>
              </a:rPr>
              <a:t>Fare clic per modificare stili del testo dello schema</a:t>
            </a:r>
          </a:p>
        </p:txBody>
      </p:sp>
      <p:sp>
        <p:nvSpPr>
          <p:cNvPr id="99" name="Segnaposto testo 98"/>
          <p:cNvSpPr>
            <a:spLocks noGrp="1"/>
          </p:cNvSpPr>
          <p:nvPr>
            <p:ph type="body" idx="10"/>
          </p:nvPr>
        </p:nvSpPr>
        <p:spPr>
          <a:xfrm>
            <a:off x="658039" y="3154299"/>
            <a:ext cx="8485962" cy="1474375"/>
          </a:xfrm>
          <a:prstGeom prst="rect">
            <a:avLst/>
          </a:prstGeom>
          <a:noFill/>
          <a:ln w="0" cmpd="sng">
            <a:noFill/>
            <a:prstDash val="solid"/>
          </a:ln>
        </p:spPr>
        <p:txBody>
          <a:bodyPr vert="horz" lIns="0" tIns="0" rIns="0" bIns="0" anchor="t"/>
          <a:lstStyle>
            <a:lvl1pPr marL="0" marR="0" indent="0" algn="l">
              <a:lnSpc>
                <a:spcPct val="95999"/>
              </a:lnSpc>
              <a:spcBef>
                <a:spcPts val="1799"/>
              </a:spcBef>
              <a:spcAft>
                <a:spcPts val="0"/>
              </a:spcAft>
              <a:defRPr/>
            </a:lvl1pPr>
          </a:lstStyle>
          <a:p>
            <a:pPr marL="0" marR="0" lvl="0" indent="0" algn="l">
              <a:lnSpc>
                <a:spcPct val="95999"/>
              </a:lnSpc>
              <a:spcAft>
                <a:spcPts val="0"/>
              </a:spcAft>
            </a:pPr>
            <a:r>
              <a:rPr lang="it-IT" sz="300" spc="-15" smtClean="0">
                <a:solidFill>
                  <a:srgbClr val="CC0000"/>
                </a:solidFill>
                <a:latin typeface="Wingdings" panose="22635452340000000000" pitchFamily="2"/>
              </a:rPr>
              <a:t>Fare clic per modificare stili del testo dello schema</a:t>
            </a:r>
          </a:p>
          <a:p>
            <a:pPr marL="0" marR="0" lvl="1" indent="0" algn="l">
              <a:lnSpc>
                <a:spcPct val="95999"/>
              </a:lnSpc>
              <a:spcAft>
                <a:spcPts val="0"/>
              </a:spcAft>
            </a:pPr>
            <a:r>
              <a:rPr lang="it-IT" sz="300" spc="-15" smtClean="0">
                <a:solidFill>
                  <a:srgbClr val="CC0000"/>
                </a:solidFill>
                <a:latin typeface="Wingdings" panose="22635452340000000000" pitchFamily="2"/>
              </a:rPr>
              <a:t>Secondo livello</a:t>
            </a:r>
          </a:p>
          <a:p>
            <a:pPr marL="0" marR="0" lvl="2" indent="0" algn="l">
              <a:lnSpc>
                <a:spcPct val="95999"/>
              </a:lnSpc>
              <a:spcAft>
                <a:spcPts val="0"/>
              </a:spcAft>
            </a:pPr>
            <a:r>
              <a:rPr lang="it-IT" sz="300" spc="-15" smtClean="0">
                <a:solidFill>
                  <a:srgbClr val="CC0000"/>
                </a:solidFill>
                <a:latin typeface="Wingdings" panose="22635452340000000000" pitchFamily="2"/>
              </a:rPr>
              <a:t>Terzo livello</a:t>
            </a:r>
          </a:p>
        </p:txBody>
      </p:sp>
      <p:sp>
        <p:nvSpPr>
          <p:cNvPr id="100" name="Segnaposto testo 99"/>
          <p:cNvSpPr>
            <a:spLocks noGrp="1"/>
          </p:cNvSpPr>
          <p:nvPr>
            <p:ph type="body" idx="10"/>
          </p:nvPr>
        </p:nvSpPr>
        <p:spPr>
          <a:xfrm>
            <a:off x="658038" y="4628675"/>
            <a:ext cx="3054769" cy="581756"/>
          </a:xfrm>
          <a:prstGeom prst="rect">
            <a:avLst/>
          </a:prstGeom>
          <a:noFill/>
          <a:ln w="0" cmpd="sng">
            <a:noFill/>
            <a:prstDash val="solid"/>
          </a:ln>
        </p:spPr>
        <p:txBody>
          <a:bodyPr vert="horz" lIns="0" tIns="251259" rIns="0" bIns="0" anchor="t"/>
          <a:lstStyle>
            <a:lvl1pPr marL="0" marR="22842" indent="0" algn="r">
              <a:lnSpc>
                <a:spcPct val="80639"/>
              </a:lnSpc>
              <a:spcAft>
                <a:spcPts val="360"/>
              </a:spcAft>
              <a:defRPr/>
            </a:lvl1pPr>
          </a:lstStyle>
          <a:p>
            <a:pPr marL="0" marR="22860" lvl="0" indent="0" algn="r">
              <a:lnSpc>
                <a:spcPct val="80639"/>
              </a:lnSpc>
              <a:spcAft>
                <a:spcPts val="360"/>
              </a:spcAft>
            </a:pPr>
            <a:r>
              <a:rPr lang="it-IT" sz="2400" spc="-80" smtClean="0">
                <a:solidFill>
                  <a:srgbClr val="000000"/>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196745408"/>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20_1_">
    <p:spTree>
      <p:nvGrpSpPr>
        <p:cNvPr id="1" name=""/>
        <p:cNvGrpSpPr/>
        <p:nvPr/>
      </p:nvGrpSpPr>
      <p:grpSpPr>
        <a:xfrm>
          <a:off x="0" y="0"/>
          <a:ext cx="0" cy="0"/>
          <a:chOff x="0" y="0"/>
          <a:chExt cx="0" cy="0"/>
        </a:xfrm>
      </p:grpSpPr>
      <p:sp>
        <p:nvSpPr>
          <p:cNvPr id="121" name="Segnaposto testo 120"/>
          <p:cNvSpPr>
            <a:spLocks noGrp="1"/>
          </p:cNvSpPr>
          <p:nvPr>
            <p:ph type="body" idx="10"/>
          </p:nvPr>
        </p:nvSpPr>
        <p:spPr>
          <a:xfrm>
            <a:off x="0" y="6514783"/>
            <a:ext cx="9144000" cy="148453"/>
          </a:xfrm>
          <a:prstGeom prst="rect">
            <a:avLst/>
          </a:prstGeom>
          <a:solidFill>
            <a:srgbClr val="C60112"/>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122" name="Segnaposto testo 121"/>
          <p:cNvSpPr>
            <a:spLocks noGrp="1"/>
          </p:cNvSpPr>
          <p:nvPr>
            <p:ph type="body" idx="10"/>
          </p:nvPr>
        </p:nvSpPr>
        <p:spPr>
          <a:xfrm>
            <a:off x="0" y="6514783"/>
            <a:ext cx="9144000" cy="148453"/>
          </a:xfrm>
          <a:prstGeom prst="rect">
            <a:avLst/>
          </a:prstGeom>
          <a:solidFill>
            <a:srgbClr val="C60112"/>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123" name="Segnaposto testo 122"/>
          <p:cNvSpPr>
            <a:spLocks noGrp="1"/>
          </p:cNvSpPr>
          <p:nvPr>
            <p:ph type="body" idx="10"/>
          </p:nvPr>
        </p:nvSpPr>
        <p:spPr>
          <a:xfrm>
            <a:off x="0" y="0"/>
            <a:ext cx="0" cy="0"/>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129" name="Segnaposto testo 128"/>
          <p:cNvSpPr>
            <a:spLocks noGrp="1"/>
          </p:cNvSpPr>
          <p:nvPr>
            <p:ph type="body" idx="10"/>
          </p:nvPr>
        </p:nvSpPr>
        <p:spPr>
          <a:xfrm>
            <a:off x="3173" y="619187"/>
            <a:ext cx="9137654" cy="4018369"/>
          </a:xfrm>
          <a:prstGeom prst="rect">
            <a:avLst/>
          </a:prstGeom>
          <a:noFill/>
          <a:ln w="0" cmpd="sng">
            <a:noFill/>
            <a:prstDash val="solid"/>
          </a:ln>
        </p:spPr>
        <p:txBody>
          <a:bodyPr vert="horz" lIns="0" tIns="45683" rIns="0" bIns="0" anchor="t"/>
          <a:lstStyle>
            <a:lvl1pPr marL="593885" marR="0" indent="0" algn="l">
              <a:lnSpc>
                <a:spcPct val="95999"/>
              </a:lnSpc>
              <a:spcBef>
                <a:spcPts val="0"/>
              </a:spcBef>
              <a:spcAft>
                <a:spcPts val="2338"/>
              </a:spcAft>
              <a:defRPr/>
            </a:lvl1pPr>
          </a:lstStyle>
          <a:p>
            <a:pPr marL="594360" marR="0" lvl="0" indent="0" algn="l">
              <a:lnSpc>
                <a:spcPct val="95999"/>
              </a:lnSpc>
              <a:spcAft>
                <a:spcPts val="0"/>
              </a:spcAft>
            </a:pPr>
            <a:r>
              <a:rPr lang="it-IT" sz="2400" spc="-30" smtClean="0">
                <a:solidFill>
                  <a:srgbClr val="000000"/>
                </a:solidFill>
                <a:latin typeface="Times New Roman" panose="22635452340000000000" pitchFamily="1"/>
              </a:rPr>
              <a:t>Fare clic per modificare stili del testo dello schema</a:t>
            </a:r>
          </a:p>
          <a:p>
            <a:pPr marL="594360" marR="0" lvl="1" indent="0" algn="l">
              <a:lnSpc>
                <a:spcPct val="95999"/>
              </a:lnSpc>
              <a:spcAft>
                <a:spcPts val="0"/>
              </a:spcAft>
            </a:pPr>
            <a:r>
              <a:rPr lang="it-IT" sz="2400" spc="-30" smtClean="0">
                <a:solidFill>
                  <a:srgbClr val="000000"/>
                </a:solidFill>
                <a:latin typeface="Times New Roman" panose="22635452340000000000" pitchFamily="1"/>
              </a:rPr>
              <a:t>Secondo livello</a:t>
            </a:r>
          </a:p>
          <a:p>
            <a:pPr marL="594360" marR="0" lvl="2" indent="0" algn="l">
              <a:lnSpc>
                <a:spcPct val="95999"/>
              </a:lnSpc>
              <a:spcAft>
                <a:spcPts val="0"/>
              </a:spcAft>
            </a:pPr>
            <a:r>
              <a:rPr lang="it-IT" sz="2400" spc="-30" smtClean="0">
                <a:solidFill>
                  <a:srgbClr val="000000"/>
                </a:solidFill>
                <a:latin typeface="Times New Roman" panose="22635452340000000000" pitchFamily="1"/>
              </a:rPr>
              <a:t>Terzo livello</a:t>
            </a:r>
          </a:p>
          <a:p>
            <a:pPr marL="594360" marR="0" lvl="3" indent="0" algn="l">
              <a:lnSpc>
                <a:spcPct val="95999"/>
              </a:lnSpc>
              <a:spcAft>
                <a:spcPts val="0"/>
              </a:spcAft>
            </a:pPr>
            <a:r>
              <a:rPr lang="it-IT" sz="2400" spc="-30" smtClean="0">
                <a:solidFill>
                  <a:srgbClr val="000000"/>
                </a:solidFill>
                <a:latin typeface="Times New Roman" panose="22635452340000000000" pitchFamily="1"/>
              </a:rPr>
              <a:t>Quarto livello</a:t>
            </a:r>
          </a:p>
          <a:p>
            <a:pPr marL="594360" marR="0" lvl="4" indent="0" algn="l">
              <a:lnSpc>
                <a:spcPct val="95999"/>
              </a:lnSpc>
              <a:spcAft>
                <a:spcPts val="0"/>
              </a:spcAft>
            </a:pPr>
            <a:r>
              <a:rPr lang="it-IT" sz="2400" spc="-30" smtClean="0">
                <a:solidFill>
                  <a:srgbClr val="000000"/>
                </a:solidFill>
                <a:latin typeface="Times New Roman" panose="22635452340000000000" pitchFamily="1"/>
              </a:rPr>
              <a:t>Quinto livello</a:t>
            </a:r>
            <a:endParaRPr lang="it-IT" sz="2400" spc="-40" dirty="0">
              <a:solidFill>
                <a:srgbClr val="000000"/>
              </a:solidFill>
              <a:latin typeface="Times New Roman" panose="22635452340000000000" pitchFamily="1"/>
            </a:endParaRPr>
          </a:p>
        </p:txBody>
      </p:sp>
      <p:sp>
        <p:nvSpPr>
          <p:cNvPr id="130" name="Segnaposto testo 129"/>
          <p:cNvSpPr>
            <a:spLocks noGrp="1"/>
          </p:cNvSpPr>
          <p:nvPr>
            <p:ph type="body" idx="10"/>
          </p:nvPr>
        </p:nvSpPr>
        <p:spPr>
          <a:xfrm>
            <a:off x="327433" y="4637556"/>
            <a:ext cx="8485962" cy="1787775"/>
          </a:xfrm>
          <a:prstGeom prst="rect">
            <a:avLst/>
          </a:prstGeom>
          <a:noFill/>
          <a:ln w="0" cmpd="sng">
            <a:noFill/>
            <a:prstDash val="solid"/>
          </a:ln>
        </p:spPr>
        <p:txBody>
          <a:bodyPr vert="horz" lIns="0" tIns="45683" rIns="0" bIns="0" anchor="t"/>
          <a:lstStyle>
            <a:lvl1pPr marL="274101" marR="0" indent="0" algn="l">
              <a:lnSpc>
                <a:spcPct val="95999"/>
              </a:lnSpc>
              <a:spcBef>
                <a:spcPts val="0"/>
              </a:spcBef>
              <a:spcAft>
                <a:spcPts val="2158"/>
              </a:spcAft>
              <a:defRPr/>
            </a:lvl1pPr>
          </a:lstStyle>
          <a:p>
            <a:pPr marL="0" marR="0" lvl="0" indent="0" algn="ctr">
              <a:lnSpc>
                <a:spcPct val="95999"/>
              </a:lnSpc>
              <a:spcAft>
                <a:spcPts val="0"/>
              </a:spcAft>
            </a:pPr>
            <a:r>
              <a:rPr lang="it-IT" sz="300" spc="15" smtClean="0">
                <a:solidFill>
                  <a:srgbClr val="000000"/>
                </a:solidFill>
                <a:latin typeface="Wingdings" panose="22635452340000000000" pitchFamily="2"/>
              </a:rPr>
              <a:t>Fare clic per modificare stili del testo dello schema</a:t>
            </a:r>
          </a:p>
          <a:p>
            <a:pPr marL="0" marR="0" lvl="1" indent="0" algn="ctr">
              <a:lnSpc>
                <a:spcPct val="95999"/>
              </a:lnSpc>
              <a:spcAft>
                <a:spcPts val="0"/>
              </a:spcAft>
            </a:pPr>
            <a:r>
              <a:rPr lang="it-IT" sz="300" spc="15" smtClean="0">
                <a:solidFill>
                  <a:srgbClr val="000000"/>
                </a:solidFill>
                <a:latin typeface="Wingdings" panose="22635452340000000000" pitchFamily="2"/>
              </a:rPr>
              <a:t>Secondo livello</a:t>
            </a:r>
          </a:p>
          <a:p>
            <a:pPr marL="0" marR="0" lvl="2" indent="0" algn="ctr">
              <a:lnSpc>
                <a:spcPct val="95999"/>
              </a:lnSpc>
              <a:spcAft>
                <a:spcPts val="0"/>
              </a:spcAft>
            </a:pPr>
            <a:r>
              <a:rPr lang="it-IT" sz="300" spc="15" smtClean="0">
                <a:solidFill>
                  <a:srgbClr val="000000"/>
                </a:solidFill>
                <a:latin typeface="Wingdings" panose="22635452340000000000" pitchFamily="2"/>
              </a:rPr>
              <a:t>Terzo livello</a:t>
            </a:r>
          </a:p>
          <a:p>
            <a:pPr marL="0" marR="0" lvl="3" indent="0" algn="ctr">
              <a:lnSpc>
                <a:spcPct val="95999"/>
              </a:lnSpc>
              <a:spcAft>
                <a:spcPts val="0"/>
              </a:spcAft>
            </a:pPr>
            <a:r>
              <a:rPr lang="it-IT" sz="300" spc="15" smtClean="0">
                <a:solidFill>
                  <a:srgbClr val="000000"/>
                </a:solidFill>
                <a:latin typeface="Wingdings" panose="22635452340000000000" pitchFamily="2"/>
              </a:rPr>
              <a:t>Quarto livello</a:t>
            </a:r>
          </a:p>
        </p:txBody>
      </p:sp>
    </p:spTree>
    <p:extLst>
      <p:ext uri="{BB962C8B-B14F-4D97-AF65-F5344CB8AC3E}">
        <p14:creationId xmlns:p14="http://schemas.microsoft.com/office/powerpoint/2010/main" val="306800922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21_1_">
    <p:spTree>
      <p:nvGrpSpPr>
        <p:cNvPr id="1" name=""/>
        <p:cNvGrpSpPr/>
        <p:nvPr/>
      </p:nvGrpSpPr>
      <p:grpSpPr>
        <a:xfrm>
          <a:off x="0" y="0"/>
          <a:ext cx="0" cy="0"/>
          <a:chOff x="0" y="0"/>
          <a:chExt cx="0" cy="0"/>
        </a:xfrm>
      </p:grpSpPr>
      <p:sp>
        <p:nvSpPr>
          <p:cNvPr id="137" name="Segnaposto testo 136"/>
          <p:cNvSpPr>
            <a:spLocks noGrp="1"/>
          </p:cNvSpPr>
          <p:nvPr>
            <p:ph type="body" idx="10"/>
          </p:nvPr>
        </p:nvSpPr>
        <p:spPr>
          <a:xfrm>
            <a:off x="3173" y="619187"/>
            <a:ext cx="9137654" cy="3236139"/>
          </a:xfrm>
          <a:prstGeom prst="rect">
            <a:avLst/>
          </a:prstGeom>
          <a:noFill/>
          <a:ln w="0" cmpd="sng">
            <a:noFill/>
            <a:prstDash val="solid"/>
          </a:ln>
        </p:spPr>
        <p:txBody>
          <a:bodyPr vert="horz" lIns="0" tIns="45683" rIns="0" bIns="0" anchor="t"/>
          <a:lstStyle>
            <a:lvl1pPr marL="685251" marR="0" indent="0" algn="l">
              <a:lnSpc>
                <a:spcPct val="95999"/>
              </a:lnSpc>
              <a:spcBef>
                <a:spcPts val="0"/>
              </a:spcBef>
              <a:spcAft>
                <a:spcPts val="1978"/>
              </a:spcAft>
              <a:defRPr/>
            </a:lvl1pPr>
          </a:lstStyle>
          <a:p>
            <a:pPr marL="685800" marR="0" lvl="0" indent="0" algn="l">
              <a:lnSpc>
                <a:spcPct val="95999"/>
              </a:lnSpc>
              <a:spcAft>
                <a:spcPts val="0"/>
              </a:spcAft>
            </a:pPr>
            <a:r>
              <a:rPr lang="it-IT" sz="2400" spc="-40" smtClean="0">
                <a:solidFill>
                  <a:srgbClr val="000000"/>
                </a:solidFill>
                <a:latin typeface="Times New Roman" panose="22635452340000000000" pitchFamily="1"/>
              </a:rPr>
              <a:t>Fare clic per modificare stili del testo dello schema</a:t>
            </a:r>
          </a:p>
          <a:p>
            <a:pPr marL="685800" marR="0" lvl="1" indent="0" algn="l">
              <a:lnSpc>
                <a:spcPct val="95999"/>
              </a:lnSpc>
              <a:spcAft>
                <a:spcPts val="0"/>
              </a:spcAft>
            </a:pPr>
            <a:r>
              <a:rPr lang="it-IT" sz="2400" spc="-40" smtClean="0">
                <a:solidFill>
                  <a:srgbClr val="000000"/>
                </a:solidFill>
                <a:latin typeface="Times New Roman" panose="22635452340000000000" pitchFamily="1"/>
              </a:rPr>
              <a:t>Secondo livello</a:t>
            </a:r>
          </a:p>
          <a:p>
            <a:pPr marL="685800" marR="0" lvl="2" indent="0" algn="l">
              <a:lnSpc>
                <a:spcPct val="95999"/>
              </a:lnSpc>
              <a:spcAft>
                <a:spcPts val="0"/>
              </a:spcAft>
            </a:pPr>
            <a:r>
              <a:rPr lang="it-IT" sz="2400" spc="-40" smtClean="0">
                <a:solidFill>
                  <a:srgbClr val="000000"/>
                </a:solidFill>
                <a:latin typeface="Times New Roman" panose="22635452340000000000" pitchFamily="1"/>
              </a:rPr>
              <a:t>Terzo livello</a:t>
            </a:r>
          </a:p>
          <a:p>
            <a:pPr marL="685800" marR="0" lvl="3" indent="0" algn="l">
              <a:lnSpc>
                <a:spcPct val="95999"/>
              </a:lnSpc>
              <a:spcAft>
                <a:spcPts val="0"/>
              </a:spcAft>
            </a:pPr>
            <a:r>
              <a:rPr lang="it-IT" sz="2400" spc="-40" smtClean="0">
                <a:solidFill>
                  <a:srgbClr val="000000"/>
                </a:solidFill>
                <a:latin typeface="Times New Roman" panose="22635452340000000000" pitchFamily="1"/>
              </a:rPr>
              <a:t>Quarto livello</a:t>
            </a:r>
          </a:p>
          <a:p>
            <a:pPr marL="685800" marR="0" lvl="4" indent="0" algn="l">
              <a:lnSpc>
                <a:spcPct val="95999"/>
              </a:lnSpc>
              <a:spcAft>
                <a:spcPts val="0"/>
              </a:spcAft>
            </a:pPr>
            <a:r>
              <a:rPr lang="it-IT" sz="2400" spc="-40" smtClean="0">
                <a:solidFill>
                  <a:srgbClr val="000000"/>
                </a:solidFill>
                <a:latin typeface="Times New Roman" panose="22635452340000000000" pitchFamily="1"/>
              </a:rPr>
              <a:t>Quinto livello</a:t>
            </a:r>
            <a:endParaRPr lang="it-IT" sz="2400" spc="-40" dirty="0">
              <a:solidFill>
                <a:srgbClr val="000000"/>
              </a:solidFill>
              <a:latin typeface="Times New Roman" panose="22635452340000000000" pitchFamily="1"/>
            </a:endParaRPr>
          </a:p>
        </p:txBody>
      </p:sp>
      <p:sp>
        <p:nvSpPr>
          <p:cNvPr id="140" name="Segnaposto testo 139"/>
          <p:cNvSpPr>
            <a:spLocks noGrp="1"/>
          </p:cNvSpPr>
          <p:nvPr>
            <p:ph type="body" idx="10"/>
          </p:nvPr>
        </p:nvSpPr>
        <p:spPr>
          <a:xfrm>
            <a:off x="2750181" y="3867380"/>
            <a:ext cx="3603662" cy="627434"/>
          </a:xfrm>
          <a:prstGeom prst="rect">
            <a:avLst/>
          </a:prstGeom>
          <a:noFill/>
          <a:ln w="0" cmpd="sng">
            <a:noFill/>
            <a:prstDash val="solid"/>
          </a:ln>
        </p:spPr>
        <p:txBody>
          <a:bodyPr vert="horz" lIns="0" tIns="22842" rIns="0" bIns="0" anchor="t"/>
          <a:lstStyle>
            <a:lvl1pPr marL="2192804" marR="0" indent="0" algn="l">
              <a:lnSpc>
                <a:spcPts val="1799"/>
              </a:lnSpc>
              <a:spcBef>
                <a:spcPts val="0"/>
              </a:spcBef>
              <a:spcAft>
                <a:spcPts val="0"/>
              </a:spcAft>
              <a:tabLst>
                <a:tab pos="3563307" algn="r"/>
              </a:tabLst>
              <a:defRPr/>
            </a:lvl1pPr>
          </a:lstStyle>
          <a:p>
            <a:pPr marL="0" marR="0" lvl="0" indent="0" algn="r">
              <a:lnSpc>
                <a:spcPts val="1700"/>
              </a:lnSpc>
              <a:spcAft>
                <a:spcPts val="0"/>
              </a:spcAft>
            </a:pPr>
            <a:r>
              <a:rPr lang="it-IT" sz="2300" i="1" spc="490" smtClean="0">
                <a:solidFill>
                  <a:srgbClr val="000000"/>
                </a:solidFill>
                <a:latin typeface="Times New Roman" panose="22635452340000000000" pitchFamily="1"/>
              </a:rPr>
              <a:t>Fare clic per modificare stili del testo dello schema</a:t>
            </a:r>
          </a:p>
          <a:p>
            <a:pPr marL="0" marR="0" lvl="1" indent="0" algn="r">
              <a:lnSpc>
                <a:spcPts val="1700"/>
              </a:lnSpc>
              <a:spcAft>
                <a:spcPts val="0"/>
              </a:spcAft>
            </a:pPr>
            <a:r>
              <a:rPr lang="it-IT" sz="2300" i="1" spc="490" smtClean="0">
                <a:solidFill>
                  <a:srgbClr val="000000"/>
                </a:solidFill>
                <a:latin typeface="Times New Roman" panose="22635452340000000000" pitchFamily="1"/>
              </a:rPr>
              <a:t>Secondo livello</a:t>
            </a:r>
          </a:p>
          <a:p>
            <a:pPr marL="0" marR="0" lvl="2" indent="0" algn="r">
              <a:lnSpc>
                <a:spcPts val="1700"/>
              </a:lnSpc>
              <a:spcAft>
                <a:spcPts val="0"/>
              </a:spcAft>
            </a:pPr>
            <a:r>
              <a:rPr lang="it-IT" sz="2300" i="1" spc="490" smtClean="0">
                <a:solidFill>
                  <a:srgbClr val="000000"/>
                </a:solidFill>
                <a:latin typeface="Times New Roman" panose="22635452340000000000" pitchFamily="1"/>
              </a:rPr>
              <a:t>Terzo livello</a:t>
            </a:r>
          </a:p>
          <a:p>
            <a:pPr marL="0" marR="0" lvl="3" indent="0" algn="r">
              <a:lnSpc>
                <a:spcPts val="1700"/>
              </a:lnSpc>
              <a:spcAft>
                <a:spcPts val="0"/>
              </a:spcAft>
            </a:pPr>
            <a:r>
              <a:rPr lang="it-IT" sz="2300" i="1" spc="490" smtClean="0">
                <a:solidFill>
                  <a:srgbClr val="000000"/>
                </a:solidFill>
                <a:latin typeface="Times New Roman" panose="22635452340000000000" pitchFamily="1"/>
              </a:rPr>
              <a:t>Quarto livello</a:t>
            </a:r>
          </a:p>
        </p:txBody>
      </p:sp>
      <p:sp>
        <p:nvSpPr>
          <p:cNvPr id="141" name="Segnaposto testo 140"/>
          <p:cNvSpPr>
            <a:spLocks noGrp="1"/>
          </p:cNvSpPr>
          <p:nvPr>
            <p:ph type="body" idx="10"/>
          </p:nvPr>
        </p:nvSpPr>
        <p:spPr>
          <a:xfrm>
            <a:off x="6012450" y="4494814"/>
            <a:ext cx="307761" cy="3172"/>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00" smtClean="0">
                <a:solidFill>
                  <a:srgbClr val="000000"/>
                </a:solidFill>
                <a:latin typeface="Times New Roman" panose="22635452340000000000" pitchFamily="1"/>
              </a:rPr>
              <a:t>Fare clic per modificare stili del testo dello schema</a:t>
            </a:r>
          </a:p>
        </p:txBody>
      </p:sp>
      <p:sp>
        <p:nvSpPr>
          <p:cNvPr id="142" name="Segnaposto testo 141"/>
          <p:cNvSpPr>
            <a:spLocks noGrp="1"/>
          </p:cNvSpPr>
          <p:nvPr>
            <p:ph type="body" idx="10"/>
          </p:nvPr>
        </p:nvSpPr>
        <p:spPr>
          <a:xfrm>
            <a:off x="514627" y="4741600"/>
            <a:ext cx="7727664" cy="289292"/>
          </a:xfrm>
          <a:prstGeom prst="rect">
            <a:avLst/>
          </a:prstGeom>
          <a:noFill/>
          <a:ln w="0" cmpd="sng">
            <a:noFill/>
            <a:prstDash val="solid"/>
          </a:ln>
        </p:spPr>
        <p:txBody>
          <a:bodyPr vert="horz" lIns="0" tIns="0" rIns="0" bIns="0" anchor="t"/>
          <a:lstStyle>
            <a:lvl1pPr marL="0" marR="0" indent="0" algn="ctr">
              <a:lnSpc>
                <a:spcPct val="78719"/>
              </a:lnSpc>
              <a:spcAft>
                <a:spcPts val="0"/>
              </a:spcAft>
              <a:defRPr/>
            </a:lvl1pPr>
          </a:lstStyle>
          <a:p>
            <a:pPr marL="0" marR="0" lvl="0" indent="0" algn="ctr">
              <a:lnSpc>
                <a:spcPct val="78719"/>
              </a:lnSpc>
              <a:spcAft>
                <a:spcPts val="0"/>
              </a:spcAft>
            </a:pPr>
            <a:r>
              <a:rPr lang="it-IT" sz="300" spc="5" smtClean="0">
                <a:solidFill>
                  <a:srgbClr val="000000"/>
                </a:solidFill>
                <a:latin typeface="Wingdings" panose="22635452340000000000" pitchFamily="2"/>
              </a:rPr>
              <a:t>Fare clic per modificare stili del testo dello schema</a:t>
            </a:r>
          </a:p>
        </p:txBody>
      </p:sp>
      <p:sp>
        <p:nvSpPr>
          <p:cNvPr id="143" name="Segnaposto testo 142"/>
          <p:cNvSpPr>
            <a:spLocks noGrp="1"/>
          </p:cNvSpPr>
          <p:nvPr>
            <p:ph type="body" idx="10"/>
          </p:nvPr>
        </p:nvSpPr>
        <p:spPr>
          <a:xfrm>
            <a:off x="2055973" y="6425331"/>
            <a:ext cx="7084855" cy="307690"/>
          </a:xfrm>
          <a:prstGeom prst="rect">
            <a:avLst/>
          </a:prstGeom>
          <a:noFill/>
          <a:ln w="0" cmpd="sng">
            <a:noFill/>
            <a:prstDash val="solid"/>
          </a:ln>
        </p:spPr>
        <p:txBody>
          <a:bodyPr vert="horz" lIns="0" tIns="91367" rIns="0" bIns="0" anchor="t"/>
          <a:lstStyle>
            <a:lvl1pPr marL="228417" marR="0" indent="0" algn="l">
              <a:lnSpc>
                <a:spcPct val="95999"/>
              </a:lnSpc>
              <a:spcAft>
                <a:spcPts val="719"/>
              </a:spcAft>
              <a:defRPr/>
            </a:lvl1pPr>
          </a:lstStyle>
          <a:p>
            <a:pPr marL="228600" marR="0" lvl="0" indent="0" algn="l">
              <a:lnSpc>
                <a:spcPct val="95999"/>
              </a:lnSpc>
              <a:spcAft>
                <a:spcPts val="720"/>
              </a:spcAft>
            </a:pPr>
            <a:r>
              <a:rPr lang="it-IT" sz="800" spc="-30" smtClean="0">
                <a:solidFill>
                  <a:srgbClr val="FFFFFF"/>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3862473319"/>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23_1_">
    <p:spTree>
      <p:nvGrpSpPr>
        <p:cNvPr id="1" name=""/>
        <p:cNvGrpSpPr/>
        <p:nvPr/>
      </p:nvGrpSpPr>
      <p:grpSpPr>
        <a:xfrm>
          <a:off x="0" y="0"/>
          <a:ext cx="0" cy="0"/>
          <a:chOff x="0" y="0"/>
          <a:chExt cx="0" cy="0"/>
        </a:xfrm>
      </p:grpSpPr>
      <p:sp>
        <p:nvSpPr>
          <p:cNvPr id="167" name="Segnaposto testo 166"/>
          <p:cNvSpPr>
            <a:spLocks noGrp="1"/>
          </p:cNvSpPr>
          <p:nvPr>
            <p:ph type="body" idx="10"/>
          </p:nvPr>
        </p:nvSpPr>
        <p:spPr>
          <a:xfrm>
            <a:off x="0" y="6514783"/>
            <a:ext cx="9144000" cy="148453"/>
          </a:xfrm>
          <a:prstGeom prst="rect">
            <a:avLst/>
          </a:prstGeom>
          <a:solidFill>
            <a:srgbClr val="C60112"/>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168" name="Segnaposto testo 167"/>
          <p:cNvSpPr>
            <a:spLocks noGrp="1"/>
          </p:cNvSpPr>
          <p:nvPr>
            <p:ph type="body" idx="10"/>
          </p:nvPr>
        </p:nvSpPr>
        <p:spPr>
          <a:xfrm>
            <a:off x="0" y="6514783"/>
            <a:ext cx="9144000" cy="148453"/>
          </a:xfrm>
          <a:prstGeom prst="rect">
            <a:avLst/>
          </a:prstGeom>
          <a:solidFill>
            <a:srgbClr val="C60112"/>
          </a:solidFill>
          <a:ln w="0" cmpd="sng">
            <a:noFill/>
            <a:prstDash val="solid"/>
          </a:ln>
        </p:spPr>
        <p:txBody>
          <a:bodyPr vert="horz" lIns="0" tIns="0" rIns="0" bIns="0" anchor="t"/>
          <a:lstStyle>
            <a:lvl1pPr marL="2284171" marR="0" indent="0" algn="l">
              <a:lnSpc>
                <a:spcPct val="95999"/>
              </a:lnSpc>
              <a:spcAft>
                <a:spcPts val="0"/>
              </a:spcAft>
              <a:defRPr/>
            </a:lvl1pPr>
          </a:lstStyle>
          <a:p>
            <a:pPr marL="2286000" marR="0" lvl="0" indent="0" algn="l">
              <a:lnSpc>
                <a:spcPct val="95999"/>
              </a:lnSpc>
              <a:spcAft>
                <a:spcPts val="0"/>
              </a:spcAft>
            </a:pPr>
            <a:r>
              <a:rPr lang="it-IT" sz="800" spc="-30" smtClean="0">
                <a:solidFill>
                  <a:srgbClr val="FFFFFF"/>
                </a:solidFill>
                <a:latin typeface="Times New Roman" panose="22635452340000000000" pitchFamily="1"/>
              </a:rPr>
              <a:t>Fare clic per modificare stili del testo dello schema</a:t>
            </a:r>
          </a:p>
        </p:txBody>
      </p:sp>
      <p:sp>
        <p:nvSpPr>
          <p:cNvPr id="169" name="Segnaposto testo 168"/>
          <p:cNvSpPr>
            <a:spLocks noGrp="1"/>
          </p:cNvSpPr>
          <p:nvPr>
            <p:ph type="body" idx="10"/>
          </p:nvPr>
        </p:nvSpPr>
        <p:spPr>
          <a:xfrm>
            <a:off x="4587230" y="6733021"/>
            <a:ext cx="2540141" cy="121807"/>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175" name="Segnaposto testo 174"/>
          <p:cNvSpPr>
            <a:spLocks noGrp="1"/>
          </p:cNvSpPr>
          <p:nvPr>
            <p:ph type="body" idx="10"/>
          </p:nvPr>
        </p:nvSpPr>
        <p:spPr>
          <a:xfrm>
            <a:off x="585064" y="619187"/>
            <a:ext cx="8558936" cy="4324156"/>
          </a:xfrm>
          <a:prstGeom prst="rect">
            <a:avLst/>
          </a:prstGeom>
          <a:noFill/>
          <a:ln w="0" cmpd="sng">
            <a:noFill/>
            <a:prstDash val="solid"/>
          </a:ln>
        </p:spPr>
        <p:txBody>
          <a:bodyPr vert="horz" lIns="0" tIns="45683" rIns="0" bIns="0" anchor="t"/>
          <a:lstStyle>
            <a:lvl1pPr marL="182734" marR="0" indent="0" algn="l">
              <a:lnSpc>
                <a:spcPct val="95999"/>
              </a:lnSpc>
              <a:spcBef>
                <a:spcPts val="0"/>
              </a:spcBef>
              <a:spcAft>
                <a:spcPts val="1978"/>
              </a:spcAft>
              <a:defRPr/>
            </a:lvl1pPr>
          </a:lstStyle>
          <a:p>
            <a:pPr marL="182880" marR="0" lvl="0" indent="0" algn="l">
              <a:lnSpc>
                <a:spcPct val="95999"/>
              </a:lnSpc>
              <a:spcAft>
                <a:spcPts val="0"/>
              </a:spcAft>
            </a:pPr>
            <a:r>
              <a:rPr lang="it-IT" sz="2400" spc="-30" smtClean="0">
                <a:solidFill>
                  <a:srgbClr val="000000"/>
                </a:solidFill>
                <a:latin typeface="Times New Roman" panose="22635452340000000000" pitchFamily="1"/>
              </a:rPr>
              <a:t>Fare clic per modificare stili del testo dello schema</a:t>
            </a:r>
          </a:p>
          <a:p>
            <a:pPr marL="182880" marR="0" lvl="1" indent="0" algn="l">
              <a:lnSpc>
                <a:spcPct val="95999"/>
              </a:lnSpc>
              <a:spcAft>
                <a:spcPts val="0"/>
              </a:spcAft>
            </a:pPr>
            <a:r>
              <a:rPr lang="it-IT" sz="2400" spc="-30" smtClean="0">
                <a:solidFill>
                  <a:srgbClr val="000000"/>
                </a:solidFill>
                <a:latin typeface="Times New Roman" panose="22635452340000000000" pitchFamily="1"/>
              </a:rPr>
              <a:t>Secondo livello</a:t>
            </a:r>
          </a:p>
          <a:p>
            <a:pPr marL="182880" marR="0" lvl="2" indent="0" algn="l">
              <a:lnSpc>
                <a:spcPct val="95999"/>
              </a:lnSpc>
              <a:spcAft>
                <a:spcPts val="0"/>
              </a:spcAft>
            </a:pPr>
            <a:r>
              <a:rPr lang="it-IT" sz="2400" spc="-30" smtClean="0">
                <a:solidFill>
                  <a:srgbClr val="000000"/>
                </a:solidFill>
                <a:latin typeface="Times New Roman" panose="22635452340000000000" pitchFamily="1"/>
              </a:rPr>
              <a:t>Terzo livello</a:t>
            </a:r>
          </a:p>
          <a:p>
            <a:pPr marL="182880" marR="0" lvl="3" indent="0" algn="l">
              <a:lnSpc>
                <a:spcPct val="95999"/>
              </a:lnSpc>
              <a:spcAft>
                <a:spcPts val="0"/>
              </a:spcAft>
            </a:pPr>
            <a:r>
              <a:rPr lang="it-IT" sz="2400" spc="-30" smtClean="0">
                <a:solidFill>
                  <a:srgbClr val="000000"/>
                </a:solidFill>
                <a:latin typeface="Times New Roman" panose="22635452340000000000" pitchFamily="1"/>
              </a:rPr>
              <a:t>Quarto livello</a:t>
            </a:r>
          </a:p>
          <a:p>
            <a:pPr marL="182880" marR="0" lvl="4" indent="0" algn="l">
              <a:lnSpc>
                <a:spcPct val="95999"/>
              </a:lnSpc>
              <a:spcAft>
                <a:spcPts val="0"/>
              </a:spcAft>
            </a:pPr>
            <a:r>
              <a:rPr lang="it-IT" sz="2400" spc="-30" smtClean="0">
                <a:solidFill>
                  <a:srgbClr val="000000"/>
                </a:solidFill>
                <a:latin typeface="Times New Roman" panose="22635452340000000000" pitchFamily="1"/>
              </a:rPr>
              <a:t>Quinto livello</a:t>
            </a:r>
            <a:endParaRPr lang="it-IT" sz="2400" spc="-50" dirty="0">
              <a:solidFill>
                <a:srgbClr val="000000"/>
              </a:solidFill>
              <a:latin typeface="Times New Roman" panose="22635452340000000000" pitchFamily="1"/>
            </a:endParaRPr>
          </a:p>
        </p:txBody>
      </p:sp>
      <p:sp>
        <p:nvSpPr>
          <p:cNvPr id="176" name="Segnaposto testo 175"/>
          <p:cNvSpPr>
            <a:spLocks noGrp="1"/>
          </p:cNvSpPr>
          <p:nvPr>
            <p:ph type="body" idx="10"/>
          </p:nvPr>
        </p:nvSpPr>
        <p:spPr>
          <a:xfrm>
            <a:off x="2710837" y="4943343"/>
            <a:ext cx="737358" cy="307690"/>
          </a:xfrm>
          <a:prstGeom prst="rect">
            <a:avLst/>
          </a:prstGeom>
          <a:noFill/>
          <a:ln w="0" cmpd="sng">
            <a:noFill/>
            <a:prstDash val="solid"/>
          </a:ln>
        </p:spPr>
        <p:txBody>
          <a:bodyPr vert="horz" lIns="0" tIns="0" rIns="0" bIns="0" anchor="t"/>
          <a:lstStyle>
            <a:lvl1pPr marL="0" marR="0" indent="0" algn="ctr">
              <a:lnSpc>
                <a:spcPct val="77759"/>
              </a:lnSpc>
              <a:spcAft>
                <a:spcPts val="0"/>
              </a:spcAft>
              <a:defRPr/>
            </a:lvl1pPr>
          </a:lstStyle>
          <a:p>
            <a:pPr marL="0" marR="0" lvl="0" indent="0" algn="ctr">
              <a:lnSpc>
                <a:spcPct val="77759"/>
              </a:lnSpc>
              <a:spcAft>
                <a:spcPts val="0"/>
              </a:spcAft>
            </a:pPr>
            <a:r>
              <a:rPr lang="it-IT" sz="2600" i="1" spc="0" smtClean="0">
                <a:solidFill>
                  <a:srgbClr val="000000"/>
                </a:solidFill>
                <a:latin typeface="Times New Roman" panose="22635452340000000000" pitchFamily="1"/>
              </a:rPr>
              <a:t>Fare clic per modificare stili del testo dello schema</a:t>
            </a:r>
          </a:p>
        </p:txBody>
      </p:sp>
      <p:sp>
        <p:nvSpPr>
          <p:cNvPr id="177" name="Segnaposto testo 176"/>
          <p:cNvSpPr>
            <a:spLocks noGrp="1"/>
          </p:cNvSpPr>
          <p:nvPr>
            <p:ph type="body" idx="10"/>
          </p:nvPr>
        </p:nvSpPr>
        <p:spPr>
          <a:xfrm>
            <a:off x="6067656" y="4943343"/>
            <a:ext cx="3076344" cy="455508"/>
          </a:xfrm>
          <a:prstGeom prst="rect">
            <a:avLst/>
          </a:prstGeom>
          <a:noFill/>
          <a:ln w="0" cmpd="sng">
            <a:noFill/>
            <a:prstDash val="solid"/>
          </a:ln>
        </p:spPr>
        <p:txBody>
          <a:bodyPr vert="horz" lIns="0" tIns="0" rIns="0" bIns="0" anchor="t"/>
          <a:lstStyle>
            <a:lvl1pPr marL="0" marR="0" indent="0" algn="l">
              <a:lnSpc>
                <a:spcPct val="78719"/>
              </a:lnSpc>
              <a:spcAft>
                <a:spcPts val="719"/>
              </a:spcAft>
              <a:defRPr/>
            </a:lvl1pPr>
          </a:lstStyle>
          <a:p>
            <a:pPr marL="0" marR="0" lvl="0" indent="0" algn="l">
              <a:lnSpc>
                <a:spcPct val="78719"/>
              </a:lnSpc>
              <a:spcAft>
                <a:spcPts val="720"/>
              </a:spcAft>
            </a:pPr>
            <a:r>
              <a:rPr lang="it-IT" sz="2500" i="1" spc="0" smtClean="0">
                <a:solidFill>
                  <a:srgbClr val="000000"/>
                </a:solidFill>
                <a:latin typeface="Times New Roman" panose="22635452340000000000" pitchFamily="1"/>
              </a:rPr>
              <a:t>Fare clic per modificare stili del testo dello schema</a:t>
            </a:r>
          </a:p>
        </p:txBody>
      </p:sp>
      <p:sp>
        <p:nvSpPr>
          <p:cNvPr id="178" name="Segnaposto testo 177"/>
          <p:cNvSpPr>
            <a:spLocks noGrp="1"/>
          </p:cNvSpPr>
          <p:nvPr>
            <p:ph type="body" idx="10"/>
          </p:nvPr>
        </p:nvSpPr>
        <p:spPr>
          <a:xfrm>
            <a:off x="3526881" y="4943343"/>
            <a:ext cx="688497" cy="318475"/>
          </a:xfrm>
          <a:prstGeom prst="rect">
            <a:avLst/>
          </a:prstGeom>
          <a:noFill/>
          <a:ln w="0" cmpd="sng">
            <a:noFill/>
            <a:prstDash val="solid"/>
          </a:ln>
        </p:spPr>
        <p:txBody>
          <a:bodyPr vert="horz" lIns="0" tIns="0" rIns="0" bIns="0" anchor="t"/>
          <a:lstStyle/>
          <a:p>
            <a:pPr lvl="0" algn="l"/>
            <a:r>
              <a:rPr lang="it-IT" sz="100" smtClean="0"/>
              <a:t>Fare clic per modificare stili del testo dello schema</a:t>
            </a:r>
          </a:p>
        </p:txBody>
      </p:sp>
      <p:sp>
        <p:nvSpPr>
          <p:cNvPr id="179" name="Segnaposto testo 178"/>
          <p:cNvSpPr>
            <a:spLocks noGrp="1"/>
          </p:cNvSpPr>
          <p:nvPr>
            <p:ph type="body" idx="10"/>
          </p:nvPr>
        </p:nvSpPr>
        <p:spPr>
          <a:xfrm>
            <a:off x="2123236" y="5261818"/>
            <a:ext cx="2092142" cy="572875"/>
          </a:xfrm>
          <a:prstGeom prst="rect">
            <a:avLst/>
          </a:prstGeom>
          <a:noFill/>
          <a:ln w="0" cmpd="sng">
            <a:noFill/>
            <a:prstDash val="solid"/>
          </a:ln>
        </p:spPr>
        <p:txBody>
          <a:bodyPr vert="horz" lIns="0" tIns="0" rIns="0" bIns="0" anchor="t"/>
          <a:lstStyle>
            <a:lvl1pPr marL="776618" marR="0" indent="0" algn="l">
              <a:lnSpc>
                <a:spcPts val="1799"/>
              </a:lnSpc>
              <a:spcBef>
                <a:spcPts val="0"/>
              </a:spcBef>
              <a:spcAft>
                <a:spcPts val="719"/>
              </a:spcAft>
              <a:tabLst>
                <a:tab pos="2088748" algn="r"/>
              </a:tabLst>
              <a:defRPr/>
            </a:lvl1pPr>
          </a:lstStyle>
          <a:p>
            <a:pPr marL="0" marR="0" lvl="0" indent="0" algn="l">
              <a:lnSpc>
                <a:spcPct val="82559"/>
              </a:lnSpc>
              <a:spcAft>
                <a:spcPts val="0"/>
              </a:spcAft>
              <a:tabLst>
                <a:tab pos="2090420" algn="r"/>
              </a:tabLst>
            </a:pPr>
            <a:r>
              <a:rPr lang="it-IT" sz="1500" spc="0" smtClean="0">
                <a:solidFill>
                  <a:srgbClr val="000000"/>
                </a:solidFill>
                <a:latin typeface="Times New Roman" panose="22635452340000000000" pitchFamily="1"/>
              </a:rPr>
              <a:t>Fare clic per modificare stili del testo dello schema</a:t>
            </a:r>
          </a:p>
          <a:p>
            <a:pPr marL="0" marR="0" lvl="1" indent="0" algn="l">
              <a:lnSpc>
                <a:spcPct val="82559"/>
              </a:lnSpc>
              <a:spcAft>
                <a:spcPts val="0"/>
              </a:spcAft>
              <a:tabLst>
                <a:tab pos="2090420" algn="r"/>
              </a:tabLst>
            </a:pPr>
            <a:r>
              <a:rPr lang="it-IT" sz="1500" spc="0" smtClean="0">
                <a:solidFill>
                  <a:srgbClr val="000000"/>
                </a:solidFill>
                <a:latin typeface="Times New Roman" panose="22635452340000000000" pitchFamily="1"/>
              </a:rPr>
              <a:t>Secondo livello</a:t>
            </a:r>
          </a:p>
        </p:txBody>
      </p:sp>
      <p:sp>
        <p:nvSpPr>
          <p:cNvPr id="180" name="Segnaposto testo 179"/>
          <p:cNvSpPr>
            <a:spLocks noGrp="1"/>
          </p:cNvSpPr>
          <p:nvPr>
            <p:ph type="body" idx="10"/>
          </p:nvPr>
        </p:nvSpPr>
        <p:spPr>
          <a:xfrm>
            <a:off x="5412791" y="4943343"/>
            <a:ext cx="526684" cy="891350"/>
          </a:xfrm>
          <a:prstGeom prst="rect">
            <a:avLst/>
          </a:prstGeom>
          <a:noFill/>
          <a:ln w="0" cmpd="sng">
            <a:noFill/>
            <a:prstDash val="solid"/>
          </a:ln>
        </p:spPr>
        <p:txBody>
          <a:bodyPr vert="horz" lIns="0" tIns="159892" rIns="0" bIns="0" anchor="t"/>
          <a:lstStyle>
            <a:lvl1pPr marL="0" marR="0" indent="0" algn="l">
              <a:lnSpc>
                <a:spcPct val="95999"/>
              </a:lnSpc>
              <a:spcAft>
                <a:spcPts val="2518"/>
              </a:spcAft>
              <a:defRPr/>
            </a:lvl1pPr>
          </a:lstStyle>
          <a:p>
            <a:pPr marL="0" marR="0" lvl="0" indent="0" algn="l">
              <a:lnSpc>
                <a:spcPct val="95999"/>
              </a:lnSpc>
              <a:spcAft>
                <a:spcPts val="2520"/>
              </a:spcAft>
            </a:pPr>
            <a:r>
              <a:rPr lang="it-IT" sz="2500" i="1" spc="210" smtClean="0">
                <a:solidFill>
                  <a:srgbClr val="000000"/>
                </a:solidFill>
                <a:latin typeface="Times New Roman" panose="22635452340000000000" pitchFamily="1"/>
              </a:rPr>
              <a:t>Fare clic per modificare stili del testo dello schema</a:t>
            </a:r>
          </a:p>
        </p:txBody>
      </p:sp>
      <p:sp>
        <p:nvSpPr>
          <p:cNvPr id="181" name="Segnaposto testo 180"/>
          <p:cNvSpPr>
            <a:spLocks noGrp="1"/>
          </p:cNvSpPr>
          <p:nvPr>
            <p:ph type="body" idx="10"/>
          </p:nvPr>
        </p:nvSpPr>
        <p:spPr>
          <a:xfrm>
            <a:off x="585064" y="4943343"/>
            <a:ext cx="1528653" cy="891350"/>
          </a:xfrm>
          <a:prstGeom prst="rect">
            <a:avLst/>
          </a:prstGeom>
          <a:noFill/>
          <a:ln w="0" cmpd="sng">
            <a:noFill/>
            <a:prstDash val="solid"/>
          </a:ln>
        </p:spPr>
        <p:txBody>
          <a:bodyPr vert="horz" lIns="0" tIns="182734" rIns="0" bIns="0" anchor="t"/>
          <a:lstStyle>
            <a:lvl1pPr marL="0" marR="22842" indent="0" algn="r">
              <a:lnSpc>
                <a:spcPct val="78719"/>
              </a:lnSpc>
              <a:spcAft>
                <a:spcPts val="2698"/>
              </a:spcAft>
              <a:defRPr/>
            </a:lvl1pPr>
          </a:lstStyle>
          <a:p>
            <a:pPr marL="0" marR="22860" lvl="0" indent="0" algn="r">
              <a:lnSpc>
                <a:spcPct val="78719"/>
              </a:lnSpc>
              <a:spcAft>
                <a:spcPts val="2700"/>
              </a:spcAft>
            </a:pPr>
            <a:r>
              <a:rPr lang="it-IT" sz="2600" i="1" spc="0" smtClean="0">
                <a:solidFill>
                  <a:srgbClr val="000000"/>
                </a:solidFill>
                <a:latin typeface="Times New Roman" panose="22635452340000000000" pitchFamily="1"/>
              </a:rPr>
              <a:t>Fare clic per modificare stili del testo dello schema</a:t>
            </a:r>
          </a:p>
        </p:txBody>
      </p:sp>
      <p:sp>
        <p:nvSpPr>
          <p:cNvPr id="182" name="Segnaposto testo 181"/>
          <p:cNvSpPr>
            <a:spLocks noGrp="1"/>
          </p:cNvSpPr>
          <p:nvPr>
            <p:ph type="body" idx="10"/>
          </p:nvPr>
        </p:nvSpPr>
        <p:spPr>
          <a:xfrm>
            <a:off x="6082886" y="5398852"/>
            <a:ext cx="3061114" cy="435841"/>
          </a:xfrm>
          <a:prstGeom prst="rect">
            <a:avLst/>
          </a:prstGeom>
          <a:noFill/>
          <a:ln w="0" cmpd="sng">
            <a:noFill/>
            <a:prstDash val="solid"/>
          </a:ln>
        </p:spPr>
        <p:txBody>
          <a:bodyPr vert="horz" lIns="0" tIns="0" rIns="0" bIns="0" anchor="t"/>
          <a:lstStyle>
            <a:lvl1pPr marL="0" marR="0" indent="0" algn="l">
              <a:lnSpc>
                <a:spcPct val="75839"/>
              </a:lnSpc>
              <a:spcAft>
                <a:spcPts val="719"/>
              </a:spcAft>
              <a:defRPr/>
            </a:lvl1pPr>
          </a:lstStyle>
          <a:p>
            <a:pPr marL="0" marR="0" lvl="0" indent="0" algn="l">
              <a:lnSpc>
                <a:spcPct val="75839"/>
              </a:lnSpc>
              <a:spcAft>
                <a:spcPts val="720"/>
              </a:spcAft>
            </a:pPr>
            <a:r>
              <a:rPr lang="it-IT" sz="2500" i="1" spc="0" smtClean="0">
                <a:solidFill>
                  <a:srgbClr val="000000"/>
                </a:solidFill>
                <a:latin typeface="Times New Roman" panose="22635452340000000000" pitchFamily="1"/>
              </a:rPr>
              <a:t>Fare clic per modificare stili del testo dello schema</a:t>
            </a:r>
          </a:p>
        </p:txBody>
      </p:sp>
      <p:sp>
        <p:nvSpPr>
          <p:cNvPr id="183" name="Segnaposto testo 182"/>
          <p:cNvSpPr>
            <a:spLocks noGrp="1"/>
          </p:cNvSpPr>
          <p:nvPr>
            <p:ph type="body" idx="10"/>
          </p:nvPr>
        </p:nvSpPr>
        <p:spPr>
          <a:xfrm>
            <a:off x="585064" y="5834693"/>
            <a:ext cx="8558936" cy="590638"/>
          </a:xfrm>
          <a:prstGeom prst="rect">
            <a:avLst/>
          </a:prstGeom>
          <a:noFill/>
          <a:ln w="0" cmpd="sng">
            <a:noFill/>
            <a:prstDash val="solid"/>
          </a:ln>
        </p:spPr>
        <p:txBody>
          <a:bodyPr vert="horz" lIns="0" tIns="0" rIns="0" bIns="0" anchor="t"/>
          <a:lstStyle>
            <a:lvl1pPr marL="0" marR="0" indent="0" algn="l">
              <a:lnSpc>
                <a:spcPct val="95999"/>
              </a:lnSpc>
              <a:spcAft>
                <a:spcPts val="1439"/>
              </a:spcAft>
              <a:defRPr/>
            </a:lvl1pPr>
          </a:lstStyle>
          <a:p>
            <a:pPr marL="0" marR="0" lvl="0" indent="0" algn="l">
              <a:lnSpc>
                <a:spcPct val="95999"/>
              </a:lnSpc>
              <a:spcAft>
                <a:spcPts val="1440"/>
              </a:spcAft>
            </a:pPr>
            <a:r>
              <a:rPr lang="it-IT" sz="300" spc="-20" smtClean="0">
                <a:solidFill>
                  <a:srgbClr val="000000"/>
                </a:solidFill>
                <a:latin typeface="Wingdings" panose="22635452340000000000" pitchFamily="2"/>
              </a:rPr>
              <a:t>Fare clic per modificare stili del testo dello schema</a:t>
            </a:r>
          </a:p>
        </p:txBody>
      </p:sp>
    </p:spTree>
    <p:extLst>
      <p:ext uri="{BB962C8B-B14F-4D97-AF65-F5344CB8AC3E}">
        <p14:creationId xmlns:p14="http://schemas.microsoft.com/office/powerpoint/2010/main" val="226220804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xAndTwoObj">
  <p:cSld name="Titolo, testo e contenuto 2">
    <p:spTree>
      <p:nvGrpSpPr>
        <p:cNvPr id="1" name=""/>
        <p:cNvGrpSpPr/>
        <p:nvPr/>
      </p:nvGrpSpPr>
      <p:grpSpPr>
        <a:xfrm>
          <a:off x="0" y="0"/>
          <a:ext cx="0" cy="0"/>
          <a:chOff x="0" y="0"/>
          <a:chExt cx="0" cy="0"/>
        </a:xfrm>
      </p:grpSpPr>
      <p:sp>
        <p:nvSpPr>
          <p:cNvPr id="2" name="Titolo 1"/>
          <p:cNvSpPr>
            <a:spLocks noGrp="1"/>
          </p:cNvSpPr>
          <p:nvPr>
            <p:ph type="title"/>
          </p:nvPr>
        </p:nvSpPr>
        <p:spPr>
          <a:xfrm>
            <a:off x="685800" y="609600"/>
            <a:ext cx="7772400" cy="1143000"/>
          </a:xfrm>
        </p:spPr>
        <p:txBody>
          <a:bodyPr/>
          <a:lstStyle/>
          <a:p>
            <a:r>
              <a:rPr lang="it-IT" smtClean="0"/>
              <a:t>Fare clic per modificare lo stile del titolo</a:t>
            </a:r>
            <a:endParaRPr lang="it-IT"/>
          </a:p>
        </p:txBody>
      </p:sp>
      <p:sp>
        <p:nvSpPr>
          <p:cNvPr id="3" name="Segnaposto testo 2"/>
          <p:cNvSpPr>
            <a:spLocks noGrp="1"/>
          </p:cNvSpPr>
          <p:nvPr>
            <p:ph type="body" sz="half" idx="1"/>
          </p:nvPr>
        </p:nvSpPr>
        <p:spPr>
          <a:xfrm>
            <a:off x="685800" y="1981200"/>
            <a:ext cx="3810000" cy="4114800"/>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quarter" idx="2"/>
          </p:nvPr>
        </p:nvSpPr>
        <p:spPr>
          <a:xfrm>
            <a:off x="4648200" y="1981200"/>
            <a:ext cx="3810000" cy="1981200"/>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contenuto 4"/>
          <p:cNvSpPr>
            <a:spLocks noGrp="1"/>
          </p:cNvSpPr>
          <p:nvPr>
            <p:ph sz="quarter" idx="3"/>
          </p:nvPr>
        </p:nvSpPr>
        <p:spPr>
          <a:xfrm>
            <a:off x="4648200" y="4114800"/>
            <a:ext cx="3810000" cy="1981200"/>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6" name="Segnaposto data 5"/>
          <p:cNvSpPr>
            <a:spLocks noGrp="1"/>
          </p:cNvSpPr>
          <p:nvPr>
            <p:ph type="dt" sz="half" idx="10"/>
          </p:nvPr>
        </p:nvSpPr>
        <p:spPr>
          <a:xfrm>
            <a:off x="685800" y="6248400"/>
            <a:ext cx="1905000" cy="457200"/>
          </a:xfrm>
          <a:prstGeom prst="rect">
            <a:avLst/>
          </a:prstGeom>
        </p:spPr>
        <p:txBody>
          <a:bodyPr/>
          <a:lstStyle>
            <a:lvl1pPr>
              <a:defRPr/>
            </a:lvl1pPr>
          </a:lstStyle>
          <a:p>
            <a:fld id="{106C90E5-7F5F-476D-86B9-109DDA3371E0}" type="datetime1">
              <a:rPr lang="it-IT" smtClean="0"/>
              <a:t>30/11/2015</a:t>
            </a:fld>
            <a:endParaRPr lang="it-IT"/>
          </a:p>
        </p:txBody>
      </p:sp>
      <p:sp>
        <p:nvSpPr>
          <p:cNvPr id="7" name="Segnaposto piè di pagina 6"/>
          <p:cNvSpPr>
            <a:spLocks noGrp="1"/>
          </p:cNvSpPr>
          <p:nvPr>
            <p:ph type="ftr" sz="quarter" idx="11"/>
          </p:nvPr>
        </p:nvSpPr>
        <p:spPr>
          <a:xfrm>
            <a:off x="3124200" y="6248400"/>
            <a:ext cx="2895600" cy="457200"/>
          </a:xfrm>
          <a:prstGeom prst="rect">
            <a:avLst/>
          </a:prstGeom>
        </p:spPr>
        <p:txBody>
          <a:bodyPr/>
          <a:lstStyle>
            <a:lvl1pPr>
              <a:defRPr/>
            </a:lvl1pPr>
          </a:lstStyle>
          <a:p>
            <a:endParaRPr lang="it-IT"/>
          </a:p>
        </p:txBody>
      </p:sp>
      <p:sp>
        <p:nvSpPr>
          <p:cNvPr id="8" name="Segnaposto numero diapositiva 7"/>
          <p:cNvSpPr>
            <a:spLocks noGrp="1"/>
          </p:cNvSpPr>
          <p:nvPr>
            <p:ph type="sldNum" sz="quarter" idx="12"/>
          </p:nvPr>
        </p:nvSpPr>
        <p:spPr>
          <a:xfrm>
            <a:off x="7239000" y="6400800"/>
            <a:ext cx="1905000" cy="457200"/>
          </a:xfrm>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69060068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19_1_">
    <p:spTree>
      <p:nvGrpSpPr>
        <p:cNvPr id="1" name=""/>
        <p:cNvGrpSpPr/>
        <p:nvPr/>
      </p:nvGrpSpPr>
      <p:grpSpPr>
        <a:xfrm>
          <a:off x="0" y="0"/>
          <a:ext cx="0" cy="0"/>
          <a:chOff x="0" y="0"/>
          <a:chExt cx="0" cy="0"/>
        </a:xfrm>
      </p:grpSpPr>
      <p:sp>
        <p:nvSpPr>
          <p:cNvPr id="12" name="Segnaposto testo 11"/>
          <p:cNvSpPr>
            <a:spLocks noGrp="1"/>
          </p:cNvSpPr>
          <p:nvPr>
            <p:ph type="body" idx="10"/>
          </p:nvPr>
        </p:nvSpPr>
        <p:spPr>
          <a:xfrm>
            <a:off x="7372205" y="340452"/>
            <a:ext cx="1295389" cy="27074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400" b="1" spc="-26" smtClean="0">
                <a:solidFill>
                  <a:srgbClr val="C80015"/>
                </a:solidFill>
                <a:latin typeface="Times New Roman" panose="22635452340000000000" pitchFamily="1"/>
              </a:rPr>
              <a:t>Fare clic per modificare stili del testo dello schema</a:t>
            </a:r>
          </a:p>
        </p:txBody>
      </p:sp>
      <p:sp>
        <p:nvSpPr>
          <p:cNvPr id="13" name="Segnaposto testo 12"/>
          <p:cNvSpPr>
            <a:spLocks noGrp="1"/>
          </p:cNvSpPr>
          <p:nvPr>
            <p:ph type="body" idx="10"/>
          </p:nvPr>
        </p:nvSpPr>
        <p:spPr>
          <a:xfrm>
            <a:off x="336063" y="5678229"/>
            <a:ext cx="8529151" cy="184915"/>
          </a:xfrm>
          <a:prstGeom prst="rect">
            <a:avLst/>
          </a:prstGeom>
          <a:noFill/>
          <a:ln w="0" cmpd="sng">
            <a:noFill/>
            <a:prstDash val="solid"/>
          </a:ln>
        </p:spPr>
        <p:txBody>
          <a:bodyPr vert="horz" lIns="0" tIns="0" rIns="0" bIns="0" anchor="t"/>
          <a:lstStyle>
            <a:lvl1pPr marL="3085666" marR="0" indent="0" algn="l">
              <a:lnSpc>
                <a:spcPts val="2279"/>
              </a:lnSpc>
              <a:spcAft>
                <a:spcPts val="0"/>
              </a:spcAft>
              <a:defRPr/>
            </a:lvl1pPr>
          </a:lstStyle>
          <a:p>
            <a:pPr marL="3520440" marR="0" lvl="0" indent="0" algn="l">
              <a:lnSpc>
                <a:spcPts val="2600"/>
              </a:lnSpc>
              <a:spcAft>
                <a:spcPts val="0"/>
              </a:spcAft>
            </a:pPr>
            <a:r>
              <a:rPr lang="it-IT" sz="2100" b="1" spc="0" smtClean="0">
                <a:solidFill>
                  <a:srgbClr val="000000"/>
                </a:solidFill>
                <a:latin typeface="Times New Roman" panose="22635452340000000000" pitchFamily="1"/>
              </a:rPr>
              <a:t>Fare clic per modificare stili del testo dello schema</a:t>
            </a:r>
          </a:p>
        </p:txBody>
      </p:sp>
      <p:sp>
        <p:nvSpPr>
          <p:cNvPr id="14" name="Segnaposto testo 13"/>
          <p:cNvSpPr>
            <a:spLocks noGrp="1"/>
          </p:cNvSpPr>
          <p:nvPr>
            <p:ph type="body" idx="10"/>
          </p:nvPr>
        </p:nvSpPr>
        <p:spPr>
          <a:xfrm>
            <a:off x="336063" y="6253137"/>
            <a:ext cx="8529151" cy="108875"/>
          </a:xfrm>
          <a:prstGeom prst="rect">
            <a:avLst/>
          </a:prstGeom>
          <a:solidFill>
            <a:srgbClr val="C80015"/>
          </a:solidFill>
          <a:ln w="0" cmpd="sng">
            <a:noFill/>
            <a:prstDash val="solid"/>
          </a:ln>
        </p:spPr>
        <p:txBody>
          <a:bodyPr vert="horz" lIns="0" tIns="0" rIns="0" bIns="0" anchor="t"/>
          <a:lstStyle>
            <a:lvl1pPr marL="2163973" marR="0" indent="0" algn="l">
              <a:lnSpc>
                <a:spcPct val="95999"/>
              </a:lnSpc>
              <a:spcAft>
                <a:spcPts val="0"/>
              </a:spcAft>
              <a:tabLst>
                <a:tab pos="5654827" algn="l"/>
                <a:tab pos="7360181" algn="r"/>
              </a:tabLst>
              <a:defRPr/>
            </a:lvl1pPr>
          </a:lstStyle>
          <a:p>
            <a:pPr marL="2468880" marR="0" lvl="0" indent="0" algn="l">
              <a:lnSpc>
                <a:spcPct val="95999"/>
              </a:lnSpc>
              <a:spcAft>
                <a:spcPts val="0"/>
              </a:spcAft>
              <a:tabLst>
                <a:tab pos="6451600" algn="l"/>
                <a:tab pos="8397240" algn="r"/>
              </a:tabLst>
            </a:pPr>
            <a:r>
              <a:rPr lang="it-IT" sz="700" spc="-44" smtClean="0">
                <a:solidFill>
                  <a:srgbClr val="FFFFFF"/>
                </a:solidFill>
                <a:latin typeface="Times New Roman" panose="22635452340000000000" pitchFamily="1"/>
              </a:rPr>
              <a:t>Fare clic per modificare stili del testo dello schema</a:t>
            </a:r>
          </a:p>
        </p:txBody>
      </p:sp>
      <p:sp>
        <p:nvSpPr>
          <p:cNvPr id="15" name="Segnaposto testo 14"/>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16" name="Segnaposto testo 15"/>
          <p:cNvSpPr>
            <a:spLocks noGrp="1"/>
          </p:cNvSpPr>
          <p:nvPr>
            <p:ph type="body" idx="10"/>
          </p:nvPr>
        </p:nvSpPr>
        <p:spPr>
          <a:xfrm>
            <a:off x="1013617" y="559355"/>
            <a:ext cx="3465952" cy="370407"/>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22" smtClean="0">
                <a:solidFill>
                  <a:srgbClr val="C80015"/>
                </a:solidFill>
                <a:latin typeface="Times New Roman" panose="22635452340000000000" pitchFamily="1"/>
              </a:rPr>
              <a:t>Fare clic per modificare stili del testo dello schema</a:t>
            </a:r>
          </a:p>
        </p:txBody>
      </p:sp>
      <p:sp>
        <p:nvSpPr>
          <p:cNvPr id="19" name="Segnaposto testo 18"/>
          <p:cNvSpPr>
            <a:spLocks noGrp="1"/>
          </p:cNvSpPr>
          <p:nvPr>
            <p:ph type="body" idx="10"/>
          </p:nvPr>
        </p:nvSpPr>
        <p:spPr>
          <a:xfrm>
            <a:off x="1154231" y="929762"/>
            <a:ext cx="7036143" cy="4124593"/>
          </a:xfrm>
          <a:prstGeom prst="rect">
            <a:avLst/>
          </a:prstGeom>
          <a:noFill/>
          <a:ln w="0" cmpd="sng">
            <a:noFill/>
            <a:prstDash val="solid"/>
          </a:ln>
        </p:spPr>
        <p:txBody>
          <a:bodyPr vert="horz" lIns="0" tIns="340625" rIns="0" bIns="0" anchor="t"/>
          <a:lstStyle>
            <a:lvl1pPr marL="0" marR="0" indent="0" algn="l">
              <a:lnSpc>
                <a:spcPct val="78719"/>
              </a:lnSpc>
              <a:spcBef>
                <a:spcPts val="158"/>
              </a:spcBef>
              <a:spcAft>
                <a:spcPts val="1578"/>
              </a:spcAft>
              <a:defRPr/>
            </a:lvl1pPr>
          </a:lstStyle>
          <a:p>
            <a:pPr marL="0" marR="0" lvl="0" indent="0" algn="l">
              <a:lnSpc>
                <a:spcPct val="95999"/>
              </a:lnSpc>
              <a:spcAft>
                <a:spcPts val="0"/>
              </a:spcAft>
            </a:pPr>
            <a:r>
              <a:rPr lang="it-IT" sz="2100" spc="-39" smtClean="0">
                <a:solidFill>
                  <a:srgbClr val="000000"/>
                </a:solidFill>
                <a:latin typeface="Times New Roman" panose="22635452340000000000" pitchFamily="1"/>
              </a:rPr>
              <a:t>Fare clic per modificare stili del testo dello schema</a:t>
            </a:r>
          </a:p>
          <a:p>
            <a:pPr marL="0" marR="0" lvl="1" indent="0" algn="l">
              <a:lnSpc>
                <a:spcPct val="95999"/>
              </a:lnSpc>
              <a:spcAft>
                <a:spcPts val="0"/>
              </a:spcAft>
            </a:pPr>
            <a:r>
              <a:rPr lang="it-IT" sz="2100" spc="-39" smtClean="0">
                <a:solidFill>
                  <a:srgbClr val="000000"/>
                </a:solidFill>
                <a:latin typeface="Times New Roman" panose="22635452340000000000" pitchFamily="1"/>
              </a:rPr>
              <a:t>Secondo livello</a:t>
            </a:r>
          </a:p>
          <a:p>
            <a:pPr marL="0" marR="0" lvl="2" indent="0" algn="l">
              <a:lnSpc>
                <a:spcPct val="95999"/>
              </a:lnSpc>
              <a:spcAft>
                <a:spcPts val="0"/>
              </a:spcAft>
            </a:pPr>
            <a:r>
              <a:rPr lang="it-IT" sz="2100" spc="-39" smtClean="0">
                <a:solidFill>
                  <a:srgbClr val="000000"/>
                </a:solidFill>
                <a:latin typeface="Times New Roman" panose="22635452340000000000" pitchFamily="1"/>
              </a:rPr>
              <a:t>Terzo livello</a:t>
            </a:r>
          </a:p>
          <a:p>
            <a:pPr marL="0" marR="0" lvl="3" indent="0" algn="l">
              <a:lnSpc>
                <a:spcPct val="95999"/>
              </a:lnSpc>
              <a:spcAft>
                <a:spcPts val="0"/>
              </a:spcAft>
            </a:pPr>
            <a:r>
              <a:rPr lang="it-IT" sz="2100" spc="-39" smtClean="0">
                <a:solidFill>
                  <a:srgbClr val="000000"/>
                </a:solidFill>
                <a:latin typeface="Times New Roman" panose="22635452340000000000" pitchFamily="1"/>
              </a:rPr>
              <a:t>Quarto livello</a:t>
            </a:r>
          </a:p>
          <a:p>
            <a:pPr marL="0" marR="0" lvl="4" indent="0" algn="l">
              <a:lnSpc>
                <a:spcPct val="95999"/>
              </a:lnSpc>
              <a:spcAft>
                <a:spcPts val="0"/>
              </a:spcAft>
            </a:pPr>
            <a:r>
              <a:rPr lang="it-IT" sz="2100" spc="-39" smtClean="0">
                <a:solidFill>
                  <a:srgbClr val="000000"/>
                </a:solidFill>
                <a:latin typeface="Times New Roman" panose="22635452340000000000" pitchFamily="1"/>
              </a:rPr>
              <a:t>Quinto livello</a:t>
            </a:r>
            <a:endParaRPr lang="it-IT" sz="2100" spc="0" dirty="0">
              <a:solidFill>
                <a:srgbClr val="000000"/>
              </a:solidFill>
              <a:latin typeface="Times New Roman" panose="22635452340000000000" pitchFamily="1"/>
            </a:endParaRPr>
          </a:p>
        </p:txBody>
      </p:sp>
      <p:sp>
        <p:nvSpPr>
          <p:cNvPr id="20" name="Segnaposto testo 19"/>
          <p:cNvSpPr>
            <a:spLocks noGrp="1"/>
          </p:cNvSpPr>
          <p:nvPr>
            <p:ph type="body" idx="10"/>
          </p:nvPr>
        </p:nvSpPr>
        <p:spPr>
          <a:xfrm>
            <a:off x="1154231" y="5054355"/>
            <a:ext cx="7036143" cy="627330"/>
          </a:xfrm>
          <a:prstGeom prst="rect">
            <a:avLst/>
          </a:prstGeom>
          <a:noFill/>
          <a:ln w="12700" cmpd="sng">
            <a:solidFill>
              <a:srgbClr val="000000"/>
            </a:solidFill>
            <a:prstDash val="solid"/>
          </a:ln>
        </p:spPr>
        <p:txBody>
          <a:bodyPr vert="horz" lIns="0" tIns="0" rIns="0" bIns="0" anchor="t"/>
          <a:lstStyle>
            <a:lvl1pPr marL="0" marR="0" indent="0" algn="l">
              <a:lnSpc>
                <a:spcPct val="95999"/>
              </a:lnSpc>
              <a:spcBef>
                <a:spcPts val="947"/>
              </a:spcBef>
              <a:spcAft>
                <a:spcPts val="0"/>
              </a:spcAft>
              <a:defRPr/>
            </a:lvl1pPr>
          </a:lstStyle>
          <a:p>
            <a:pPr marL="0" marR="0" lvl="0" indent="0" algn="l">
              <a:lnSpc>
                <a:spcPct val="95999"/>
              </a:lnSpc>
              <a:spcAft>
                <a:spcPts val="0"/>
              </a:spcAft>
            </a:pPr>
            <a:r>
              <a:rPr lang="it-IT" sz="2100" spc="-44" smtClean="0">
                <a:solidFill>
                  <a:srgbClr val="000000"/>
                </a:solidFill>
                <a:latin typeface="Times New Roman" panose="22635452340000000000" pitchFamily="1"/>
              </a:rPr>
              <a:t>Fare clic per modificare stili del testo dello schema</a:t>
            </a:r>
          </a:p>
          <a:p>
            <a:pPr marL="0" marR="0" lvl="1" indent="0" algn="l">
              <a:lnSpc>
                <a:spcPct val="95999"/>
              </a:lnSpc>
              <a:spcAft>
                <a:spcPts val="0"/>
              </a:spcAft>
            </a:pPr>
            <a:r>
              <a:rPr lang="it-IT" sz="2100" spc="-44"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110701391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22_1_">
    <p:spTree>
      <p:nvGrpSpPr>
        <p:cNvPr id="1" name=""/>
        <p:cNvGrpSpPr/>
        <p:nvPr/>
      </p:nvGrpSpPr>
      <p:grpSpPr>
        <a:xfrm>
          <a:off x="0" y="0"/>
          <a:ext cx="0" cy="0"/>
          <a:chOff x="0" y="0"/>
          <a:chExt cx="0" cy="0"/>
        </a:xfrm>
      </p:grpSpPr>
      <p:sp>
        <p:nvSpPr>
          <p:cNvPr id="24" name="Segnaposto testo 23"/>
          <p:cNvSpPr>
            <a:spLocks noGrp="1"/>
          </p:cNvSpPr>
          <p:nvPr>
            <p:ph type="body" idx="10"/>
          </p:nvPr>
        </p:nvSpPr>
        <p:spPr>
          <a:xfrm>
            <a:off x="7372205" y="340452"/>
            <a:ext cx="1295389" cy="27074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400" b="1" spc="-26" smtClean="0">
                <a:solidFill>
                  <a:srgbClr val="C90012"/>
                </a:solidFill>
                <a:latin typeface="Times New Roman" panose="22635452340000000000" pitchFamily="1"/>
              </a:rPr>
              <a:t>Fare clic per modificare stili del testo dello schema</a:t>
            </a:r>
          </a:p>
        </p:txBody>
      </p:sp>
      <p:sp>
        <p:nvSpPr>
          <p:cNvPr id="25" name="Segnaposto testo 24"/>
          <p:cNvSpPr>
            <a:spLocks noGrp="1"/>
          </p:cNvSpPr>
          <p:nvPr>
            <p:ph type="body" idx="10"/>
          </p:nvPr>
        </p:nvSpPr>
        <p:spPr>
          <a:xfrm>
            <a:off x="7372205" y="340452"/>
            <a:ext cx="1295389" cy="27074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400" b="1" spc="-26" smtClean="0">
                <a:solidFill>
                  <a:srgbClr val="C90012"/>
                </a:solidFill>
                <a:latin typeface="Times New Roman" panose="22635452340000000000" pitchFamily="1"/>
              </a:rPr>
              <a:t>Fare clic per modificare stili del testo dello schema</a:t>
            </a:r>
          </a:p>
        </p:txBody>
      </p:sp>
      <p:sp>
        <p:nvSpPr>
          <p:cNvPr id="26" name="Segnaposto testo 25"/>
          <p:cNvSpPr>
            <a:spLocks noGrp="1"/>
          </p:cNvSpPr>
          <p:nvPr>
            <p:ph type="body" idx="10"/>
          </p:nvPr>
        </p:nvSpPr>
        <p:spPr>
          <a:xfrm>
            <a:off x="336063" y="6224334"/>
            <a:ext cx="8529151" cy="137678"/>
          </a:xfrm>
          <a:prstGeom prst="rect">
            <a:avLst/>
          </a:prstGeom>
          <a:solidFill>
            <a:srgbClr val="C90012"/>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27" name="Segnaposto testo 26"/>
          <p:cNvSpPr>
            <a:spLocks noGrp="1"/>
          </p:cNvSpPr>
          <p:nvPr>
            <p:ph type="body" idx="10"/>
          </p:nvPr>
        </p:nvSpPr>
        <p:spPr>
          <a:xfrm>
            <a:off x="336063" y="6224334"/>
            <a:ext cx="8529151" cy="137678"/>
          </a:xfrm>
          <a:prstGeom prst="rect">
            <a:avLst/>
          </a:prstGeom>
          <a:solidFill>
            <a:srgbClr val="C90012"/>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28" name="Segnaposto testo 27"/>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29" name="Segnaposto testo 28"/>
          <p:cNvSpPr>
            <a:spLocks noGrp="1"/>
          </p:cNvSpPr>
          <p:nvPr>
            <p:ph type="body" idx="10"/>
          </p:nvPr>
        </p:nvSpPr>
        <p:spPr>
          <a:xfrm>
            <a:off x="1013618" y="559355"/>
            <a:ext cx="3604394" cy="306464"/>
          </a:xfrm>
          <a:prstGeom prst="rect">
            <a:avLst/>
          </a:prstGeom>
          <a:noFill/>
          <a:ln w="0" cmpd="sng">
            <a:noFill/>
            <a:prstDash val="solid"/>
          </a:ln>
        </p:spPr>
        <p:txBody>
          <a:bodyPr vert="horz" lIns="0" tIns="0" rIns="0" bIns="0" anchor="t"/>
          <a:lstStyle>
            <a:lvl1pPr marL="0" marR="0" indent="0" algn="ctr">
              <a:lnSpc>
                <a:spcPct val="78719"/>
              </a:lnSpc>
              <a:spcAft>
                <a:spcPts val="0"/>
              </a:spcAft>
              <a:defRPr/>
            </a:lvl1pPr>
          </a:lstStyle>
          <a:p>
            <a:pPr marL="0" marR="0" lvl="0" indent="0" algn="ctr">
              <a:lnSpc>
                <a:spcPct val="78719"/>
              </a:lnSpc>
              <a:spcAft>
                <a:spcPts val="0"/>
              </a:spcAft>
            </a:pPr>
            <a:r>
              <a:rPr lang="it-IT" sz="2500" b="1" spc="-75" smtClean="0">
                <a:solidFill>
                  <a:srgbClr val="C80016"/>
                </a:solidFill>
                <a:latin typeface="Times New Roman" panose="22635452340000000000" pitchFamily="1"/>
              </a:rPr>
              <a:t>Fare clic per modificare stili del testo dello schema</a:t>
            </a:r>
          </a:p>
        </p:txBody>
      </p:sp>
      <p:sp>
        <p:nvSpPr>
          <p:cNvPr id="32" name="Segnaposto testo 31"/>
          <p:cNvSpPr>
            <a:spLocks noGrp="1"/>
          </p:cNvSpPr>
          <p:nvPr>
            <p:ph type="body" idx="10"/>
          </p:nvPr>
        </p:nvSpPr>
        <p:spPr>
          <a:xfrm>
            <a:off x="1130886" y="895198"/>
            <a:ext cx="7036143" cy="4668394"/>
          </a:xfrm>
          <a:prstGeom prst="rect">
            <a:avLst/>
          </a:prstGeom>
          <a:noFill/>
          <a:ln w="0" cmpd="sng">
            <a:noFill/>
            <a:prstDash val="solid"/>
          </a:ln>
        </p:spPr>
        <p:txBody>
          <a:bodyPr vert="horz" lIns="0" tIns="220405" rIns="0" bIns="0" anchor="t">
            <a:normAutofit fontScale="90000"/>
          </a:bodyPr>
          <a:lstStyle>
            <a:lvl1pPr marL="0" marR="0" indent="0" algn="l">
              <a:lnSpc>
                <a:spcPct val="95999"/>
              </a:lnSpc>
              <a:spcBef>
                <a:spcPts val="0"/>
              </a:spcBef>
              <a:spcAft>
                <a:spcPts val="789"/>
              </a:spcAft>
              <a:tabLst>
                <a:tab pos="1304061" algn="l"/>
                <a:tab pos="7178737" algn="r"/>
              </a:tabLst>
              <a:defRPr/>
            </a:lvl1pPr>
          </a:lstStyle>
          <a:p>
            <a:pPr marL="0" marR="0" lvl="0" indent="0" algn="l">
              <a:lnSpc>
                <a:spcPts val="1200"/>
              </a:lnSpc>
              <a:spcAft>
                <a:spcPts val="0"/>
              </a:spcAft>
              <a:tabLst>
                <a:tab pos="1600200" algn="l"/>
                <a:tab pos="3965575" algn="l"/>
                <a:tab pos="8190230" algn="r"/>
              </a:tabLst>
            </a:pPr>
            <a:r>
              <a:rPr lang="it-IT" sz="2000" b="1" spc="-79" smtClean="0">
                <a:solidFill>
                  <a:srgbClr val="000000"/>
                </a:solidFill>
                <a:latin typeface="Times New Roman" panose="22635452340000000000" pitchFamily="1"/>
              </a:rPr>
              <a:t>Fare clic per modificare stili del testo dello schema</a:t>
            </a:r>
          </a:p>
          <a:p>
            <a:pPr marL="0" marR="0" lvl="1" indent="0" algn="l">
              <a:lnSpc>
                <a:spcPts val="1200"/>
              </a:lnSpc>
              <a:spcAft>
                <a:spcPts val="0"/>
              </a:spcAft>
              <a:tabLst>
                <a:tab pos="1600200" algn="l"/>
                <a:tab pos="3965575" algn="l"/>
                <a:tab pos="8190230" algn="r"/>
              </a:tabLst>
            </a:pPr>
            <a:r>
              <a:rPr lang="it-IT" sz="2000" b="1" spc="-79" smtClean="0">
                <a:solidFill>
                  <a:srgbClr val="000000"/>
                </a:solidFill>
                <a:latin typeface="Times New Roman" panose="22635452340000000000" pitchFamily="1"/>
              </a:rPr>
              <a:t>Secondo livello</a:t>
            </a:r>
          </a:p>
          <a:p>
            <a:pPr marL="0" marR="0" lvl="2" indent="0" algn="l">
              <a:lnSpc>
                <a:spcPts val="1200"/>
              </a:lnSpc>
              <a:spcAft>
                <a:spcPts val="0"/>
              </a:spcAft>
              <a:tabLst>
                <a:tab pos="1600200" algn="l"/>
                <a:tab pos="3965575" algn="l"/>
                <a:tab pos="8190230" algn="r"/>
              </a:tabLst>
            </a:pPr>
            <a:r>
              <a:rPr lang="it-IT" sz="2000" b="1" spc="-79" smtClean="0">
                <a:solidFill>
                  <a:srgbClr val="000000"/>
                </a:solidFill>
                <a:latin typeface="Times New Roman" panose="22635452340000000000" pitchFamily="1"/>
              </a:rPr>
              <a:t>Terzo livello</a:t>
            </a:r>
          </a:p>
          <a:p>
            <a:pPr marL="0" marR="0" lvl="3" indent="0" algn="l">
              <a:lnSpc>
                <a:spcPts val="1200"/>
              </a:lnSpc>
              <a:spcAft>
                <a:spcPts val="0"/>
              </a:spcAft>
              <a:tabLst>
                <a:tab pos="1600200" algn="l"/>
                <a:tab pos="3965575" algn="l"/>
                <a:tab pos="8190230" algn="r"/>
              </a:tabLst>
            </a:pPr>
            <a:r>
              <a:rPr lang="it-IT" sz="2000" b="1" spc="-79" smtClean="0">
                <a:solidFill>
                  <a:srgbClr val="000000"/>
                </a:solidFill>
                <a:latin typeface="Times New Roman" panose="22635452340000000000" pitchFamily="1"/>
              </a:rPr>
              <a:t>Quarto livello</a:t>
            </a:r>
          </a:p>
          <a:p>
            <a:pPr marL="0" marR="0" lvl="4" indent="0" algn="l">
              <a:lnSpc>
                <a:spcPts val="1200"/>
              </a:lnSpc>
              <a:spcAft>
                <a:spcPts val="0"/>
              </a:spcAft>
              <a:tabLst>
                <a:tab pos="1600200" algn="l"/>
                <a:tab pos="3965575" algn="l"/>
                <a:tab pos="8190230" algn="r"/>
              </a:tabLst>
            </a:pPr>
            <a:r>
              <a:rPr lang="it-IT" sz="2000" b="1" spc="-79" smtClean="0">
                <a:solidFill>
                  <a:srgbClr val="000000"/>
                </a:solidFill>
                <a:latin typeface="Times New Roman" panose="22635452340000000000" pitchFamily="1"/>
              </a:rPr>
              <a:t>Quinto livello</a:t>
            </a:r>
            <a:endParaRPr lang="it-IT" sz="2000" spc="0" dirty="0">
              <a:solidFill>
                <a:srgbClr val="000000"/>
              </a:solidFill>
              <a:latin typeface="Times New Roman" panose="22635452340000000000" pitchFamily="1"/>
            </a:endParaRPr>
          </a:p>
        </p:txBody>
      </p:sp>
      <p:sp>
        <p:nvSpPr>
          <p:cNvPr id="33" name="Segnaposto testo 32"/>
          <p:cNvSpPr>
            <a:spLocks noGrp="1"/>
          </p:cNvSpPr>
          <p:nvPr>
            <p:ph type="body" idx="10"/>
          </p:nvPr>
        </p:nvSpPr>
        <p:spPr>
          <a:xfrm>
            <a:off x="1130886" y="5563592"/>
            <a:ext cx="7036143" cy="582973"/>
          </a:xfrm>
          <a:prstGeom prst="rect">
            <a:avLst/>
          </a:prstGeom>
          <a:noFill/>
          <a:ln w="0" cmpd="sng">
            <a:noFill/>
            <a:prstDash val="solid"/>
          </a:ln>
        </p:spPr>
        <p:txBody>
          <a:bodyPr vert="horz" lIns="0" tIns="0" rIns="0" bIns="0" anchor="t"/>
          <a:lstStyle>
            <a:lvl1pPr marL="0" marR="0" indent="0" algn="l">
              <a:lnSpc>
                <a:spcPts val="1227"/>
              </a:lnSpc>
              <a:spcBef>
                <a:spcPts val="0"/>
              </a:spcBef>
              <a:spcAft>
                <a:spcPts val="473"/>
              </a:spcAft>
              <a:tabLst>
                <a:tab pos="5196208" algn="r"/>
              </a:tabLst>
              <a:defRPr/>
            </a:lvl1pPr>
          </a:lstStyle>
          <a:p>
            <a:pPr marL="960120" marR="0" lvl="0" indent="0" algn="l">
              <a:lnSpc>
                <a:spcPct val="95999"/>
              </a:lnSpc>
              <a:spcAft>
                <a:spcPts val="0"/>
              </a:spcAft>
              <a:tabLst>
                <a:tab pos="5928360" algn="r"/>
              </a:tabLst>
            </a:pPr>
            <a:r>
              <a:rPr lang="it-IT" sz="2000" spc="587" smtClean="0">
                <a:solidFill>
                  <a:srgbClr val="000000"/>
                </a:solidFill>
                <a:latin typeface="Times New Roman" panose="22635452340000000000" pitchFamily="1"/>
              </a:rPr>
              <a:t>Fare clic per modificare stili del testo dello schema</a:t>
            </a:r>
          </a:p>
          <a:p>
            <a:pPr marL="960120" marR="0" lvl="1" indent="0" algn="l">
              <a:lnSpc>
                <a:spcPct val="95999"/>
              </a:lnSpc>
              <a:spcAft>
                <a:spcPts val="0"/>
              </a:spcAft>
              <a:tabLst>
                <a:tab pos="5928360" algn="r"/>
              </a:tabLst>
            </a:pPr>
            <a:r>
              <a:rPr lang="it-IT" sz="2000" spc="587"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44401560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cSld name="50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813881381"/>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cSld name="24_1_">
    <p:spTree>
      <p:nvGrpSpPr>
        <p:cNvPr id="1" name=""/>
        <p:cNvGrpSpPr/>
        <p:nvPr/>
      </p:nvGrpSpPr>
      <p:grpSpPr>
        <a:xfrm>
          <a:off x="0" y="0"/>
          <a:ext cx="0" cy="0"/>
          <a:chOff x="0" y="0"/>
          <a:chExt cx="0" cy="0"/>
        </a:xfrm>
      </p:grpSpPr>
      <p:sp>
        <p:nvSpPr>
          <p:cNvPr id="37" name="Segnaposto testo 36"/>
          <p:cNvSpPr>
            <a:spLocks noGrp="1"/>
          </p:cNvSpPr>
          <p:nvPr>
            <p:ph type="body" idx="10"/>
          </p:nvPr>
        </p:nvSpPr>
        <p:spPr>
          <a:xfrm>
            <a:off x="7372205" y="340452"/>
            <a:ext cx="1295389" cy="27074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400" b="1" spc="-26" smtClean="0">
                <a:solidFill>
                  <a:srgbClr val="C90012"/>
                </a:solidFill>
                <a:latin typeface="Times New Roman" panose="22635452340000000000" pitchFamily="1"/>
              </a:rPr>
              <a:t>Fare clic per modificare stili del testo dello schema</a:t>
            </a:r>
          </a:p>
        </p:txBody>
      </p:sp>
      <p:sp>
        <p:nvSpPr>
          <p:cNvPr id="38" name="Segnaposto testo 37"/>
          <p:cNvSpPr>
            <a:spLocks noGrp="1"/>
          </p:cNvSpPr>
          <p:nvPr>
            <p:ph type="body" idx="10"/>
          </p:nvPr>
        </p:nvSpPr>
        <p:spPr>
          <a:xfrm>
            <a:off x="336063" y="6224334"/>
            <a:ext cx="8529151" cy="137678"/>
          </a:xfrm>
          <a:prstGeom prst="rect">
            <a:avLst/>
          </a:prstGeom>
          <a:solidFill>
            <a:srgbClr val="C90012"/>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42" name="Segnaposto testo 41"/>
          <p:cNvSpPr>
            <a:spLocks noGrp="1"/>
          </p:cNvSpPr>
          <p:nvPr>
            <p:ph type="body" idx="10"/>
          </p:nvPr>
        </p:nvSpPr>
        <p:spPr>
          <a:xfrm>
            <a:off x="336063" y="874460"/>
            <a:ext cx="8599730" cy="3649343"/>
          </a:xfrm>
          <a:prstGeom prst="rect">
            <a:avLst/>
          </a:prstGeom>
          <a:noFill/>
          <a:ln w="0" cmpd="sng">
            <a:noFill/>
            <a:prstDash val="solid"/>
          </a:ln>
        </p:spPr>
        <p:txBody>
          <a:bodyPr vert="horz" lIns="0" tIns="240441" rIns="0" bIns="0" anchor="t"/>
          <a:lstStyle>
            <a:lvl1pPr marL="841545" marR="0" indent="0" algn="l">
              <a:lnSpc>
                <a:spcPct val="81599"/>
              </a:lnSpc>
              <a:spcBef>
                <a:spcPts val="0"/>
              </a:spcBef>
              <a:spcAft>
                <a:spcPts val="1104"/>
              </a:spcAft>
              <a:tabLst>
                <a:tab pos="3857082" algn="l"/>
                <a:tab pos="4843894" algn="l"/>
                <a:tab pos="5800651" algn="l"/>
              </a:tabLst>
              <a:defRPr/>
            </a:lvl1pPr>
          </a:lstStyle>
          <a:p>
            <a:pPr marL="960120" marR="0" lvl="0" indent="0" algn="l">
              <a:lnSpc>
                <a:spcPts val="1200"/>
              </a:lnSpc>
              <a:spcAft>
                <a:spcPts val="0"/>
              </a:spcAft>
            </a:pPr>
            <a:r>
              <a:rPr lang="it-IT" sz="1900" b="1" spc="35" smtClean="0">
                <a:solidFill>
                  <a:srgbClr val="000000"/>
                </a:solidFill>
                <a:latin typeface="Times New Roman" panose="22635452340000000000" pitchFamily="1"/>
              </a:rPr>
              <a:t>Fare clic per modificare stili del testo dello schema</a:t>
            </a:r>
          </a:p>
          <a:p>
            <a:pPr marL="960120" marR="0" lvl="1" indent="0" algn="l">
              <a:lnSpc>
                <a:spcPts val="1200"/>
              </a:lnSpc>
              <a:spcAft>
                <a:spcPts val="0"/>
              </a:spcAft>
            </a:pPr>
            <a:r>
              <a:rPr lang="it-IT" sz="1900" b="1" spc="35" smtClean="0">
                <a:solidFill>
                  <a:srgbClr val="000000"/>
                </a:solidFill>
                <a:latin typeface="Times New Roman" panose="22635452340000000000" pitchFamily="1"/>
              </a:rPr>
              <a:t>Secondo livello</a:t>
            </a:r>
          </a:p>
          <a:p>
            <a:pPr marL="960120" marR="0" lvl="2" indent="0" algn="l">
              <a:lnSpc>
                <a:spcPts val="1200"/>
              </a:lnSpc>
              <a:spcAft>
                <a:spcPts val="0"/>
              </a:spcAft>
            </a:pPr>
            <a:r>
              <a:rPr lang="it-IT" sz="1900" b="1" spc="35" smtClean="0">
                <a:solidFill>
                  <a:srgbClr val="000000"/>
                </a:solidFill>
                <a:latin typeface="Times New Roman" panose="22635452340000000000" pitchFamily="1"/>
              </a:rPr>
              <a:t>Terzo livello</a:t>
            </a:r>
          </a:p>
          <a:p>
            <a:pPr marL="960120" marR="0" lvl="3" indent="0" algn="l">
              <a:lnSpc>
                <a:spcPts val="1200"/>
              </a:lnSpc>
              <a:spcAft>
                <a:spcPts val="0"/>
              </a:spcAft>
            </a:pPr>
            <a:r>
              <a:rPr lang="it-IT" sz="1900" b="1" spc="35" smtClean="0">
                <a:solidFill>
                  <a:srgbClr val="000000"/>
                </a:solidFill>
                <a:latin typeface="Times New Roman" panose="22635452340000000000" pitchFamily="1"/>
              </a:rPr>
              <a:t>Quarto livello</a:t>
            </a:r>
          </a:p>
          <a:p>
            <a:pPr marL="960120" marR="0" lvl="4" indent="0" algn="l">
              <a:lnSpc>
                <a:spcPts val="1200"/>
              </a:lnSpc>
              <a:spcAft>
                <a:spcPts val="0"/>
              </a:spcAft>
            </a:pPr>
            <a:r>
              <a:rPr lang="it-IT" sz="1900" b="1" spc="35" smtClean="0">
                <a:solidFill>
                  <a:srgbClr val="000000"/>
                </a:solidFill>
                <a:latin typeface="Times New Roman" panose="22635452340000000000" pitchFamily="1"/>
              </a:rPr>
              <a:t>Quinto livello</a:t>
            </a:r>
            <a:endParaRPr lang="it-IT" sz="1900" spc="0" dirty="0">
              <a:solidFill>
                <a:srgbClr val="000000"/>
              </a:solidFill>
              <a:latin typeface="Times New Roman" panose="22635452340000000000" pitchFamily="1"/>
            </a:endParaRPr>
          </a:p>
        </p:txBody>
      </p:sp>
      <p:sp>
        <p:nvSpPr>
          <p:cNvPr id="45" name="Segnaposto testo 44"/>
          <p:cNvSpPr>
            <a:spLocks noGrp="1"/>
          </p:cNvSpPr>
          <p:nvPr>
            <p:ph type="body" idx="10"/>
          </p:nvPr>
        </p:nvSpPr>
        <p:spPr>
          <a:xfrm>
            <a:off x="1156946" y="4576801"/>
            <a:ext cx="6986738" cy="1536929"/>
          </a:xfrm>
          <a:prstGeom prst="rect">
            <a:avLst/>
          </a:prstGeom>
          <a:noFill/>
          <a:ln w="0" cmpd="sng">
            <a:noFill/>
            <a:prstDash val="solid"/>
          </a:ln>
        </p:spPr>
        <p:txBody>
          <a:bodyPr vert="horz" lIns="0" tIns="0" rIns="0" bIns="0" anchor="t">
            <a:normAutofit fontScale="90000"/>
          </a:bodyPr>
          <a:lstStyle>
            <a:lvl1pPr marL="0" marR="0" indent="0" algn="l">
              <a:lnSpc>
                <a:spcPts val="2104"/>
              </a:lnSpc>
              <a:spcBef>
                <a:spcPts val="316"/>
              </a:spcBef>
              <a:spcAft>
                <a:spcPts val="0"/>
              </a:spcAft>
              <a:tabLst>
                <a:tab pos="3641687" algn="l"/>
                <a:tab pos="4584529" algn="r"/>
              </a:tabLst>
              <a:defRPr/>
            </a:lvl1pPr>
          </a:lstStyle>
          <a:p>
            <a:pPr marL="0" marR="0" lvl="0" indent="0" algn="ctr">
              <a:lnSpc>
                <a:spcPts val="2000"/>
              </a:lnSpc>
              <a:spcAft>
                <a:spcPts val="0"/>
              </a:spcAft>
            </a:pPr>
            <a:r>
              <a:rPr lang="it-IT" sz="1900" spc="18" smtClean="0">
                <a:solidFill>
                  <a:srgbClr val="000000"/>
                </a:solidFill>
                <a:latin typeface="Times New Roman" panose="22635452340000000000" pitchFamily="1"/>
              </a:rPr>
              <a:t>Fare clic per modificare stili del testo dello schema</a:t>
            </a:r>
          </a:p>
          <a:p>
            <a:pPr marL="0" marR="0" lvl="1" indent="0" algn="ctr">
              <a:lnSpc>
                <a:spcPts val="2000"/>
              </a:lnSpc>
              <a:spcAft>
                <a:spcPts val="0"/>
              </a:spcAft>
            </a:pPr>
            <a:r>
              <a:rPr lang="it-IT" sz="1900" spc="18" smtClean="0">
                <a:solidFill>
                  <a:srgbClr val="000000"/>
                </a:solidFill>
                <a:latin typeface="Times New Roman" panose="22635452340000000000" pitchFamily="1"/>
              </a:rPr>
              <a:t>Secondo livello</a:t>
            </a:r>
          </a:p>
          <a:p>
            <a:pPr marL="0" marR="0" lvl="2" indent="0" algn="ctr">
              <a:lnSpc>
                <a:spcPts val="2000"/>
              </a:lnSpc>
              <a:spcAft>
                <a:spcPts val="0"/>
              </a:spcAft>
            </a:pPr>
            <a:r>
              <a:rPr lang="it-IT" sz="1900" spc="18" smtClean="0">
                <a:solidFill>
                  <a:srgbClr val="000000"/>
                </a:solidFill>
                <a:latin typeface="Times New Roman" panose="22635452340000000000" pitchFamily="1"/>
              </a:rPr>
              <a:t>Terzo livello</a:t>
            </a:r>
          </a:p>
          <a:p>
            <a:pPr marL="0" marR="0" lvl="3" indent="0" algn="ctr">
              <a:lnSpc>
                <a:spcPts val="2000"/>
              </a:lnSpc>
              <a:spcAft>
                <a:spcPts val="0"/>
              </a:spcAft>
            </a:pPr>
            <a:r>
              <a:rPr lang="it-IT" sz="1900" spc="18" smtClean="0">
                <a:solidFill>
                  <a:srgbClr val="000000"/>
                </a:solidFill>
                <a:latin typeface="Times New Roman" panose="22635452340000000000" pitchFamily="1"/>
              </a:rPr>
              <a:t>Quarto livello</a:t>
            </a:r>
          </a:p>
          <a:p>
            <a:pPr marL="0" marR="0" lvl="4" indent="0" algn="ctr">
              <a:lnSpc>
                <a:spcPts val="2000"/>
              </a:lnSpc>
              <a:spcAft>
                <a:spcPts val="0"/>
              </a:spcAft>
            </a:pPr>
            <a:r>
              <a:rPr lang="it-IT" sz="1900" spc="18" smtClean="0">
                <a:solidFill>
                  <a:srgbClr val="000000"/>
                </a:solidFill>
                <a:latin typeface="Times New Roman" panose="22635452340000000000" pitchFamily="1"/>
              </a:rPr>
              <a:t>Quinto livello</a:t>
            </a:r>
            <a:endParaRPr lang="it-IT" sz="1900" spc="0" dirty="0">
              <a:solidFill>
                <a:srgbClr val="000000"/>
              </a:solidFill>
              <a:latin typeface="Times New Roman" panose="22635452340000000000" pitchFamily="1"/>
            </a:endParaRPr>
          </a:p>
        </p:txBody>
      </p:sp>
      <p:sp>
        <p:nvSpPr>
          <p:cNvPr id="46" name="Segnaposto testo 45"/>
          <p:cNvSpPr>
            <a:spLocks noGrp="1"/>
          </p:cNvSpPr>
          <p:nvPr>
            <p:ph type="body" idx="10"/>
          </p:nvPr>
        </p:nvSpPr>
        <p:spPr>
          <a:xfrm>
            <a:off x="2241142" y="6146566"/>
            <a:ext cx="6567067" cy="279389"/>
          </a:xfrm>
          <a:prstGeom prst="rect">
            <a:avLst/>
          </a:prstGeom>
          <a:noFill/>
          <a:ln w="0" cmpd="sng">
            <a:noFill/>
            <a:prstDash val="solid"/>
          </a:ln>
        </p:spPr>
        <p:txBody>
          <a:bodyPr vert="horz" lIns="0" tIns="80147" rIns="0" bIns="0" anchor="t"/>
          <a:lstStyle>
            <a:lvl1pPr marL="200368" marR="0" indent="0" algn="l">
              <a:lnSpc>
                <a:spcPct val="95999"/>
              </a:lnSpc>
              <a:spcAft>
                <a:spcPts val="631"/>
              </a:spcAft>
              <a:tabLst>
                <a:tab pos="3701797" algn="l"/>
                <a:tab pos="5407150" algn="r"/>
              </a:tabLst>
              <a:defRPr/>
            </a:lvl1pPr>
          </a:lstStyle>
          <a:p>
            <a:pPr marL="228600" marR="0" lvl="0" indent="0" algn="l">
              <a:lnSpc>
                <a:spcPct val="95999"/>
              </a:lnSpc>
              <a:spcAft>
                <a:spcPts val="720"/>
              </a:spcAft>
              <a:tabLst>
                <a:tab pos="4223385" algn="l"/>
                <a:tab pos="6169025" algn="r"/>
              </a:tabLst>
            </a:pPr>
            <a:r>
              <a:rPr lang="it-IT" sz="700" spc="-44" smtClean="0">
                <a:solidFill>
                  <a:srgbClr val="FFFFFF"/>
                </a:solidFill>
                <a:latin typeface="Times New Roman" panose="22635452340000000000" pitchFamily="1"/>
              </a:rPr>
              <a:t>Fare clic per modificare stili del testo dello schema</a:t>
            </a:r>
          </a:p>
        </p:txBody>
      </p:sp>
    </p:spTree>
    <p:extLst>
      <p:ext uri="{BB962C8B-B14F-4D97-AF65-F5344CB8AC3E}">
        <p14:creationId xmlns:p14="http://schemas.microsoft.com/office/powerpoint/2010/main" val="20849401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51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94172322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cSld name="25_1_">
    <p:spTree>
      <p:nvGrpSpPr>
        <p:cNvPr id="1" name=""/>
        <p:cNvGrpSpPr/>
        <p:nvPr/>
      </p:nvGrpSpPr>
      <p:grpSpPr>
        <a:xfrm>
          <a:off x="0" y="0"/>
          <a:ext cx="0" cy="0"/>
          <a:chOff x="0" y="0"/>
          <a:chExt cx="0" cy="0"/>
        </a:xfrm>
      </p:grpSpPr>
      <p:sp>
        <p:nvSpPr>
          <p:cNvPr id="50" name="Segnaposto testo 49"/>
          <p:cNvSpPr>
            <a:spLocks noGrp="1"/>
          </p:cNvSpPr>
          <p:nvPr>
            <p:ph type="body" idx="10"/>
          </p:nvPr>
        </p:nvSpPr>
        <p:spPr>
          <a:xfrm>
            <a:off x="7372205" y="340452"/>
            <a:ext cx="1295389" cy="27074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400" b="1" spc="-26" smtClean="0">
                <a:solidFill>
                  <a:srgbClr val="C90012"/>
                </a:solidFill>
                <a:latin typeface="Times New Roman" panose="22635452340000000000" pitchFamily="1"/>
              </a:rPr>
              <a:t>Fare clic per modificare stili del testo dello schema</a:t>
            </a:r>
          </a:p>
        </p:txBody>
      </p:sp>
      <p:sp>
        <p:nvSpPr>
          <p:cNvPr id="51" name="Segnaposto testo 50"/>
          <p:cNvSpPr>
            <a:spLocks noGrp="1"/>
          </p:cNvSpPr>
          <p:nvPr>
            <p:ph type="body" idx="10"/>
          </p:nvPr>
        </p:nvSpPr>
        <p:spPr>
          <a:xfrm>
            <a:off x="336063" y="6224334"/>
            <a:ext cx="8529151" cy="137678"/>
          </a:xfrm>
          <a:prstGeom prst="rect">
            <a:avLst/>
          </a:prstGeom>
          <a:solidFill>
            <a:srgbClr val="C90012"/>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52" name="Segnaposto testo 51"/>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53" name="Segnaposto testo 52"/>
          <p:cNvSpPr>
            <a:spLocks noGrp="1"/>
          </p:cNvSpPr>
          <p:nvPr>
            <p:ph type="body" idx="10"/>
          </p:nvPr>
        </p:nvSpPr>
        <p:spPr>
          <a:xfrm>
            <a:off x="1013617" y="559355"/>
            <a:ext cx="2071753" cy="373287"/>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26" smtClean="0">
                <a:solidFill>
                  <a:srgbClr val="C90012"/>
                </a:solidFill>
                <a:latin typeface="Times New Roman" panose="22635452340000000000" pitchFamily="1"/>
              </a:rPr>
              <a:t>Fare clic per modificare stili del testo dello schema</a:t>
            </a:r>
          </a:p>
        </p:txBody>
      </p:sp>
      <p:sp>
        <p:nvSpPr>
          <p:cNvPr id="54" name="Segnaposto testo 53"/>
          <p:cNvSpPr>
            <a:spLocks noGrp="1"/>
          </p:cNvSpPr>
          <p:nvPr>
            <p:ph type="body" idx="10"/>
          </p:nvPr>
        </p:nvSpPr>
        <p:spPr>
          <a:xfrm>
            <a:off x="1154231" y="932643"/>
            <a:ext cx="7036143" cy="5213923"/>
          </a:xfrm>
          <a:prstGeom prst="rect">
            <a:avLst/>
          </a:prstGeom>
          <a:noFill/>
          <a:ln w="0" cmpd="sng">
            <a:noFill/>
            <a:prstDash val="solid"/>
          </a:ln>
        </p:spPr>
        <p:txBody>
          <a:bodyPr vert="horz" lIns="0" tIns="200368" rIns="0" bIns="0" anchor="t"/>
          <a:lstStyle>
            <a:lvl1pPr marL="0" marR="0" indent="0" algn="l">
              <a:lnSpc>
                <a:spcPct val="80639"/>
              </a:lnSpc>
              <a:spcBef>
                <a:spcPts val="473"/>
              </a:spcBef>
              <a:spcAft>
                <a:spcPts val="0"/>
              </a:spcAft>
              <a:tabLst>
                <a:tab pos="3518683" algn="r"/>
              </a:tabLst>
              <a:defRPr/>
            </a:lvl1pPr>
          </a:lstStyle>
          <a:p>
            <a:pPr marL="0" marR="0" lvl="0" indent="0" algn="l">
              <a:lnSpc>
                <a:spcPts val="1200"/>
              </a:lnSpc>
              <a:spcAft>
                <a:spcPts val="0"/>
              </a:spcAft>
            </a:pPr>
            <a:r>
              <a:rPr lang="it-IT" sz="1900" b="1" spc="88" smtClean="0">
                <a:solidFill>
                  <a:srgbClr val="C90012"/>
                </a:solidFill>
                <a:latin typeface="Times New Roman" panose="22635452340000000000" pitchFamily="1"/>
              </a:rPr>
              <a:t>Fare clic per modificare stili del testo dello schema</a:t>
            </a:r>
          </a:p>
          <a:p>
            <a:pPr marL="0" marR="0" lvl="1" indent="0" algn="l">
              <a:lnSpc>
                <a:spcPts val="1200"/>
              </a:lnSpc>
              <a:spcAft>
                <a:spcPts val="0"/>
              </a:spcAft>
            </a:pPr>
            <a:r>
              <a:rPr lang="it-IT" sz="1900" b="1" spc="88" smtClean="0">
                <a:solidFill>
                  <a:srgbClr val="C90012"/>
                </a:solidFill>
                <a:latin typeface="Times New Roman" panose="22635452340000000000" pitchFamily="1"/>
              </a:rPr>
              <a:t>Secondo livello</a:t>
            </a:r>
          </a:p>
          <a:p>
            <a:pPr marL="0" marR="0" lvl="2" indent="0" algn="l">
              <a:lnSpc>
                <a:spcPts val="1200"/>
              </a:lnSpc>
              <a:spcAft>
                <a:spcPts val="0"/>
              </a:spcAft>
            </a:pPr>
            <a:r>
              <a:rPr lang="it-IT" sz="1900" b="1" spc="88" smtClean="0">
                <a:solidFill>
                  <a:srgbClr val="C90012"/>
                </a:solidFill>
                <a:latin typeface="Times New Roman" panose="22635452340000000000" pitchFamily="1"/>
              </a:rPr>
              <a:t>Terzo livello</a:t>
            </a:r>
          </a:p>
          <a:p>
            <a:pPr marL="0" marR="0" lvl="3" indent="0" algn="l">
              <a:lnSpc>
                <a:spcPts val="1200"/>
              </a:lnSpc>
              <a:spcAft>
                <a:spcPts val="0"/>
              </a:spcAft>
            </a:pPr>
            <a:r>
              <a:rPr lang="it-IT" sz="1900" b="1" spc="88" smtClean="0">
                <a:solidFill>
                  <a:srgbClr val="C90012"/>
                </a:solidFill>
                <a:latin typeface="Times New Roman" panose="22635452340000000000" pitchFamily="1"/>
              </a:rPr>
              <a:t>Quarto livello</a:t>
            </a:r>
          </a:p>
          <a:p>
            <a:pPr marL="0" marR="0" lvl="4" indent="0" algn="l">
              <a:lnSpc>
                <a:spcPts val="1200"/>
              </a:lnSpc>
              <a:spcAft>
                <a:spcPts val="0"/>
              </a:spcAft>
            </a:pPr>
            <a:r>
              <a:rPr lang="it-IT" sz="1900" b="1" spc="88" smtClean="0">
                <a:solidFill>
                  <a:srgbClr val="C90012"/>
                </a:solidFill>
                <a:latin typeface="Times New Roman" panose="22635452340000000000" pitchFamily="1"/>
              </a:rPr>
              <a:t>Quinto livello</a:t>
            </a:r>
            <a:endParaRPr lang="it-IT" sz="1900" spc="0" dirty="0">
              <a:solidFill>
                <a:srgbClr val="000000"/>
              </a:solidFill>
              <a:latin typeface="Times New Roman" panose="22635452340000000000" pitchFamily="1"/>
            </a:endParaRPr>
          </a:p>
        </p:txBody>
      </p:sp>
    </p:spTree>
    <p:extLst>
      <p:ext uri="{BB962C8B-B14F-4D97-AF65-F5344CB8AC3E}">
        <p14:creationId xmlns:p14="http://schemas.microsoft.com/office/powerpoint/2010/main" val="2652510415"/>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cSld name="52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74745568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26_1_">
    <p:spTree>
      <p:nvGrpSpPr>
        <p:cNvPr id="1" name=""/>
        <p:cNvGrpSpPr/>
        <p:nvPr/>
      </p:nvGrpSpPr>
      <p:grpSpPr>
        <a:xfrm>
          <a:off x="0" y="0"/>
          <a:ext cx="0" cy="0"/>
          <a:chOff x="0" y="0"/>
          <a:chExt cx="0" cy="0"/>
        </a:xfrm>
      </p:grpSpPr>
      <p:sp>
        <p:nvSpPr>
          <p:cNvPr id="60" name="Segnaposto testo 59"/>
          <p:cNvSpPr>
            <a:spLocks noGrp="1"/>
          </p:cNvSpPr>
          <p:nvPr>
            <p:ph type="body" idx="10"/>
          </p:nvPr>
        </p:nvSpPr>
        <p:spPr>
          <a:xfrm>
            <a:off x="7169156" y="340452"/>
            <a:ext cx="1696058"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90012"/>
                </a:solidFill>
                <a:latin typeface="Times New Roman" panose="22635452340000000000" pitchFamily="1"/>
              </a:rPr>
              <a:t>Fare clic per modificare stili del testo dello schema</a:t>
            </a:r>
          </a:p>
        </p:txBody>
      </p:sp>
      <p:sp>
        <p:nvSpPr>
          <p:cNvPr id="61" name="Segnaposto testo 60"/>
          <p:cNvSpPr>
            <a:spLocks noGrp="1"/>
          </p:cNvSpPr>
          <p:nvPr>
            <p:ph type="body" idx="10"/>
          </p:nvPr>
        </p:nvSpPr>
        <p:spPr>
          <a:xfrm>
            <a:off x="336063" y="340452"/>
            <a:ext cx="2749308"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26" smtClean="0">
                <a:solidFill>
                  <a:srgbClr val="C90012"/>
                </a:solidFill>
                <a:latin typeface="Times New Roman" panose="22635452340000000000" pitchFamily="1"/>
              </a:rPr>
              <a:t>Fare clic per modificare stili del testo dello schema</a:t>
            </a:r>
          </a:p>
        </p:txBody>
      </p:sp>
      <p:sp>
        <p:nvSpPr>
          <p:cNvPr id="62" name="Segnaposto testo 61"/>
          <p:cNvSpPr>
            <a:spLocks noGrp="1"/>
          </p:cNvSpPr>
          <p:nvPr>
            <p:ph type="body" idx="10"/>
          </p:nvPr>
        </p:nvSpPr>
        <p:spPr>
          <a:xfrm>
            <a:off x="336063" y="6224334"/>
            <a:ext cx="8529151" cy="137678"/>
          </a:xfrm>
          <a:prstGeom prst="rect">
            <a:avLst/>
          </a:prstGeom>
          <a:solidFill>
            <a:srgbClr val="C90012"/>
          </a:solidFill>
          <a:ln w="0" cmpd="sng">
            <a:noFill/>
            <a:prstDash val="solid"/>
          </a:ln>
        </p:spPr>
        <p:txBody>
          <a:bodyPr vert="horz" lIns="0" tIns="0" rIns="0" bIns="0" anchor="t"/>
          <a:lstStyle>
            <a:lvl1pPr marL="2163973" marR="0" indent="0" algn="l">
              <a:lnSpc>
                <a:spcPct val="95999"/>
              </a:lnSpc>
              <a:spcAft>
                <a:spcPts val="0"/>
              </a:spcAft>
              <a:tabLst>
                <a:tab pos="5654827" algn="l"/>
                <a:tab pos="7360181" algn="r"/>
              </a:tabLst>
              <a:defRPr/>
            </a:lvl1pPr>
          </a:lstStyle>
          <a:p>
            <a:pPr marL="2468880" marR="0" lvl="0" indent="0" algn="l">
              <a:lnSpc>
                <a:spcPct val="95999"/>
              </a:lnSpc>
              <a:spcAft>
                <a:spcPts val="0"/>
              </a:spcAft>
              <a:tabLst>
                <a:tab pos="6451600" algn="l"/>
                <a:tab pos="8397240" algn="r"/>
              </a:tabLst>
            </a:pPr>
            <a:r>
              <a:rPr lang="it-IT" sz="700" spc="-44" smtClean="0">
                <a:solidFill>
                  <a:srgbClr val="FFFFFF"/>
                </a:solidFill>
                <a:latin typeface="Times New Roman" panose="22635452340000000000" pitchFamily="1"/>
              </a:rPr>
              <a:t>Fare clic per modificare stili del testo dello schema</a:t>
            </a:r>
          </a:p>
        </p:txBody>
      </p:sp>
      <p:sp>
        <p:nvSpPr>
          <p:cNvPr id="63" name="Segnaposto testo 62"/>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64" name="Segnaposto testo 63"/>
          <p:cNvSpPr>
            <a:spLocks noGrp="1"/>
          </p:cNvSpPr>
          <p:nvPr>
            <p:ph type="body" idx="10"/>
          </p:nvPr>
        </p:nvSpPr>
        <p:spPr>
          <a:xfrm>
            <a:off x="1154231" y="932643"/>
            <a:ext cx="7177300" cy="5213923"/>
          </a:xfrm>
          <a:prstGeom prst="rect">
            <a:avLst/>
          </a:prstGeom>
          <a:noFill/>
          <a:ln w="0" cmpd="sng">
            <a:noFill/>
            <a:prstDash val="solid"/>
          </a:ln>
        </p:spPr>
        <p:txBody>
          <a:bodyPr vert="horz" lIns="0" tIns="180331" rIns="0" bIns="0" anchor="t">
            <a:normAutofit fontScale="90000"/>
          </a:bodyPr>
          <a:lstStyle>
            <a:lvl1pPr marL="681251" marR="0" indent="0" algn="l">
              <a:lnSpc>
                <a:spcPts val="877"/>
              </a:lnSpc>
              <a:spcBef>
                <a:spcPts val="0"/>
              </a:spcBef>
              <a:spcAft>
                <a:spcPts val="1735"/>
              </a:spcAft>
              <a:tabLst>
                <a:tab pos="1138201" algn="l"/>
                <a:tab pos="2575841" algn="l"/>
              </a:tabLst>
              <a:defRPr/>
            </a:lvl1pPr>
          </a:lstStyle>
          <a:p>
            <a:pPr marL="0" marR="0" lvl="0" indent="0" algn="l">
              <a:lnSpc>
                <a:spcPts val="1300"/>
              </a:lnSpc>
              <a:spcAft>
                <a:spcPts val="0"/>
              </a:spcAft>
              <a:tabLst>
                <a:tab pos="8379460" algn="r"/>
              </a:tabLst>
            </a:pPr>
            <a:r>
              <a:rPr lang="it-IT" sz="2000" b="1" spc="131" smtClean="0">
                <a:solidFill>
                  <a:srgbClr val="C90012"/>
                </a:solidFill>
                <a:latin typeface="Times New Roman" panose="22635452340000000000" pitchFamily="1"/>
              </a:rPr>
              <a:t>Fare clic per modificare stili del testo dello schema</a:t>
            </a:r>
          </a:p>
          <a:p>
            <a:pPr marL="0" marR="0" lvl="1" indent="0" algn="l">
              <a:lnSpc>
                <a:spcPts val="1300"/>
              </a:lnSpc>
              <a:spcAft>
                <a:spcPts val="0"/>
              </a:spcAft>
              <a:tabLst>
                <a:tab pos="8379460" algn="r"/>
              </a:tabLst>
            </a:pPr>
            <a:r>
              <a:rPr lang="it-IT" sz="2000" b="1" spc="131" smtClean="0">
                <a:solidFill>
                  <a:srgbClr val="C90012"/>
                </a:solidFill>
                <a:latin typeface="Times New Roman" panose="22635452340000000000" pitchFamily="1"/>
              </a:rPr>
              <a:t>Secondo livello</a:t>
            </a:r>
          </a:p>
          <a:p>
            <a:pPr marL="0" marR="0" lvl="2" indent="0" algn="l">
              <a:lnSpc>
                <a:spcPts val="1300"/>
              </a:lnSpc>
              <a:spcAft>
                <a:spcPts val="0"/>
              </a:spcAft>
              <a:tabLst>
                <a:tab pos="8379460" algn="r"/>
              </a:tabLst>
            </a:pPr>
            <a:r>
              <a:rPr lang="it-IT" sz="2000" b="1" spc="131" smtClean="0">
                <a:solidFill>
                  <a:srgbClr val="C90012"/>
                </a:solidFill>
                <a:latin typeface="Times New Roman" panose="22635452340000000000" pitchFamily="1"/>
              </a:rPr>
              <a:t>Terzo livello</a:t>
            </a:r>
          </a:p>
          <a:p>
            <a:pPr marL="0" marR="0" lvl="3" indent="0" algn="l">
              <a:lnSpc>
                <a:spcPts val="1300"/>
              </a:lnSpc>
              <a:spcAft>
                <a:spcPts val="0"/>
              </a:spcAft>
              <a:tabLst>
                <a:tab pos="8379460" algn="r"/>
              </a:tabLst>
            </a:pPr>
            <a:r>
              <a:rPr lang="it-IT" sz="2000" b="1" spc="131" smtClean="0">
                <a:solidFill>
                  <a:srgbClr val="C90012"/>
                </a:solidFill>
                <a:latin typeface="Times New Roman" panose="22635452340000000000" pitchFamily="1"/>
              </a:rPr>
              <a:t>Quarto livello</a:t>
            </a:r>
          </a:p>
          <a:p>
            <a:pPr marL="0" marR="0" lvl="4" indent="0" algn="l">
              <a:lnSpc>
                <a:spcPts val="1300"/>
              </a:lnSpc>
              <a:spcAft>
                <a:spcPts val="0"/>
              </a:spcAft>
              <a:tabLst>
                <a:tab pos="8379460" algn="r"/>
              </a:tabLst>
            </a:pPr>
            <a:r>
              <a:rPr lang="it-IT" sz="2000" b="1" spc="131" smtClean="0">
                <a:solidFill>
                  <a:srgbClr val="C90012"/>
                </a:solidFill>
                <a:latin typeface="Times New Roman" panose="22635452340000000000" pitchFamily="1"/>
              </a:rPr>
              <a:t>Quinto livello</a:t>
            </a:r>
            <a:endParaRPr lang="it-IT" sz="2000" b="1" spc="0" dirty="0">
              <a:solidFill>
                <a:srgbClr val="000000"/>
              </a:solidFill>
              <a:latin typeface="Times New Roman" panose="22635452340000000000" pitchFamily="1"/>
            </a:endParaRPr>
          </a:p>
        </p:txBody>
      </p:sp>
    </p:spTree>
    <p:extLst>
      <p:ext uri="{BB962C8B-B14F-4D97-AF65-F5344CB8AC3E}">
        <p14:creationId xmlns:p14="http://schemas.microsoft.com/office/powerpoint/2010/main" val="296085335"/>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53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72495246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27_1_">
    <p:spTree>
      <p:nvGrpSpPr>
        <p:cNvPr id="1" name=""/>
        <p:cNvGrpSpPr/>
        <p:nvPr/>
      </p:nvGrpSpPr>
      <p:grpSpPr>
        <a:xfrm>
          <a:off x="0" y="0"/>
          <a:ext cx="0" cy="0"/>
          <a:chOff x="0" y="0"/>
          <a:chExt cx="0" cy="0"/>
        </a:xfrm>
      </p:grpSpPr>
      <p:sp>
        <p:nvSpPr>
          <p:cNvPr id="70" name="Segnaposto testo 69"/>
          <p:cNvSpPr>
            <a:spLocks noGrp="1"/>
          </p:cNvSpPr>
          <p:nvPr>
            <p:ph type="body" idx="10"/>
          </p:nvPr>
        </p:nvSpPr>
        <p:spPr>
          <a:xfrm>
            <a:off x="7342888" y="340452"/>
            <a:ext cx="1295389" cy="270748"/>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400" b="1" spc="-26" smtClean="0">
                <a:solidFill>
                  <a:srgbClr val="C80015"/>
                </a:solidFill>
                <a:latin typeface="Times New Roman" panose="22635452340000000000" pitchFamily="1"/>
              </a:rPr>
              <a:t>Fare clic per modificare stili del testo dello schema</a:t>
            </a:r>
          </a:p>
        </p:txBody>
      </p:sp>
      <p:sp>
        <p:nvSpPr>
          <p:cNvPr id="71" name="Segnaposto testo 70"/>
          <p:cNvSpPr>
            <a:spLocks noGrp="1"/>
          </p:cNvSpPr>
          <p:nvPr>
            <p:ph type="body" idx="10"/>
          </p:nvPr>
        </p:nvSpPr>
        <p:spPr>
          <a:xfrm>
            <a:off x="306746" y="6224334"/>
            <a:ext cx="8529151" cy="137678"/>
          </a:xfrm>
          <a:prstGeom prst="rect">
            <a:avLst/>
          </a:prstGeom>
          <a:solidFill>
            <a:srgbClr val="C80015"/>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72" name="Segnaposto testo 71"/>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73" name="Segnaposto testo 72"/>
          <p:cNvSpPr>
            <a:spLocks noGrp="1"/>
          </p:cNvSpPr>
          <p:nvPr>
            <p:ph type="body" idx="10"/>
          </p:nvPr>
        </p:nvSpPr>
        <p:spPr>
          <a:xfrm>
            <a:off x="1013617" y="559355"/>
            <a:ext cx="3518071" cy="370407"/>
          </a:xfrm>
          <a:prstGeom prst="rect">
            <a:avLst/>
          </a:prstGeom>
          <a:noFill/>
          <a:ln w="0" cmpd="sng">
            <a:noFill/>
            <a:prstDash val="solid"/>
          </a:ln>
        </p:spPr>
        <p:txBody>
          <a:bodyPr vert="horz" lIns="0" tIns="0" rIns="0" bIns="0" anchor="t"/>
          <a:lstStyle>
            <a:lvl1pPr marL="0" marR="0" indent="0" algn="ctr">
              <a:lnSpc>
                <a:spcPct val="95999"/>
              </a:lnSpc>
              <a:spcAft>
                <a:spcPts val="0"/>
              </a:spcAft>
              <a:defRPr/>
            </a:lvl1pPr>
          </a:lstStyle>
          <a:p>
            <a:pPr marL="0" marR="0" lvl="0" indent="0" algn="ctr">
              <a:lnSpc>
                <a:spcPct val="95999"/>
              </a:lnSpc>
              <a:spcAft>
                <a:spcPts val="0"/>
              </a:spcAft>
            </a:pPr>
            <a:r>
              <a:rPr lang="it-IT" sz="2500" b="1" spc="-75" smtClean="0">
                <a:solidFill>
                  <a:srgbClr val="C80015"/>
                </a:solidFill>
                <a:latin typeface="Times New Roman" panose="22635452340000000000" pitchFamily="1"/>
              </a:rPr>
              <a:t>Fare clic per modificare stili del testo dello schema</a:t>
            </a:r>
          </a:p>
        </p:txBody>
      </p:sp>
      <p:sp>
        <p:nvSpPr>
          <p:cNvPr id="74" name="Segnaposto testo 73"/>
          <p:cNvSpPr>
            <a:spLocks noGrp="1"/>
          </p:cNvSpPr>
          <p:nvPr>
            <p:ph type="body" idx="10"/>
          </p:nvPr>
        </p:nvSpPr>
        <p:spPr>
          <a:xfrm>
            <a:off x="1060308" y="929761"/>
            <a:ext cx="7177300" cy="5216804"/>
          </a:xfrm>
          <a:prstGeom prst="rect">
            <a:avLst/>
          </a:prstGeom>
          <a:noFill/>
          <a:ln w="0" cmpd="sng">
            <a:noFill/>
            <a:prstDash val="solid"/>
          </a:ln>
        </p:spPr>
        <p:txBody>
          <a:bodyPr vert="horz" lIns="0" tIns="200368" rIns="0" bIns="0" anchor="t">
            <a:normAutofit fontScale="90000"/>
          </a:bodyPr>
          <a:lstStyle>
            <a:lvl1pPr marL="80147" marR="0" indent="0" algn="l">
              <a:lnSpc>
                <a:spcPct val="95999"/>
              </a:lnSpc>
              <a:spcBef>
                <a:spcPts val="0"/>
              </a:spcBef>
              <a:spcAft>
                <a:spcPts val="1578"/>
              </a:spcAft>
              <a:tabLst>
                <a:tab pos="2930381" algn="l"/>
                <a:tab pos="3832036" algn="l"/>
                <a:tab pos="4703636" algn="l"/>
                <a:tab pos="6156304" algn="l"/>
                <a:tab pos="7193208" algn="l"/>
              </a:tabLst>
              <a:defRPr/>
            </a:lvl1pPr>
          </a:lstStyle>
          <a:p>
            <a:pPr marL="91440" marR="0" lvl="0" indent="0" algn="l">
              <a:lnSpc>
                <a:spcPts val="1300"/>
              </a:lnSpc>
              <a:spcAft>
                <a:spcPts val="0"/>
              </a:spcAft>
            </a:pPr>
            <a:r>
              <a:rPr lang="it-IT" sz="2100" b="1" spc="149" smtClean="0">
                <a:solidFill>
                  <a:srgbClr val="000000"/>
                </a:solidFill>
                <a:latin typeface="Times New Roman" panose="22635452340000000000" pitchFamily="1"/>
              </a:rPr>
              <a:t>Fare clic per modificare stili del testo dello schema</a:t>
            </a:r>
          </a:p>
          <a:p>
            <a:pPr marL="91440" marR="0" lvl="1" indent="0" algn="l">
              <a:lnSpc>
                <a:spcPts val="1300"/>
              </a:lnSpc>
              <a:spcAft>
                <a:spcPts val="0"/>
              </a:spcAft>
            </a:pPr>
            <a:r>
              <a:rPr lang="it-IT" sz="2100" b="1" spc="149" smtClean="0">
                <a:solidFill>
                  <a:srgbClr val="000000"/>
                </a:solidFill>
                <a:latin typeface="Times New Roman" panose="22635452340000000000" pitchFamily="1"/>
              </a:rPr>
              <a:t>Secondo livello</a:t>
            </a:r>
          </a:p>
          <a:p>
            <a:pPr marL="91440" marR="0" lvl="2" indent="0" algn="l">
              <a:lnSpc>
                <a:spcPts val="1300"/>
              </a:lnSpc>
              <a:spcAft>
                <a:spcPts val="0"/>
              </a:spcAft>
            </a:pPr>
            <a:r>
              <a:rPr lang="it-IT" sz="2100" b="1" spc="149" smtClean="0">
                <a:solidFill>
                  <a:srgbClr val="000000"/>
                </a:solidFill>
                <a:latin typeface="Times New Roman" panose="22635452340000000000" pitchFamily="1"/>
              </a:rPr>
              <a:t>Terzo livello</a:t>
            </a:r>
          </a:p>
          <a:p>
            <a:pPr marL="91440" marR="0" lvl="3" indent="0" algn="l">
              <a:lnSpc>
                <a:spcPts val="1300"/>
              </a:lnSpc>
              <a:spcAft>
                <a:spcPts val="0"/>
              </a:spcAft>
            </a:pPr>
            <a:r>
              <a:rPr lang="it-IT" sz="2100" b="1" spc="149" smtClean="0">
                <a:solidFill>
                  <a:srgbClr val="000000"/>
                </a:solidFill>
                <a:latin typeface="Times New Roman" panose="22635452340000000000" pitchFamily="1"/>
              </a:rPr>
              <a:t>Quarto livello</a:t>
            </a:r>
          </a:p>
          <a:p>
            <a:pPr marL="91440" marR="0" lvl="4" indent="0" algn="l">
              <a:lnSpc>
                <a:spcPts val="1300"/>
              </a:lnSpc>
              <a:spcAft>
                <a:spcPts val="0"/>
              </a:spcAft>
            </a:pPr>
            <a:r>
              <a:rPr lang="it-IT" sz="2100" b="1" spc="149" smtClean="0">
                <a:solidFill>
                  <a:srgbClr val="000000"/>
                </a:solidFill>
                <a:latin typeface="Times New Roman" panose="22635452340000000000" pitchFamily="1"/>
              </a:rPr>
              <a:t>Quinto livello</a:t>
            </a:r>
            <a:endParaRPr lang="it-IT" sz="2100" spc="-44" dirty="0">
              <a:solidFill>
                <a:srgbClr val="000000"/>
              </a:solidFill>
              <a:latin typeface="Times New Roman" panose="22635452340000000000" pitchFamily="1"/>
            </a:endParaRPr>
          </a:p>
        </p:txBody>
      </p:sp>
    </p:spTree>
    <p:extLst>
      <p:ext uri="{BB962C8B-B14F-4D97-AF65-F5344CB8AC3E}">
        <p14:creationId xmlns:p14="http://schemas.microsoft.com/office/powerpoint/2010/main" val="1361212283"/>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54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302077608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cSld name="30_1_">
    <p:spTree>
      <p:nvGrpSpPr>
        <p:cNvPr id="1" name=""/>
        <p:cNvGrpSpPr/>
        <p:nvPr/>
      </p:nvGrpSpPr>
      <p:grpSpPr>
        <a:xfrm>
          <a:off x="0" y="0"/>
          <a:ext cx="0" cy="0"/>
          <a:chOff x="0" y="0"/>
          <a:chExt cx="0" cy="0"/>
        </a:xfrm>
      </p:grpSpPr>
      <p:sp>
        <p:nvSpPr>
          <p:cNvPr id="80" name="Segnaposto testo 79"/>
          <p:cNvSpPr>
            <a:spLocks noGrp="1"/>
          </p:cNvSpPr>
          <p:nvPr>
            <p:ph type="body" idx="10"/>
          </p:nvPr>
        </p:nvSpPr>
        <p:spPr>
          <a:xfrm>
            <a:off x="7169156" y="340452"/>
            <a:ext cx="1666741"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90013"/>
                </a:solidFill>
                <a:latin typeface="Times New Roman" panose="22635452340000000000" pitchFamily="1"/>
              </a:rPr>
              <a:t>Fare clic per modificare stili del testo dello schema</a:t>
            </a:r>
          </a:p>
        </p:txBody>
      </p:sp>
      <p:sp>
        <p:nvSpPr>
          <p:cNvPr id="81" name="Segnaposto testo 80"/>
          <p:cNvSpPr>
            <a:spLocks noGrp="1"/>
          </p:cNvSpPr>
          <p:nvPr>
            <p:ph type="body" idx="10"/>
          </p:nvPr>
        </p:nvSpPr>
        <p:spPr>
          <a:xfrm>
            <a:off x="306745" y="340452"/>
            <a:ext cx="2778625"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26" smtClean="0">
                <a:solidFill>
                  <a:srgbClr val="C90013"/>
                </a:solidFill>
                <a:latin typeface="Times New Roman" panose="22635452340000000000" pitchFamily="1"/>
              </a:rPr>
              <a:t>Fare clic per modificare stili del testo dello schema</a:t>
            </a:r>
          </a:p>
        </p:txBody>
      </p:sp>
      <p:sp>
        <p:nvSpPr>
          <p:cNvPr id="82" name="Segnaposto testo 81"/>
          <p:cNvSpPr>
            <a:spLocks noGrp="1"/>
          </p:cNvSpPr>
          <p:nvPr>
            <p:ph type="body" idx="10"/>
          </p:nvPr>
        </p:nvSpPr>
        <p:spPr>
          <a:xfrm>
            <a:off x="7169156" y="340452"/>
            <a:ext cx="1666741"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90013"/>
                </a:solidFill>
                <a:latin typeface="Times New Roman" panose="22635452340000000000" pitchFamily="1"/>
              </a:rPr>
              <a:t>Fare clic per modificare stili del testo dello schema</a:t>
            </a:r>
          </a:p>
        </p:txBody>
      </p:sp>
      <p:sp>
        <p:nvSpPr>
          <p:cNvPr id="83" name="Segnaposto testo 82"/>
          <p:cNvSpPr>
            <a:spLocks noGrp="1"/>
          </p:cNvSpPr>
          <p:nvPr>
            <p:ph type="body" idx="10"/>
          </p:nvPr>
        </p:nvSpPr>
        <p:spPr>
          <a:xfrm>
            <a:off x="306745" y="340452"/>
            <a:ext cx="2778625"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26" smtClean="0">
                <a:solidFill>
                  <a:srgbClr val="C90013"/>
                </a:solidFill>
                <a:latin typeface="Times New Roman" panose="22635452340000000000" pitchFamily="1"/>
              </a:rPr>
              <a:t>Fare clic per modificare stili del testo dello schema</a:t>
            </a:r>
          </a:p>
        </p:txBody>
      </p:sp>
      <p:sp>
        <p:nvSpPr>
          <p:cNvPr id="84" name="Segnaposto testo 83"/>
          <p:cNvSpPr>
            <a:spLocks noGrp="1"/>
          </p:cNvSpPr>
          <p:nvPr>
            <p:ph type="body" idx="10"/>
          </p:nvPr>
        </p:nvSpPr>
        <p:spPr>
          <a:xfrm>
            <a:off x="7169156" y="340452"/>
            <a:ext cx="1666741"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90013"/>
                </a:solidFill>
                <a:latin typeface="Times New Roman" panose="22635452340000000000" pitchFamily="1"/>
              </a:rPr>
              <a:t>Fare clic per modificare stili del testo dello schema</a:t>
            </a:r>
          </a:p>
        </p:txBody>
      </p:sp>
      <p:sp>
        <p:nvSpPr>
          <p:cNvPr id="85" name="Segnaposto testo 84"/>
          <p:cNvSpPr>
            <a:spLocks noGrp="1"/>
          </p:cNvSpPr>
          <p:nvPr>
            <p:ph type="body" idx="10"/>
          </p:nvPr>
        </p:nvSpPr>
        <p:spPr>
          <a:xfrm>
            <a:off x="306745" y="340452"/>
            <a:ext cx="2778625"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26" smtClean="0">
                <a:solidFill>
                  <a:srgbClr val="C90013"/>
                </a:solidFill>
                <a:latin typeface="Times New Roman" panose="22635452340000000000" pitchFamily="1"/>
              </a:rPr>
              <a:t>Fare clic per modificare stili del testo dello schema</a:t>
            </a:r>
          </a:p>
        </p:txBody>
      </p:sp>
      <p:sp>
        <p:nvSpPr>
          <p:cNvPr id="86" name="Segnaposto testo 85"/>
          <p:cNvSpPr>
            <a:spLocks noGrp="1"/>
          </p:cNvSpPr>
          <p:nvPr>
            <p:ph type="body" idx="10"/>
          </p:nvPr>
        </p:nvSpPr>
        <p:spPr>
          <a:xfrm>
            <a:off x="306746" y="6224334"/>
            <a:ext cx="8529151" cy="137678"/>
          </a:xfrm>
          <a:prstGeom prst="rect">
            <a:avLst/>
          </a:prstGeom>
          <a:solidFill>
            <a:srgbClr val="C90013"/>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87" name="Segnaposto testo 86"/>
          <p:cNvSpPr>
            <a:spLocks noGrp="1"/>
          </p:cNvSpPr>
          <p:nvPr>
            <p:ph type="body" idx="10"/>
          </p:nvPr>
        </p:nvSpPr>
        <p:spPr>
          <a:xfrm>
            <a:off x="306746" y="6224334"/>
            <a:ext cx="8529151" cy="137678"/>
          </a:xfrm>
          <a:prstGeom prst="rect">
            <a:avLst/>
          </a:prstGeom>
          <a:solidFill>
            <a:srgbClr val="C90013"/>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88" name="Segnaposto testo 87"/>
          <p:cNvSpPr>
            <a:spLocks noGrp="1"/>
          </p:cNvSpPr>
          <p:nvPr>
            <p:ph type="body" idx="10"/>
          </p:nvPr>
        </p:nvSpPr>
        <p:spPr>
          <a:xfrm>
            <a:off x="306746" y="6224334"/>
            <a:ext cx="8529151" cy="137678"/>
          </a:xfrm>
          <a:prstGeom prst="rect">
            <a:avLst/>
          </a:prstGeom>
          <a:solidFill>
            <a:srgbClr val="C90013"/>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89" name="Segnaposto testo 88"/>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90" name="Segnaposto testo 89"/>
          <p:cNvSpPr>
            <a:spLocks noGrp="1"/>
          </p:cNvSpPr>
          <p:nvPr>
            <p:ph type="body" idx="10"/>
          </p:nvPr>
        </p:nvSpPr>
        <p:spPr>
          <a:xfrm>
            <a:off x="1060308" y="932643"/>
            <a:ext cx="7177300" cy="5213923"/>
          </a:xfrm>
          <a:prstGeom prst="rect">
            <a:avLst/>
          </a:prstGeom>
          <a:noFill/>
          <a:ln w="0" cmpd="sng">
            <a:noFill/>
            <a:prstDash val="solid"/>
          </a:ln>
        </p:spPr>
        <p:txBody>
          <a:bodyPr vert="horz" lIns="0" tIns="200368" rIns="0" bIns="0" anchor="t"/>
          <a:lstStyle>
            <a:lvl1pPr marL="80147" marR="0" indent="0" algn="l">
              <a:lnSpc>
                <a:spcPct val="95999"/>
              </a:lnSpc>
              <a:spcBef>
                <a:spcPts val="0"/>
              </a:spcBef>
              <a:spcAft>
                <a:spcPts val="1420"/>
              </a:spcAft>
              <a:tabLst>
                <a:tab pos="4433140" algn="l"/>
                <a:tab pos="6672251" algn="l"/>
              </a:tabLst>
              <a:defRPr/>
            </a:lvl1pPr>
          </a:lstStyle>
          <a:p>
            <a:pPr marL="0" marR="0" lvl="0" indent="0" algn="ctr">
              <a:lnSpc>
                <a:spcPts val="1300"/>
              </a:lnSpc>
              <a:spcAft>
                <a:spcPts val="0"/>
              </a:spcAft>
            </a:pPr>
            <a:r>
              <a:rPr lang="it-IT" sz="2100" b="1" spc="201" smtClean="0">
                <a:solidFill>
                  <a:srgbClr val="000000"/>
                </a:solidFill>
                <a:latin typeface="Times New Roman" panose="22635452340000000000" pitchFamily="1"/>
              </a:rPr>
              <a:t>Fare clic per modificare stili del testo dello schema</a:t>
            </a:r>
          </a:p>
          <a:p>
            <a:pPr marL="0" marR="0" lvl="1" indent="0" algn="ctr">
              <a:lnSpc>
                <a:spcPts val="1300"/>
              </a:lnSpc>
              <a:spcAft>
                <a:spcPts val="0"/>
              </a:spcAft>
            </a:pPr>
            <a:r>
              <a:rPr lang="it-IT" sz="2100" b="1" spc="201" smtClean="0">
                <a:solidFill>
                  <a:srgbClr val="000000"/>
                </a:solidFill>
                <a:latin typeface="Times New Roman" panose="22635452340000000000" pitchFamily="1"/>
              </a:rPr>
              <a:t>Secondo livello</a:t>
            </a:r>
          </a:p>
          <a:p>
            <a:pPr marL="0" marR="0" lvl="2" indent="0" algn="ctr">
              <a:lnSpc>
                <a:spcPts val="1300"/>
              </a:lnSpc>
              <a:spcAft>
                <a:spcPts val="0"/>
              </a:spcAft>
            </a:pPr>
            <a:r>
              <a:rPr lang="it-IT" sz="2100" b="1" spc="201" smtClean="0">
                <a:solidFill>
                  <a:srgbClr val="000000"/>
                </a:solidFill>
                <a:latin typeface="Times New Roman" panose="22635452340000000000" pitchFamily="1"/>
              </a:rPr>
              <a:t>Terzo livello</a:t>
            </a:r>
          </a:p>
          <a:p>
            <a:pPr marL="0" marR="0" lvl="3" indent="0" algn="ctr">
              <a:lnSpc>
                <a:spcPts val="1300"/>
              </a:lnSpc>
              <a:spcAft>
                <a:spcPts val="0"/>
              </a:spcAft>
            </a:pPr>
            <a:r>
              <a:rPr lang="it-IT" sz="2100" b="1" spc="201" smtClean="0">
                <a:solidFill>
                  <a:srgbClr val="000000"/>
                </a:solidFill>
                <a:latin typeface="Times New Roman" panose="22635452340000000000" pitchFamily="1"/>
              </a:rPr>
              <a:t>Quarto livello</a:t>
            </a:r>
          </a:p>
          <a:p>
            <a:pPr marL="0" marR="0" lvl="4" indent="0" algn="ctr">
              <a:lnSpc>
                <a:spcPts val="1300"/>
              </a:lnSpc>
              <a:spcAft>
                <a:spcPts val="0"/>
              </a:spcAft>
            </a:pPr>
            <a:r>
              <a:rPr lang="it-IT" sz="2100" b="1" spc="201" smtClean="0">
                <a:solidFill>
                  <a:srgbClr val="000000"/>
                </a:solidFill>
                <a:latin typeface="Times New Roman" panose="22635452340000000000" pitchFamily="1"/>
              </a:rPr>
              <a:t>Quinto livello</a:t>
            </a:r>
            <a:endParaRPr lang="it-IT" sz="2100" spc="-44" dirty="0">
              <a:solidFill>
                <a:srgbClr val="000000"/>
              </a:solidFill>
              <a:latin typeface="Times New Roman" panose="22635452340000000000" pitchFamily="1"/>
            </a:endParaRPr>
          </a:p>
        </p:txBody>
      </p:sp>
    </p:spTree>
    <p:extLst>
      <p:ext uri="{BB962C8B-B14F-4D97-AF65-F5344CB8AC3E}">
        <p14:creationId xmlns:p14="http://schemas.microsoft.com/office/powerpoint/2010/main" val="1876207389"/>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55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176683379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32_1_">
    <p:spTree>
      <p:nvGrpSpPr>
        <p:cNvPr id="1" name=""/>
        <p:cNvGrpSpPr/>
        <p:nvPr/>
      </p:nvGrpSpPr>
      <p:grpSpPr>
        <a:xfrm>
          <a:off x="0" y="0"/>
          <a:ext cx="0" cy="0"/>
          <a:chOff x="0" y="0"/>
          <a:chExt cx="0" cy="0"/>
        </a:xfrm>
      </p:grpSpPr>
      <p:sp>
        <p:nvSpPr>
          <p:cNvPr id="96" name="Segnaposto testo 95"/>
          <p:cNvSpPr>
            <a:spLocks noGrp="1"/>
          </p:cNvSpPr>
          <p:nvPr>
            <p:ph type="body" idx="10"/>
          </p:nvPr>
        </p:nvSpPr>
        <p:spPr>
          <a:xfrm>
            <a:off x="7169156" y="340452"/>
            <a:ext cx="1666741"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90013"/>
                </a:solidFill>
                <a:latin typeface="Times New Roman" panose="22635452340000000000" pitchFamily="1"/>
              </a:rPr>
              <a:t>Fare clic per modificare stili del testo dello schema</a:t>
            </a:r>
          </a:p>
        </p:txBody>
      </p:sp>
      <p:sp>
        <p:nvSpPr>
          <p:cNvPr id="97" name="Segnaposto testo 96"/>
          <p:cNvSpPr>
            <a:spLocks noGrp="1"/>
          </p:cNvSpPr>
          <p:nvPr>
            <p:ph type="body" idx="10"/>
          </p:nvPr>
        </p:nvSpPr>
        <p:spPr>
          <a:xfrm>
            <a:off x="306745" y="340452"/>
            <a:ext cx="2778625"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26" smtClean="0">
                <a:solidFill>
                  <a:srgbClr val="C90013"/>
                </a:solidFill>
                <a:latin typeface="Times New Roman" panose="22635452340000000000" pitchFamily="1"/>
              </a:rPr>
              <a:t>Fare clic per modificare stili del testo dello schema</a:t>
            </a:r>
          </a:p>
        </p:txBody>
      </p:sp>
      <p:sp>
        <p:nvSpPr>
          <p:cNvPr id="98" name="Segnaposto testo 97"/>
          <p:cNvSpPr>
            <a:spLocks noGrp="1"/>
          </p:cNvSpPr>
          <p:nvPr>
            <p:ph type="body" idx="10"/>
          </p:nvPr>
        </p:nvSpPr>
        <p:spPr>
          <a:xfrm>
            <a:off x="7169156" y="340452"/>
            <a:ext cx="1666741"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90013"/>
                </a:solidFill>
                <a:latin typeface="Times New Roman" panose="22635452340000000000" pitchFamily="1"/>
              </a:rPr>
              <a:t>Fare clic per modificare stili del testo dello schema</a:t>
            </a:r>
          </a:p>
        </p:txBody>
      </p:sp>
      <p:sp>
        <p:nvSpPr>
          <p:cNvPr id="99" name="Segnaposto testo 98"/>
          <p:cNvSpPr>
            <a:spLocks noGrp="1"/>
          </p:cNvSpPr>
          <p:nvPr>
            <p:ph type="body" idx="10"/>
          </p:nvPr>
        </p:nvSpPr>
        <p:spPr>
          <a:xfrm>
            <a:off x="306745" y="340452"/>
            <a:ext cx="2778625"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26" smtClean="0">
                <a:solidFill>
                  <a:srgbClr val="C90013"/>
                </a:solidFill>
                <a:latin typeface="Times New Roman" panose="22635452340000000000" pitchFamily="1"/>
              </a:rPr>
              <a:t>Fare clic per modificare stili del testo dello schema</a:t>
            </a:r>
          </a:p>
        </p:txBody>
      </p:sp>
      <p:sp>
        <p:nvSpPr>
          <p:cNvPr id="100" name="Segnaposto testo 99"/>
          <p:cNvSpPr>
            <a:spLocks noGrp="1"/>
          </p:cNvSpPr>
          <p:nvPr>
            <p:ph type="body" idx="10"/>
          </p:nvPr>
        </p:nvSpPr>
        <p:spPr>
          <a:xfrm>
            <a:off x="306746" y="6224334"/>
            <a:ext cx="8529151" cy="137678"/>
          </a:xfrm>
          <a:prstGeom prst="rect">
            <a:avLst/>
          </a:prstGeom>
          <a:solidFill>
            <a:srgbClr val="C90013"/>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101" name="Segnaposto testo 100"/>
          <p:cNvSpPr>
            <a:spLocks noGrp="1"/>
          </p:cNvSpPr>
          <p:nvPr>
            <p:ph type="body" idx="10"/>
          </p:nvPr>
        </p:nvSpPr>
        <p:spPr>
          <a:xfrm>
            <a:off x="306746" y="6224334"/>
            <a:ext cx="8529151" cy="137678"/>
          </a:xfrm>
          <a:prstGeom prst="rect">
            <a:avLst/>
          </a:prstGeom>
          <a:solidFill>
            <a:srgbClr val="C90013"/>
          </a:solidFill>
          <a:ln w="0" cmpd="sng">
            <a:noFill/>
            <a:prstDash val="solid"/>
          </a:ln>
        </p:spPr>
        <p:txBody>
          <a:bodyPr vert="horz" lIns="0" tIns="0" rIns="0" bIns="0" anchor="t"/>
          <a:lstStyle>
            <a:lvl1pPr marL="2204047" marR="0" indent="0" algn="l">
              <a:lnSpc>
                <a:spcPct val="95999"/>
              </a:lnSpc>
              <a:spcAft>
                <a:spcPts val="0"/>
              </a:spcAft>
              <a:tabLst>
                <a:tab pos="5684883" algn="l"/>
                <a:tab pos="7387453" algn="r"/>
              </a:tabLst>
              <a:defRPr/>
            </a:lvl1pPr>
          </a:lstStyle>
          <a:p>
            <a:pPr marL="2514600" marR="0" lvl="0" indent="0" algn="l">
              <a:lnSpc>
                <a:spcPct val="95999"/>
              </a:lnSpc>
              <a:spcAft>
                <a:spcPts val="0"/>
              </a:spcAft>
              <a:tabLst>
                <a:tab pos="6485890" algn="l"/>
                <a:tab pos="8428355" algn="r"/>
              </a:tabLst>
            </a:pPr>
            <a:r>
              <a:rPr lang="it-IT" sz="700" spc="-44" smtClean="0">
                <a:solidFill>
                  <a:srgbClr val="FFFFFF"/>
                </a:solidFill>
                <a:latin typeface="Times New Roman" panose="22635452340000000000" pitchFamily="1"/>
              </a:rPr>
              <a:t>Fare clic per modificare stili del testo dello schema</a:t>
            </a:r>
          </a:p>
        </p:txBody>
      </p:sp>
      <p:sp>
        <p:nvSpPr>
          <p:cNvPr id="102" name="Segnaposto testo 101"/>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103" name="Segnaposto testo 102"/>
          <p:cNvSpPr>
            <a:spLocks noGrp="1"/>
          </p:cNvSpPr>
          <p:nvPr>
            <p:ph type="body" idx="10"/>
          </p:nvPr>
        </p:nvSpPr>
        <p:spPr>
          <a:xfrm>
            <a:off x="1154231" y="932643"/>
            <a:ext cx="7177300" cy="5213923"/>
          </a:xfrm>
          <a:prstGeom prst="rect">
            <a:avLst/>
          </a:prstGeom>
          <a:noFill/>
          <a:ln w="0" cmpd="sng">
            <a:noFill/>
            <a:prstDash val="solid"/>
          </a:ln>
        </p:spPr>
        <p:txBody>
          <a:bodyPr vert="horz" lIns="0" tIns="180331" rIns="0" bIns="0" anchor="t"/>
          <a:lstStyle>
            <a:lvl1pPr marL="0" marR="0" indent="0" algn="l">
              <a:lnSpc>
                <a:spcPts val="2104"/>
              </a:lnSpc>
              <a:spcBef>
                <a:spcPts val="0"/>
              </a:spcBef>
              <a:spcAft>
                <a:spcPts val="1104"/>
              </a:spcAft>
              <a:tabLst>
                <a:tab pos="6524201" algn="r"/>
              </a:tabLst>
              <a:defRPr/>
            </a:lvl1pPr>
          </a:lstStyle>
          <a:p>
            <a:pPr marL="0" marR="0" lvl="0" indent="0" algn="l">
              <a:lnSpc>
                <a:spcPts val="1200"/>
              </a:lnSpc>
              <a:spcAft>
                <a:spcPts val="0"/>
              </a:spcAft>
              <a:tabLst>
                <a:tab pos="8232775" algn="r"/>
              </a:tabLst>
            </a:pPr>
            <a:r>
              <a:rPr lang="it-IT" sz="1900" b="1" spc="26" smtClean="0">
                <a:solidFill>
                  <a:srgbClr val="000000"/>
                </a:solidFill>
                <a:latin typeface="Times New Roman" panose="22635452340000000000" pitchFamily="1"/>
              </a:rPr>
              <a:t>Fare clic per modificare stili del testo dello schema</a:t>
            </a:r>
          </a:p>
          <a:p>
            <a:pPr marL="0" marR="0" lvl="1" indent="0" algn="l">
              <a:lnSpc>
                <a:spcPts val="1200"/>
              </a:lnSpc>
              <a:spcAft>
                <a:spcPts val="0"/>
              </a:spcAft>
              <a:tabLst>
                <a:tab pos="8232775" algn="r"/>
              </a:tabLst>
            </a:pPr>
            <a:r>
              <a:rPr lang="it-IT" sz="1900" b="1" spc="26" smtClean="0">
                <a:solidFill>
                  <a:srgbClr val="000000"/>
                </a:solidFill>
                <a:latin typeface="Times New Roman" panose="22635452340000000000" pitchFamily="1"/>
              </a:rPr>
              <a:t>Secondo livello</a:t>
            </a:r>
          </a:p>
          <a:p>
            <a:pPr marL="0" marR="0" lvl="2" indent="0" algn="l">
              <a:lnSpc>
                <a:spcPts val="1200"/>
              </a:lnSpc>
              <a:spcAft>
                <a:spcPts val="0"/>
              </a:spcAft>
              <a:tabLst>
                <a:tab pos="8232775" algn="r"/>
              </a:tabLst>
            </a:pPr>
            <a:r>
              <a:rPr lang="it-IT" sz="1900" b="1" spc="26" smtClean="0">
                <a:solidFill>
                  <a:srgbClr val="000000"/>
                </a:solidFill>
                <a:latin typeface="Times New Roman" panose="22635452340000000000" pitchFamily="1"/>
              </a:rPr>
              <a:t>Terzo livello</a:t>
            </a:r>
          </a:p>
          <a:p>
            <a:pPr marL="0" marR="0" lvl="3" indent="0" algn="l">
              <a:lnSpc>
                <a:spcPts val="1200"/>
              </a:lnSpc>
              <a:spcAft>
                <a:spcPts val="0"/>
              </a:spcAft>
              <a:tabLst>
                <a:tab pos="8232775" algn="r"/>
              </a:tabLst>
            </a:pPr>
            <a:r>
              <a:rPr lang="it-IT" sz="1900" b="1" spc="26" smtClean="0">
                <a:solidFill>
                  <a:srgbClr val="000000"/>
                </a:solidFill>
                <a:latin typeface="Times New Roman" panose="22635452340000000000" pitchFamily="1"/>
              </a:rPr>
              <a:t>Quarto livello</a:t>
            </a:r>
          </a:p>
          <a:p>
            <a:pPr marL="0" marR="0" lvl="4" indent="0" algn="l">
              <a:lnSpc>
                <a:spcPts val="1200"/>
              </a:lnSpc>
              <a:spcAft>
                <a:spcPts val="0"/>
              </a:spcAft>
              <a:tabLst>
                <a:tab pos="8232775" algn="r"/>
              </a:tabLst>
            </a:pPr>
            <a:r>
              <a:rPr lang="it-IT" sz="1900" b="1" spc="26" smtClean="0">
                <a:solidFill>
                  <a:srgbClr val="000000"/>
                </a:solidFill>
                <a:latin typeface="Times New Roman" panose="22635452340000000000" pitchFamily="1"/>
              </a:rPr>
              <a:t>Quinto livello</a:t>
            </a:r>
            <a:endParaRPr lang="it-IT" sz="1900" spc="-35" dirty="0">
              <a:solidFill>
                <a:srgbClr val="000000"/>
              </a:solidFill>
              <a:latin typeface="Times New Roman" panose="22635452340000000000" pitchFamily="1"/>
            </a:endParaRPr>
          </a:p>
        </p:txBody>
      </p:sp>
    </p:spTree>
    <p:extLst>
      <p:ext uri="{BB962C8B-B14F-4D97-AF65-F5344CB8AC3E}">
        <p14:creationId xmlns:p14="http://schemas.microsoft.com/office/powerpoint/2010/main" val="137234104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cSld name="56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50489401"/>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33_1_">
    <p:spTree>
      <p:nvGrpSpPr>
        <p:cNvPr id="1" name=""/>
        <p:cNvGrpSpPr/>
        <p:nvPr/>
      </p:nvGrpSpPr>
      <p:grpSpPr>
        <a:xfrm>
          <a:off x="0" y="0"/>
          <a:ext cx="0" cy="0"/>
          <a:chOff x="0" y="0"/>
          <a:chExt cx="0" cy="0"/>
        </a:xfrm>
      </p:grpSpPr>
      <p:sp>
        <p:nvSpPr>
          <p:cNvPr id="125" name="Segnaposto testo 124"/>
          <p:cNvSpPr>
            <a:spLocks noGrp="1"/>
          </p:cNvSpPr>
          <p:nvPr>
            <p:ph type="body" idx="10"/>
          </p:nvPr>
        </p:nvSpPr>
        <p:spPr>
          <a:xfrm>
            <a:off x="7139839" y="340452"/>
            <a:ext cx="1696058"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80014"/>
                </a:solidFill>
                <a:latin typeface="Times New Roman" panose="22635452340000000000" pitchFamily="1"/>
              </a:rPr>
              <a:t>Fare clic per modificare stili del testo dello schema</a:t>
            </a:r>
          </a:p>
        </p:txBody>
      </p:sp>
      <p:sp>
        <p:nvSpPr>
          <p:cNvPr id="126" name="Segnaposto testo 125"/>
          <p:cNvSpPr>
            <a:spLocks noGrp="1"/>
          </p:cNvSpPr>
          <p:nvPr>
            <p:ph type="body" idx="10"/>
          </p:nvPr>
        </p:nvSpPr>
        <p:spPr>
          <a:xfrm>
            <a:off x="306745" y="340452"/>
            <a:ext cx="2749308"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0" smtClean="0">
                <a:solidFill>
                  <a:srgbClr val="C80014"/>
                </a:solidFill>
                <a:latin typeface="Times New Roman" panose="22635452340000000000" pitchFamily="1"/>
              </a:rPr>
              <a:t>Fare clic per modificare stili del testo dello schema</a:t>
            </a:r>
          </a:p>
        </p:txBody>
      </p:sp>
      <p:sp>
        <p:nvSpPr>
          <p:cNvPr id="127" name="Segnaposto testo 126"/>
          <p:cNvSpPr>
            <a:spLocks noGrp="1"/>
          </p:cNvSpPr>
          <p:nvPr>
            <p:ph type="body" idx="10"/>
          </p:nvPr>
        </p:nvSpPr>
        <p:spPr>
          <a:xfrm>
            <a:off x="7139839" y="340452"/>
            <a:ext cx="1696058" cy="588734"/>
          </a:xfrm>
          <a:prstGeom prst="rect">
            <a:avLst/>
          </a:prstGeom>
          <a:noFill/>
          <a:ln w="0" cmpd="sng">
            <a:noFill/>
            <a:prstDash val="solid"/>
          </a:ln>
        </p:spPr>
        <p:txBody>
          <a:bodyPr vert="horz" lIns="0" tIns="0" rIns="0" bIns="0" anchor="t"/>
          <a:lstStyle>
            <a:lvl1pPr marL="160294" marR="0" indent="0" algn="l">
              <a:lnSpc>
                <a:spcPct val="95999"/>
              </a:lnSpc>
              <a:spcAft>
                <a:spcPts val="2367"/>
              </a:spcAft>
              <a:defRPr/>
            </a:lvl1pPr>
          </a:lstStyle>
          <a:p>
            <a:pPr marL="182880" marR="0" lvl="0" indent="0" algn="l">
              <a:lnSpc>
                <a:spcPct val="95999"/>
              </a:lnSpc>
              <a:spcAft>
                <a:spcPts val="2700"/>
              </a:spcAft>
            </a:pPr>
            <a:r>
              <a:rPr lang="it-IT" sz="1400" b="1" spc="-26" smtClean="0">
                <a:solidFill>
                  <a:srgbClr val="C80014"/>
                </a:solidFill>
                <a:latin typeface="Times New Roman" panose="22635452340000000000" pitchFamily="1"/>
              </a:rPr>
              <a:t>Fare clic per modificare stili del testo dello schema</a:t>
            </a:r>
          </a:p>
        </p:txBody>
      </p:sp>
      <p:sp>
        <p:nvSpPr>
          <p:cNvPr id="128" name="Segnaposto testo 127"/>
          <p:cNvSpPr>
            <a:spLocks noGrp="1"/>
          </p:cNvSpPr>
          <p:nvPr>
            <p:ph type="body" idx="10"/>
          </p:nvPr>
        </p:nvSpPr>
        <p:spPr>
          <a:xfrm>
            <a:off x="306745" y="340452"/>
            <a:ext cx="2749308" cy="588734"/>
          </a:xfrm>
          <a:prstGeom prst="rect">
            <a:avLst/>
          </a:prstGeom>
          <a:noFill/>
          <a:ln w="0" cmpd="sng">
            <a:noFill/>
            <a:prstDash val="solid"/>
          </a:ln>
        </p:spPr>
        <p:txBody>
          <a:bodyPr vert="horz" lIns="0" tIns="160294" rIns="0" bIns="0" anchor="t"/>
          <a:lstStyle>
            <a:lvl1pPr marL="0" marR="0" indent="0" algn="r">
              <a:lnSpc>
                <a:spcPts val="2542"/>
              </a:lnSpc>
              <a:spcAft>
                <a:spcPts val="0"/>
              </a:spcAft>
              <a:defRPr/>
            </a:lvl1pPr>
          </a:lstStyle>
          <a:p>
            <a:pPr marL="0" marR="0" lvl="0" indent="0" algn="r">
              <a:lnSpc>
                <a:spcPts val="2900"/>
              </a:lnSpc>
              <a:spcAft>
                <a:spcPts val="0"/>
              </a:spcAft>
            </a:pPr>
            <a:r>
              <a:rPr lang="it-IT" sz="2500" b="1" spc="0" smtClean="0">
                <a:solidFill>
                  <a:srgbClr val="C80014"/>
                </a:solidFill>
                <a:latin typeface="Times New Roman" panose="22635452340000000000" pitchFamily="1"/>
              </a:rPr>
              <a:t>Fare clic per modificare stili del testo dello schema</a:t>
            </a:r>
          </a:p>
        </p:txBody>
      </p:sp>
      <p:sp>
        <p:nvSpPr>
          <p:cNvPr id="129" name="Segnaposto testo 128"/>
          <p:cNvSpPr>
            <a:spLocks noGrp="1"/>
          </p:cNvSpPr>
          <p:nvPr>
            <p:ph type="body" idx="10"/>
          </p:nvPr>
        </p:nvSpPr>
        <p:spPr>
          <a:xfrm>
            <a:off x="306746" y="6224334"/>
            <a:ext cx="8529151" cy="137678"/>
          </a:xfrm>
          <a:prstGeom prst="rect">
            <a:avLst/>
          </a:prstGeom>
          <a:solidFill>
            <a:srgbClr val="C80014"/>
          </a:solidFill>
          <a:ln w="0" cmpd="sng">
            <a:noFill/>
            <a:prstDash val="solid"/>
          </a:ln>
        </p:spPr>
        <p:txBody>
          <a:bodyPr vert="horz" lIns="0" tIns="0" rIns="0" bIns="0" anchor="t"/>
          <a:lstStyle>
            <a:lvl1pPr marL="2163973" marR="0" indent="0" algn="l">
              <a:lnSpc>
                <a:spcPct val="95999"/>
              </a:lnSpc>
              <a:spcAft>
                <a:spcPts val="0"/>
              </a:spcAft>
              <a:tabLst>
                <a:tab pos="5654827" algn="l"/>
                <a:tab pos="7397472" algn="r"/>
              </a:tabLst>
              <a:defRPr/>
            </a:lvl1pPr>
          </a:lstStyle>
          <a:p>
            <a:pPr marL="2468880" marR="0" lvl="0" indent="0" algn="l">
              <a:lnSpc>
                <a:spcPct val="95999"/>
              </a:lnSpc>
              <a:spcAft>
                <a:spcPts val="0"/>
              </a:spcAft>
              <a:tabLst>
                <a:tab pos="6451600" algn="l"/>
                <a:tab pos="8439785" algn="r"/>
              </a:tabLst>
            </a:pPr>
            <a:r>
              <a:rPr lang="it-IT" sz="700" spc="-44" smtClean="0">
                <a:solidFill>
                  <a:srgbClr val="FFFFFF"/>
                </a:solidFill>
                <a:latin typeface="Times New Roman" panose="22635452340000000000" pitchFamily="1"/>
              </a:rPr>
              <a:t>Fare clic per modificare stili del testo dello schema</a:t>
            </a:r>
          </a:p>
        </p:txBody>
      </p:sp>
      <p:sp>
        <p:nvSpPr>
          <p:cNvPr id="130" name="Segnaposto testo 129"/>
          <p:cNvSpPr>
            <a:spLocks noGrp="1"/>
          </p:cNvSpPr>
          <p:nvPr>
            <p:ph type="body" idx="10"/>
          </p:nvPr>
        </p:nvSpPr>
        <p:spPr>
          <a:xfrm>
            <a:off x="306746" y="6224334"/>
            <a:ext cx="8529151" cy="137678"/>
          </a:xfrm>
          <a:prstGeom prst="rect">
            <a:avLst/>
          </a:prstGeom>
          <a:solidFill>
            <a:srgbClr val="C80014"/>
          </a:solidFill>
          <a:ln w="0" cmpd="sng">
            <a:noFill/>
            <a:prstDash val="solid"/>
          </a:ln>
        </p:spPr>
        <p:txBody>
          <a:bodyPr vert="horz" lIns="0" tIns="0" rIns="0" bIns="0" anchor="t"/>
          <a:lstStyle>
            <a:lvl1pPr marL="2163973" marR="0" indent="0" algn="l">
              <a:lnSpc>
                <a:spcPct val="95999"/>
              </a:lnSpc>
              <a:spcAft>
                <a:spcPts val="0"/>
              </a:spcAft>
              <a:tabLst>
                <a:tab pos="5654827" algn="l"/>
                <a:tab pos="7397472" algn="r"/>
              </a:tabLst>
              <a:defRPr/>
            </a:lvl1pPr>
          </a:lstStyle>
          <a:p>
            <a:pPr marL="2468880" marR="0" lvl="0" indent="0" algn="l">
              <a:lnSpc>
                <a:spcPct val="95999"/>
              </a:lnSpc>
              <a:spcAft>
                <a:spcPts val="0"/>
              </a:spcAft>
              <a:tabLst>
                <a:tab pos="6451600" algn="l"/>
                <a:tab pos="8439785" algn="r"/>
              </a:tabLst>
            </a:pPr>
            <a:r>
              <a:rPr lang="it-IT" sz="700" spc="-44" smtClean="0">
                <a:solidFill>
                  <a:srgbClr val="FFFFFF"/>
                </a:solidFill>
                <a:latin typeface="Times New Roman" panose="22635452340000000000" pitchFamily="1"/>
              </a:rPr>
              <a:t>Fare clic per modificare stili del testo dello schema</a:t>
            </a:r>
          </a:p>
        </p:txBody>
      </p:sp>
      <p:sp>
        <p:nvSpPr>
          <p:cNvPr id="131" name="Segnaposto testo 130"/>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132" name="Segnaposto testo 131"/>
          <p:cNvSpPr>
            <a:spLocks noGrp="1"/>
          </p:cNvSpPr>
          <p:nvPr>
            <p:ph type="body" idx="10"/>
          </p:nvPr>
        </p:nvSpPr>
        <p:spPr>
          <a:xfrm>
            <a:off x="336063" y="932643"/>
            <a:ext cx="8472146" cy="5213923"/>
          </a:xfrm>
          <a:prstGeom prst="rect">
            <a:avLst/>
          </a:prstGeom>
          <a:noFill/>
          <a:ln w="0" cmpd="sng">
            <a:noFill/>
            <a:prstDash val="solid"/>
          </a:ln>
        </p:spPr>
        <p:txBody>
          <a:bodyPr vert="horz" lIns="0" tIns="80147" rIns="0" bIns="0" anchor="t"/>
          <a:lstStyle>
            <a:lvl1pPr marL="4929050" marR="0" indent="0" algn="l">
              <a:lnSpc>
                <a:spcPts val="964"/>
              </a:lnSpc>
              <a:spcBef>
                <a:spcPts val="0"/>
              </a:spcBef>
              <a:spcAft>
                <a:spcPts val="0"/>
              </a:spcAft>
              <a:tabLst>
                <a:tab pos="7392462" algn="l"/>
              </a:tabLst>
              <a:defRPr/>
            </a:lvl1pPr>
          </a:lstStyle>
          <a:p>
            <a:pPr marL="731520" marR="0" lvl="0" indent="0" algn="l">
              <a:lnSpc>
                <a:spcPct val="95999"/>
              </a:lnSpc>
              <a:spcAft>
                <a:spcPts val="0"/>
              </a:spcAft>
            </a:pPr>
            <a:r>
              <a:rPr lang="it-IT" sz="1900" b="1" spc="88" smtClean="0">
                <a:solidFill>
                  <a:srgbClr val="D40308"/>
                </a:solidFill>
                <a:latin typeface="Times New Roman" panose="22635452340000000000" pitchFamily="1"/>
              </a:rPr>
              <a:t>Fare clic per modificare stili del testo dello schema</a:t>
            </a:r>
          </a:p>
          <a:p>
            <a:pPr marL="731520" marR="0" lvl="1" indent="0" algn="l">
              <a:lnSpc>
                <a:spcPct val="95999"/>
              </a:lnSpc>
              <a:spcAft>
                <a:spcPts val="0"/>
              </a:spcAft>
            </a:pPr>
            <a:r>
              <a:rPr lang="it-IT" sz="1900" b="1" spc="88" smtClean="0">
                <a:solidFill>
                  <a:srgbClr val="D40308"/>
                </a:solidFill>
                <a:latin typeface="Times New Roman" panose="22635452340000000000" pitchFamily="1"/>
              </a:rPr>
              <a:t>Secondo livello</a:t>
            </a:r>
          </a:p>
          <a:p>
            <a:pPr marL="731520" marR="0" lvl="2" indent="0" algn="l">
              <a:lnSpc>
                <a:spcPct val="95999"/>
              </a:lnSpc>
              <a:spcAft>
                <a:spcPts val="0"/>
              </a:spcAft>
            </a:pPr>
            <a:r>
              <a:rPr lang="it-IT" sz="1900" b="1" spc="88" smtClean="0">
                <a:solidFill>
                  <a:srgbClr val="D40308"/>
                </a:solidFill>
                <a:latin typeface="Times New Roman" panose="22635452340000000000" pitchFamily="1"/>
              </a:rPr>
              <a:t>Terzo livello</a:t>
            </a:r>
          </a:p>
          <a:p>
            <a:pPr marL="731520" marR="0" lvl="3" indent="0" algn="l">
              <a:lnSpc>
                <a:spcPct val="95999"/>
              </a:lnSpc>
              <a:spcAft>
                <a:spcPts val="0"/>
              </a:spcAft>
            </a:pPr>
            <a:r>
              <a:rPr lang="it-IT" sz="1900" b="1" spc="88" smtClean="0">
                <a:solidFill>
                  <a:srgbClr val="D40308"/>
                </a:solidFill>
                <a:latin typeface="Times New Roman" panose="22635452340000000000" pitchFamily="1"/>
              </a:rPr>
              <a:t>Quarto livello</a:t>
            </a:r>
          </a:p>
          <a:p>
            <a:pPr marL="731520" marR="0" lvl="4" indent="0" algn="l">
              <a:lnSpc>
                <a:spcPct val="95999"/>
              </a:lnSpc>
              <a:spcAft>
                <a:spcPts val="0"/>
              </a:spcAft>
            </a:pPr>
            <a:r>
              <a:rPr lang="it-IT" sz="1900" b="1" spc="88" smtClean="0">
                <a:solidFill>
                  <a:srgbClr val="D40308"/>
                </a:solidFill>
                <a:latin typeface="Times New Roman" panose="22635452340000000000" pitchFamily="1"/>
              </a:rPr>
              <a:t>Quinto livello</a:t>
            </a:r>
            <a:endParaRPr lang="it-IT" sz="1800" b="1" spc="0" dirty="0">
              <a:solidFill>
                <a:srgbClr val="000000"/>
              </a:solidFill>
              <a:latin typeface="Times New Roman" panose="22635452340000000000" pitchFamily="1"/>
            </a:endParaRPr>
          </a:p>
        </p:txBody>
      </p:sp>
    </p:spTree>
    <p:extLst>
      <p:ext uri="{BB962C8B-B14F-4D97-AF65-F5344CB8AC3E}">
        <p14:creationId xmlns:p14="http://schemas.microsoft.com/office/powerpoint/2010/main" val="2366924399"/>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57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73571896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85_1_">
    <p:spTree>
      <p:nvGrpSpPr>
        <p:cNvPr id="1" name=""/>
        <p:cNvGrpSpPr/>
        <p:nvPr/>
      </p:nvGrpSpPr>
      <p:grpSpPr>
        <a:xfrm>
          <a:off x="0" y="0"/>
          <a:ext cx="0" cy="0"/>
          <a:chOff x="0" y="0"/>
          <a:chExt cx="0" cy="0"/>
        </a:xfrm>
      </p:grpSpPr>
      <p:sp>
        <p:nvSpPr>
          <p:cNvPr id="162" name="Segnaposto testo 161"/>
          <p:cNvSpPr>
            <a:spLocks noGrp="1"/>
          </p:cNvSpPr>
          <p:nvPr>
            <p:ph type="body" idx="10"/>
          </p:nvPr>
        </p:nvSpPr>
        <p:spPr>
          <a:xfrm>
            <a:off x="1034791" y="388265"/>
            <a:ext cx="7507934" cy="538040"/>
          </a:xfrm>
          <a:prstGeom prst="rect">
            <a:avLst/>
          </a:prstGeom>
          <a:noFill/>
          <a:ln w="0" cmpd="sng">
            <a:noFill/>
            <a:prstDash val="solid"/>
          </a:ln>
        </p:spPr>
        <p:txBody>
          <a:bodyPr vert="horz" lIns="0" tIns="0" rIns="0" bIns="0" anchor="t"/>
          <a:lstStyle>
            <a:lvl1pPr marL="0" marR="0" indent="0" algn="l">
              <a:lnSpc>
                <a:spcPts val="2454"/>
              </a:lnSpc>
              <a:spcBef>
                <a:spcPts val="0"/>
              </a:spcBef>
              <a:spcAft>
                <a:spcPts val="0"/>
              </a:spcAft>
              <a:defRPr/>
            </a:lvl1pPr>
          </a:lstStyle>
          <a:p>
            <a:pPr marL="0" marR="91440" lvl="0" indent="0" algn="r">
              <a:lnSpc>
                <a:spcPct val="95999"/>
              </a:lnSpc>
              <a:spcAft>
                <a:spcPts val="0"/>
              </a:spcAft>
            </a:pPr>
            <a:r>
              <a:rPr lang="it-IT" sz="1400" b="1" spc="0" smtClean="0">
                <a:solidFill>
                  <a:srgbClr val="C80015"/>
                </a:solidFill>
                <a:latin typeface="Times New Roman" panose="22635452340000000000" pitchFamily="1"/>
              </a:rPr>
              <a:t>Fare clic per modificare stili del testo dello schema</a:t>
            </a:r>
          </a:p>
          <a:p>
            <a:pPr marL="0" marR="91440" lvl="1" indent="0" algn="r">
              <a:lnSpc>
                <a:spcPct val="95999"/>
              </a:lnSpc>
              <a:spcAft>
                <a:spcPts val="0"/>
              </a:spcAft>
            </a:pPr>
            <a:r>
              <a:rPr lang="it-IT" sz="1400" b="1" spc="0" smtClean="0">
                <a:solidFill>
                  <a:srgbClr val="C80015"/>
                </a:solidFill>
                <a:latin typeface="Times New Roman" panose="22635452340000000000" pitchFamily="1"/>
              </a:rPr>
              <a:t>Secondo livello</a:t>
            </a:r>
          </a:p>
        </p:txBody>
      </p:sp>
      <p:sp>
        <p:nvSpPr>
          <p:cNvPr id="163" name="Segnaposto testo 162"/>
          <p:cNvSpPr>
            <a:spLocks noGrp="1"/>
          </p:cNvSpPr>
          <p:nvPr>
            <p:ph type="body" idx="10"/>
          </p:nvPr>
        </p:nvSpPr>
        <p:spPr>
          <a:xfrm>
            <a:off x="1034791" y="388265"/>
            <a:ext cx="7507934" cy="538040"/>
          </a:xfrm>
          <a:prstGeom prst="rect">
            <a:avLst/>
          </a:prstGeom>
          <a:noFill/>
          <a:ln w="0" cmpd="sng">
            <a:noFill/>
            <a:prstDash val="solid"/>
          </a:ln>
        </p:spPr>
        <p:txBody>
          <a:bodyPr vert="horz" lIns="0" tIns="0" rIns="0" bIns="0" anchor="t"/>
          <a:lstStyle>
            <a:lvl1pPr marL="0" marR="0" indent="0" algn="l">
              <a:lnSpc>
                <a:spcPts val="2454"/>
              </a:lnSpc>
              <a:spcBef>
                <a:spcPts val="0"/>
              </a:spcBef>
              <a:spcAft>
                <a:spcPts val="0"/>
              </a:spcAft>
              <a:defRPr/>
            </a:lvl1pPr>
          </a:lstStyle>
          <a:p>
            <a:pPr marL="0" marR="91440" lvl="0" indent="0" algn="r">
              <a:lnSpc>
                <a:spcPct val="95999"/>
              </a:lnSpc>
              <a:spcAft>
                <a:spcPts val="0"/>
              </a:spcAft>
            </a:pPr>
            <a:r>
              <a:rPr lang="it-IT" sz="1400" b="1" spc="0" smtClean="0">
                <a:solidFill>
                  <a:srgbClr val="C80015"/>
                </a:solidFill>
                <a:latin typeface="Times New Roman" panose="22635452340000000000" pitchFamily="1"/>
              </a:rPr>
              <a:t>Fare clic per modificare stili del testo dello schema</a:t>
            </a:r>
          </a:p>
          <a:p>
            <a:pPr marL="0" marR="91440" lvl="1" indent="0" algn="r">
              <a:lnSpc>
                <a:spcPct val="95999"/>
              </a:lnSpc>
              <a:spcAft>
                <a:spcPts val="0"/>
              </a:spcAft>
            </a:pPr>
            <a:r>
              <a:rPr lang="it-IT" sz="1400" b="1" spc="0" smtClean="0">
                <a:solidFill>
                  <a:srgbClr val="C80015"/>
                </a:solidFill>
                <a:latin typeface="Times New Roman" panose="22635452340000000000" pitchFamily="1"/>
              </a:rPr>
              <a:t>Secondo livello</a:t>
            </a:r>
          </a:p>
        </p:txBody>
      </p:sp>
      <p:sp>
        <p:nvSpPr>
          <p:cNvPr id="164" name="Segnaposto testo 163"/>
          <p:cNvSpPr>
            <a:spLocks noGrp="1"/>
          </p:cNvSpPr>
          <p:nvPr>
            <p:ph type="body" idx="10"/>
          </p:nvPr>
        </p:nvSpPr>
        <p:spPr>
          <a:xfrm>
            <a:off x="336063" y="6224334"/>
            <a:ext cx="8529151" cy="137678"/>
          </a:xfrm>
          <a:prstGeom prst="rect">
            <a:avLst/>
          </a:prstGeom>
          <a:solidFill>
            <a:srgbClr val="C80015"/>
          </a:solidFill>
          <a:ln w="0" cmpd="sng">
            <a:noFill/>
            <a:prstDash val="solid"/>
          </a:ln>
        </p:spPr>
        <p:txBody>
          <a:bodyPr vert="horz" lIns="0" tIns="0" rIns="0" bIns="0" anchor="t"/>
          <a:lstStyle>
            <a:lvl1pPr marL="2163973" marR="0" indent="0" algn="l">
              <a:lnSpc>
                <a:spcPct val="95999"/>
              </a:lnSpc>
              <a:spcAft>
                <a:spcPts val="0"/>
              </a:spcAft>
              <a:tabLst>
                <a:tab pos="5654827" algn="l"/>
                <a:tab pos="7400254" algn="r"/>
              </a:tabLst>
              <a:defRPr/>
            </a:lvl1pPr>
          </a:lstStyle>
          <a:p>
            <a:pPr marL="2468880" marR="0" lvl="0" indent="0" algn="l">
              <a:lnSpc>
                <a:spcPct val="95999"/>
              </a:lnSpc>
              <a:spcAft>
                <a:spcPts val="0"/>
              </a:spcAft>
              <a:tabLst>
                <a:tab pos="6451600" algn="l"/>
                <a:tab pos="8442960" algn="r"/>
              </a:tabLst>
            </a:pPr>
            <a:r>
              <a:rPr lang="it-IT" sz="700" spc="-44" smtClean="0">
                <a:solidFill>
                  <a:srgbClr val="FFFFFF"/>
                </a:solidFill>
                <a:latin typeface="Times New Roman" panose="22635452340000000000" pitchFamily="1"/>
              </a:rPr>
              <a:t>Fare clic per modificare stili del testo dello schema</a:t>
            </a:r>
          </a:p>
        </p:txBody>
      </p:sp>
      <p:sp>
        <p:nvSpPr>
          <p:cNvPr id="165" name="Segnaposto testo 164"/>
          <p:cNvSpPr>
            <a:spLocks noGrp="1"/>
          </p:cNvSpPr>
          <p:nvPr>
            <p:ph type="body" idx="10"/>
          </p:nvPr>
        </p:nvSpPr>
        <p:spPr>
          <a:xfrm>
            <a:off x="336063" y="6224334"/>
            <a:ext cx="8529151" cy="137678"/>
          </a:xfrm>
          <a:prstGeom prst="rect">
            <a:avLst/>
          </a:prstGeom>
          <a:solidFill>
            <a:srgbClr val="C80015"/>
          </a:solidFill>
          <a:ln w="0" cmpd="sng">
            <a:noFill/>
            <a:prstDash val="solid"/>
          </a:ln>
        </p:spPr>
        <p:txBody>
          <a:bodyPr vert="horz" lIns="0" tIns="0" rIns="0" bIns="0" anchor="t"/>
          <a:lstStyle>
            <a:lvl1pPr marL="2163973" marR="0" indent="0" algn="l">
              <a:lnSpc>
                <a:spcPct val="95999"/>
              </a:lnSpc>
              <a:spcAft>
                <a:spcPts val="0"/>
              </a:spcAft>
              <a:tabLst>
                <a:tab pos="5654827" algn="l"/>
                <a:tab pos="7400254" algn="r"/>
              </a:tabLst>
              <a:defRPr/>
            </a:lvl1pPr>
          </a:lstStyle>
          <a:p>
            <a:pPr marL="2468880" marR="0" lvl="0" indent="0" algn="l">
              <a:lnSpc>
                <a:spcPct val="95999"/>
              </a:lnSpc>
              <a:spcAft>
                <a:spcPts val="0"/>
              </a:spcAft>
              <a:tabLst>
                <a:tab pos="6451600" algn="l"/>
                <a:tab pos="8442960" algn="r"/>
              </a:tabLst>
            </a:pPr>
            <a:r>
              <a:rPr lang="it-IT" sz="700" spc="-44" smtClean="0">
                <a:solidFill>
                  <a:srgbClr val="FFFFFF"/>
                </a:solidFill>
                <a:latin typeface="Times New Roman" panose="22635452340000000000" pitchFamily="1"/>
              </a:rPr>
              <a:t>Fare clic per modificare stili del testo dello schema</a:t>
            </a:r>
          </a:p>
        </p:txBody>
      </p:sp>
      <p:sp>
        <p:nvSpPr>
          <p:cNvPr id="166" name="Segnaposto testo 165"/>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167" name="Segnaposto testo 166"/>
          <p:cNvSpPr>
            <a:spLocks noGrp="1"/>
          </p:cNvSpPr>
          <p:nvPr>
            <p:ph type="body" idx="10"/>
          </p:nvPr>
        </p:nvSpPr>
        <p:spPr>
          <a:xfrm>
            <a:off x="1004387" y="929761"/>
            <a:ext cx="7513906" cy="5216804"/>
          </a:xfrm>
          <a:prstGeom prst="rect">
            <a:avLst/>
          </a:prstGeom>
          <a:noFill/>
          <a:ln w="12700" cmpd="sng">
            <a:solidFill>
              <a:srgbClr val="000000"/>
            </a:solidFill>
            <a:prstDash val="solid"/>
          </a:ln>
        </p:spPr>
        <p:txBody>
          <a:bodyPr vert="horz" lIns="0" tIns="120221" rIns="0" bIns="0" anchor="t"/>
          <a:lstStyle>
            <a:lvl1pPr marL="160294" marR="0" indent="0" algn="l">
              <a:lnSpc>
                <a:spcPct val="95999"/>
              </a:lnSpc>
              <a:spcBef>
                <a:spcPts val="0"/>
              </a:spcBef>
              <a:spcAft>
                <a:spcPts val="473"/>
              </a:spcAft>
              <a:tabLst>
                <a:tab pos="888298" algn="l"/>
                <a:tab pos="2392727" algn="l"/>
                <a:tab pos="5975416" algn="r"/>
              </a:tabLst>
              <a:defRPr/>
            </a:lvl1pPr>
          </a:lstStyle>
          <a:p>
            <a:pPr marL="182880" marR="0" lvl="0" indent="0" algn="l">
              <a:lnSpc>
                <a:spcPts val="1200"/>
              </a:lnSpc>
              <a:spcAft>
                <a:spcPts val="0"/>
              </a:spcAft>
            </a:pPr>
            <a:r>
              <a:rPr lang="it-IT" sz="1900" b="1" spc="158" smtClean="0">
                <a:solidFill>
                  <a:srgbClr val="000000"/>
                </a:solidFill>
                <a:latin typeface="Times New Roman" panose="22635452340000000000" pitchFamily="1"/>
              </a:rPr>
              <a:t>Fare clic per modificare stili del testo dello schema</a:t>
            </a:r>
          </a:p>
          <a:p>
            <a:pPr marL="182880" marR="0" lvl="1" indent="0" algn="l">
              <a:lnSpc>
                <a:spcPts val="1200"/>
              </a:lnSpc>
              <a:spcAft>
                <a:spcPts val="0"/>
              </a:spcAft>
            </a:pPr>
            <a:r>
              <a:rPr lang="it-IT" sz="1900" b="1" spc="158" smtClean="0">
                <a:solidFill>
                  <a:srgbClr val="000000"/>
                </a:solidFill>
                <a:latin typeface="Times New Roman" panose="22635452340000000000" pitchFamily="1"/>
              </a:rPr>
              <a:t>Secondo livello</a:t>
            </a:r>
          </a:p>
          <a:p>
            <a:pPr marL="182880" marR="0" lvl="2" indent="0" algn="l">
              <a:lnSpc>
                <a:spcPts val="1200"/>
              </a:lnSpc>
              <a:spcAft>
                <a:spcPts val="0"/>
              </a:spcAft>
            </a:pPr>
            <a:r>
              <a:rPr lang="it-IT" sz="1900" b="1" spc="158" smtClean="0">
                <a:solidFill>
                  <a:srgbClr val="000000"/>
                </a:solidFill>
                <a:latin typeface="Times New Roman" panose="22635452340000000000" pitchFamily="1"/>
              </a:rPr>
              <a:t>Terzo livello</a:t>
            </a:r>
          </a:p>
          <a:p>
            <a:pPr marL="182880" marR="0" lvl="3" indent="0" algn="l">
              <a:lnSpc>
                <a:spcPts val="1200"/>
              </a:lnSpc>
              <a:spcAft>
                <a:spcPts val="0"/>
              </a:spcAft>
            </a:pPr>
            <a:r>
              <a:rPr lang="it-IT" sz="1900" b="1" spc="158" smtClean="0">
                <a:solidFill>
                  <a:srgbClr val="000000"/>
                </a:solidFill>
                <a:latin typeface="Times New Roman" panose="22635452340000000000" pitchFamily="1"/>
              </a:rPr>
              <a:t>Quarto livello</a:t>
            </a:r>
          </a:p>
          <a:p>
            <a:pPr marL="182880" marR="0" lvl="4" indent="0" algn="l">
              <a:lnSpc>
                <a:spcPts val="1200"/>
              </a:lnSpc>
              <a:spcAft>
                <a:spcPts val="0"/>
              </a:spcAft>
            </a:pPr>
            <a:r>
              <a:rPr lang="it-IT" sz="1900" b="1" spc="158" smtClean="0">
                <a:solidFill>
                  <a:srgbClr val="000000"/>
                </a:solidFill>
                <a:latin typeface="Times New Roman" panose="22635452340000000000" pitchFamily="1"/>
              </a:rPr>
              <a:t>Quinto livello</a:t>
            </a:r>
            <a:endParaRPr lang="it-IT" sz="1900" spc="-35" dirty="0">
              <a:solidFill>
                <a:srgbClr val="000000"/>
              </a:solidFill>
              <a:latin typeface="Times New Roman" panose="22635452340000000000" pitchFamily="1"/>
            </a:endParaRPr>
          </a:p>
        </p:txBody>
      </p:sp>
    </p:spTree>
    <p:extLst>
      <p:ext uri="{BB962C8B-B14F-4D97-AF65-F5344CB8AC3E}">
        <p14:creationId xmlns:p14="http://schemas.microsoft.com/office/powerpoint/2010/main" val="195123264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86_1_">
    <p:spTree>
      <p:nvGrpSpPr>
        <p:cNvPr id="1" name=""/>
        <p:cNvGrpSpPr/>
        <p:nvPr/>
      </p:nvGrpSpPr>
      <p:grpSpPr>
        <a:xfrm>
          <a:off x="0" y="0"/>
          <a:ext cx="0" cy="0"/>
          <a:chOff x="0" y="0"/>
          <a:chExt cx="0" cy="0"/>
        </a:xfrm>
      </p:grpSpPr>
      <p:sp>
        <p:nvSpPr>
          <p:cNvPr id="172" name="Segnaposto testo 171"/>
          <p:cNvSpPr>
            <a:spLocks noGrp="1"/>
          </p:cNvSpPr>
          <p:nvPr>
            <p:ph type="body" idx="10"/>
          </p:nvPr>
        </p:nvSpPr>
        <p:spPr>
          <a:xfrm>
            <a:off x="1034791" y="388265"/>
            <a:ext cx="7507934" cy="538040"/>
          </a:xfrm>
          <a:prstGeom prst="rect">
            <a:avLst/>
          </a:prstGeom>
          <a:noFill/>
          <a:ln w="0" cmpd="sng">
            <a:noFill/>
            <a:prstDash val="solid"/>
          </a:ln>
        </p:spPr>
        <p:txBody>
          <a:bodyPr vert="horz" lIns="0" tIns="0" rIns="0" bIns="0" anchor="t"/>
          <a:lstStyle>
            <a:lvl1pPr marL="0" marR="0" indent="0" algn="l">
              <a:lnSpc>
                <a:spcPts val="2454"/>
              </a:lnSpc>
              <a:spcBef>
                <a:spcPts val="0"/>
              </a:spcBef>
              <a:spcAft>
                <a:spcPts val="0"/>
              </a:spcAft>
              <a:defRPr/>
            </a:lvl1pPr>
          </a:lstStyle>
          <a:p>
            <a:pPr marL="0" marR="91440" lvl="0" indent="0" algn="r">
              <a:lnSpc>
                <a:spcPct val="95999"/>
              </a:lnSpc>
              <a:spcAft>
                <a:spcPts val="0"/>
              </a:spcAft>
            </a:pPr>
            <a:r>
              <a:rPr lang="it-IT" sz="1400" b="1" spc="0" smtClean="0">
                <a:solidFill>
                  <a:srgbClr val="C80015"/>
                </a:solidFill>
                <a:latin typeface="Times New Roman" panose="22635452340000000000" pitchFamily="1"/>
              </a:rPr>
              <a:t>Fare clic per modificare stili del testo dello schema</a:t>
            </a:r>
          </a:p>
          <a:p>
            <a:pPr marL="0" marR="91440" lvl="1" indent="0" algn="r">
              <a:lnSpc>
                <a:spcPct val="95999"/>
              </a:lnSpc>
              <a:spcAft>
                <a:spcPts val="0"/>
              </a:spcAft>
            </a:pPr>
            <a:r>
              <a:rPr lang="it-IT" sz="1400" b="1" spc="0" smtClean="0">
                <a:solidFill>
                  <a:srgbClr val="C80015"/>
                </a:solidFill>
                <a:latin typeface="Times New Roman" panose="22635452340000000000" pitchFamily="1"/>
              </a:rPr>
              <a:t>Secondo livello</a:t>
            </a:r>
          </a:p>
        </p:txBody>
      </p:sp>
      <p:sp>
        <p:nvSpPr>
          <p:cNvPr id="173" name="Segnaposto testo 172"/>
          <p:cNvSpPr>
            <a:spLocks noGrp="1"/>
          </p:cNvSpPr>
          <p:nvPr>
            <p:ph type="body" idx="10"/>
          </p:nvPr>
        </p:nvSpPr>
        <p:spPr>
          <a:xfrm>
            <a:off x="1034791" y="388265"/>
            <a:ext cx="7507934" cy="538040"/>
          </a:xfrm>
          <a:prstGeom prst="rect">
            <a:avLst/>
          </a:prstGeom>
          <a:noFill/>
          <a:ln w="0" cmpd="sng">
            <a:noFill/>
            <a:prstDash val="solid"/>
          </a:ln>
        </p:spPr>
        <p:txBody>
          <a:bodyPr vert="horz" lIns="0" tIns="0" rIns="0" bIns="0" anchor="t"/>
          <a:lstStyle>
            <a:lvl1pPr marL="0" marR="0" indent="0" algn="l">
              <a:lnSpc>
                <a:spcPts val="2454"/>
              </a:lnSpc>
              <a:spcBef>
                <a:spcPts val="0"/>
              </a:spcBef>
              <a:spcAft>
                <a:spcPts val="0"/>
              </a:spcAft>
              <a:defRPr/>
            </a:lvl1pPr>
          </a:lstStyle>
          <a:p>
            <a:pPr marL="0" marR="91440" lvl="0" indent="0" algn="r">
              <a:lnSpc>
                <a:spcPct val="95999"/>
              </a:lnSpc>
              <a:spcAft>
                <a:spcPts val="0"/>
              </a:spcAft>
            </a:pPr>
            <a:r>
              <a:rPr lang="it-IT" sz="1400" b="1" spc="0" smtClean="0">
                <a:solidFill>
                  <a:srgbClr val="C80015"/>
                </a:solidFill>
                <a:latin typeface="Times New Roman" panose="22635452340000000000" pitchFamily="1"/>
              </a:rPr>
              <a:t>Fare clic per modificare stili del testo dello schema</a:t>
            </a:r>
          </a:p>
          <a:p>
            <a:pPr marL="0" marR="91440" lvl="1" indent="0" algn="r">
              <a:lnSpc>
                <a:spcPct val="95999"/>
              </a:lnSpc>
              <a:spcAft>
                <a:spcPts val="0"/>
              </a:spcAft>
            </a:pPr>
            <a:r>
              <a:rPr lang="it-IT" sz="1400" b="1" spc="0" smtClean="0">
                <a:solidFill>
                  <a:srgbClr val="C80015"/>
                </a:solidFill>
                <a:latin typeface="Times New Roman" panose="22635452340000000000" pitchFamily="1"/>
              </a:rPr>
              <a:t>Secondo livello</a:t>
            </a:r>
          </a:p>
        </p:txBody>
      </p:sp>
      <p:sp>
        <p:nvSpPr>
          <p:cNvPr id="174" name="Segnaposto testo 173"/>
          <p:cNvSpPr>
            <a:spLocks noGrp="1"/>
          </p:cNvSpPr>
          <p:nvPr>
            <p:ph type="body" idx="10"/>
          </p:nvPr>
        </p:nvSpPr>
        <p:spPr>
          <a:xfrm>
            <a:off x="336063" y="6224334"/>
            <a:ext cx="8529151" cy="137678"/>
          </a:xfrm>
          <a:prstGeom prst="rect">
            <a:avLst/>
          </a:prstGeom>
          <a:solidFill>
            <a:srgbClr val="C80015"/>
          </a:solidFill>
          <a:ln w="0" cmpd="sng">
            <a:noFill/>
            <a:prstDash val="solid"/>
          </a:ln>
        </p:spPr>
        <p:txBody>
          <a:bodyPr vert="horz" lIns="0" tIns="0" rIns="0" bIns="0" anchor="t"/>
          <a:lstStyle>
            <a:lvl1pPr marL="2163973" marR="0" indent="0" algn="l">
              <a:lnSpc>
                <a:spcPct val="95999"/>
              </a:lnSpc>
              <a:spcAft>
                <a:spcPts val="0"/>
              </a:spcAft>
              <a:tabLst>
                <a:tab pos="5654827" algn="l"/>
                <a:tab pos="7400254" algn="r"/>
              </a:tabLst>
              <a:defRPr/>
            </a:lvl1pPr>
          </a:lstStyle>
          <a:p>
            <a:pPr marL="2468880" marR="0" lvl="0" indent="0" algn="l">
              <a:lnSpc>
                <a:spcPct val="95999"/>
              </a:lnSpc>
              <a:spcAft>
                <a:spcPts val="0"/>
              </a:spcAft>
              <a:tabLst>
                <a:tab pos="6451600" algn="l"/>
                <a:tab pos="8442960" algn="r"/>
              </a:tabLst>
            </a:pPr>
            <a:r>
              <a:rPr lang="it-IT" sz="700" spc="-44" smtClean="0">
                <a:solidFill>
                  <a:srgbClr val="FFFFFF"/>
                </a:solidFill>
                <a:latin typeface="Times New Roman" panose="22635452340000000000" pitchFamily="1"/>
              </a:rPr>
              <a:t>Fare clic per modificare stili del testo dello schema</a:t>
            </a:r>
          </a:p>
        </p:txBody>
      </p:sp>
      <p:sp>
        <p:nvSpPr>
          <p:cNvPr id="175" name="Segnaposto testo 174"/>
          <p:cNvSpPr>
            <a:spLocks noGrp="1"/>
          </p:cNvSpPr>
          <p:nvPr>
            <p:ph type="body" idx="10"/>
          </p:nvPr>
        </p:nvSpPr>
        <p:spPr>
          <a:xfrm>
            <a:off x="336063" y="6224334"/>
            <a:ext cx="8529151" cy="137678"/>
          </a:xfrm>
          <a:prstGeom prst="rect">
            <a:avLst/>
          </a:prstGeom>
          <a:solidFill>
            <a:srgbClr val="C80015"/>
          </a:solidFill>
          <a:ln w="0" cmpd="sng">
            <a:noFill/>
            <a:prstDash val="solid"/>
          </a:ln>
        </p:spPr>
        <p:txBody>
          <a:bodyPr vert="horz" lIns="0" tIns="0" rIns="0" bIns="0" anchor="t"/>
          <a:lstStyle>
            <a:lvl1pPr marL="2163973" marR="0" indent="0" algn="l">
              <a:lnSpc>
                <a:spcPct val="95999"/>
              </a:lnSpc>
              <a:spcAft>
                <a:spcPts val="0"/>
              </a:spcAft>
              <a:tabLst>
                <a:tab pos="5654827" algn="l"/>
                <a:tab pos="7400254" algn="r"/>
              </a:tabLst>
              <a:defRPr/>
            </a:lvl1pPr>
          </a:lstStyle>
          <a:p>
            <a:pPr marL="2468880" marR="0" lvl="0" indent="0" algn="l">
              <a:lnSpc>
                <a:spcPct val="95999"/>
              </a:lnSpc>
              <a:spcAft>
                <a:spcPts val="0"/>
              </a:spcAft>
              <a:tabLst>
                <a:tab pos="6451600" algn="l"/>
                <a:tab pos="8442960" algn="r"/>
              </a:tabLst>
            </a:pPr>
            <a:r>
              <a:rPr lang="it-IT" sz="700" spc="-44" smtClean="0">
                <a:solidFill>
                  <a:srgbClr val="FFFFFF"/>
                </a:solidFill>
                <a:latin typeface="Times New Roman" panose="22635452340000000000" pitchFamily="1"/>
              </a:rPr>
              <a:t>Fare clic per modificare stili del testo dello schema</a:t>
            </a:r>
          </a:p>
        </p:txBody>
      </p:sp>
      <p:sp>
        <p:nvSpPr>
          <p:cNvPr id="176" name="Segnaposto testo 175"/>
          <p:cNvSpPr>
            <a:spLocks noGrp="1"/>
          </p:cNvSpPr>
          <p:nvPr>
            <p:ph type="body" idx="10"/>
          </p:nvPr>
        </p:nvSpPr>
        <p:spPr>
          <a:xfrm>
            <a:off x="4586523" y="6425954"/>
            <a:ext cx="2352982" cy="110604"/>
          </a:xfrm>
          <a:prstGeom prst="rect">
            <a:avLst/>
          </a:prstGeom>
          <a:solidFill>
            <a:srgbClr val="F3F3F3"/>
          </a:solidFill>
          <a:ln w="0" cmpd="sng">
            <a:noFill/>
            <a:prstDash val="solid"/>
          </a:ln>
        </p:spPr>
        <p:txBody>
          <a:bodyPr vert="horz" lIns="0" tIns="0" rIns="0" bIns="0" anchor="t"/>
          <a:lstStyle/>
          <a:p>
            <a:pPr lvl="0" algn="l"/>
            <a:r>
              <a:rPr lang="it-IT" sz="100" smtClean="0"/>
              <a:t>Fare clic per modificare stili del testo dello schema</a:t>
            </a:r>
          </a:p>
        </p:txBody>
      </p:sp>
      <p:sp>
        <p:nvSpPr>
          <p:cNvPr id="177" name="Segnaposto testo 176"/>
          <p:cNvSpPr>
            <a:spLocks noGrp="1"/>
          </p:cNvSpPr>
          <p:nvPr>
            <p:ph type="body" idx="10"/>
          </p:nvPr>
        </p:nvSpPr>
        <p:spPr>
          <a:xfrm>
            <a:off x="988643" y="917088"/>
            <a:ext cx="7513906" cy="5229477"/>
          </a:xfrm>
          <a:prstGeom prst="rect">
            <a:avLst/>
          </a:prstGeom>
          <a:noFill/>
          <a:ln w="12700" cmpd="sng">
            <a:solidFill>
              <a:srgbClr val="000000"/>
            </a:solidFill>
            <a:prstDash val="solid"/>
          </a:ln>
        </p:spPr>
        <p:txBody>
          <a:bodyPr vert="horz" lIns="0" tIns="561030" rIns="0" bIns="0" anchor="t"/>
          <a:lstStyle>
            <a:lvl1pPr marL="160294" marR="0" indent="0" algn="l">
              <a:lnSpc>
                <a:spcPct val="80639"/>
              </a:lnSpc>
              <a:spcBef>
                <a:spcPts val="0"/>
              </a:spcBef>
              <a:spcAft>
                <a:spcPts val="1104"/>
              </a:spcAft>
              <a:tabLst>
                <a:tab pos="6613810" algn="l"/>
              </a:tabLst>
              <a:defRPr/>
            </a:lvl1pPr>
          </a:lstStyle>
          <a:p>
            <a:pPr marL="182880" marR="0" lvl="0" indent="0" algn="l">
              <a:lnSpc>
                <a:spcPct val="95999"/>
              </a:lnSpc>
              <a:spcAft>
                <a:spcPts val="0"/>
              </a:spcAft>
            </a:pPr>
            <a:r>
              <a:rPr lang="it-IT" sz="2100" spc="-9" smtClean="0">
                <a:solidFill>
                  <a:srgbClr val="000000"/>
                </a:solidFill>
                <a:latin typeface="Times New Roman" panose="22635452340000000000" pitchFamily="1"/>
              </a:rPr>
              <a:t>Fare clic per modificare stili del testo dello schema</a:t>
            </a:r>
          </a:p>
          <a:p>
            <a:pPr marL="182880" marR="0" lvl="1" indent="0" algn="l">
              <a:lnSpc>
                <a:spcPct val="95999"/>
              </a:lnSpc>
              <a:spcAft>
                <a:spcPts val="0"/>
              </a:spcAft>
            </a:pPr>
            <a:r>
              <a:rPr lang="it-IT" sz="2100" spc="-9" smtClean="0">
                <a:solidFill>
                  <a:srgbClr val="000000"/>
                </a:solidFill>
                <a:latin typeface="Times New Roman" panose="22635452340000000000" pitchFamily="1"/>
              </a:rPr>
              <a:t>Secondo livello</a:t>
            </a:r>
          </a:p>
          <a:p>
            <a:pPr marL="182880" marR="0" lvl="2" indent="0" algn="l">
              <a:lnSpc>
                <a:spcPct val="95999"/>
              </a:lnSpc>
              <a:spcAft>
                <a:spcPts val="0"/>
              </a:spcAft>
            </a:pPr>
            <a:r>
              <a:rPr lang="it-IT" sz="2100" spc="-9" smtClean="0">
                <a:solidFill>
                  <a:srgbClr val="000000"/>
                </a:solidFill>
                <a:latin typeface="Times New Roman" panose="22635452340000000000" pitchFamily="1"/>
              </a:rPr>
              <a:t>Terzo livello</a:t>
            </a:r>
          </a:p>
          <a:p>
            <a:pPr marL="182880" marR="0" lvl="3" indent="0" algn="l">
              <a:lnSpc>
                <a:spcPct val="95999"/>
              </a:lnSpc>
              <a:spcAft>
                <a:spcPts val="0"/>
              </a:spcAft>
            </a:pPr>
            <a:r>
              <a:rPr lang="it-IT" sz="2100" spc="-9" smtClean="0">
                <a:solidFill>
                  <a:srgbClr val="000000"/>
                </a:solidFill>
                <a:latin typeface="Times New Roman" panose="22635452340000000000" pitchFamily="1"/>
              </a:rPr>
              <a:t>Quarto livello</a:t>
            </a:r>
          </a:p>
          <a:p>
            <a:pPr marL="182880" marR="0" lvl="4" indent="0" algn="l">
              <a:lnSpc>
                <a:spcPct val="95999"/>
              </a:lnSpc>
              <a:spcAft>
                <a:spcPts val="0"/>
              </a:spcAft>
            </a:pPr>
            <a:r>
              <a:rPr lang="it-IT" sz="2100" spc="-9" smtClean="0">
                <a:solidFill>
                  <a:srgbClr val="000000"/>
                </a:solidFill>
                <a:latin typeface="Times New Roman" panose="22635452340000000000" pitchFamily="1"/>
              </a:rPr>
              <a:t>Quinto livello</a:t>
            </a:r>
            <a:endParaRPr lang="it-IT" sz="2100" spc="0" dirty="0">
              <a:solidFill>
                <a:srgbClr val="000000"/>
              </a:solidFill>
              <a:latin typeface="Times New Roman" panose="22635452340000000000" pitchFamily="1"/>
            </a:endParaRPr>
          </a:p>
        </p:txBody>
      </p:sp>
    </p:spTree>
    <p:extLst>
      <p:ext uri="{BB962C8B-B14F-4D97-AF65-F5344CB8AC3E}">
        <p14:creationId xmlns:p14="http://schemas.microsoft.com/office/powerpoint/2010/main" val="1755863677"/>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58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4141508049"/>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59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7435584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60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380491293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cSld name="93_1_">
    <p:spTree>
      <p:nvGrpSpPr>
        <p:cNvPr id="1" name=""/>
        <p:cNvGrpSpPr/>
        <p:nvPr/>
      </p:nvGrpSpPr>
      <p:grpSpPr>
        <a:xfrm>
          <a:off x="0" y="0"/>
          <a:ext cx="0" cy="0"/>
          <a:chOff x="0" y="0"/>
          <a:chExt cx="0" cy="0"/>
        </a:xfrm>
      </p:grpSpPr>
      <p:sp>
        <p:nvSpPr>
          <p:cNvPr id="205" name="Segnaposto testo 204"/>
          <p:cNvSpPr>
            <a:spLocks noGrp="1"/>
          </p:cNvSpPr>
          <p:nvPr>
            <p:ph type="body" idx="10"/>
          </p:nvPr>
        </p:nvSpPr>
        <p:spPr>
          <a:xfrm>
            <a:off x="4404105" y="6127556"/>
            <a:ext cx="3768354" cy="241369"/>
          </a:xfrm>
          <a:prstGeom prst="rect">
            <a:avLst/>
          </a:prstGeom>
          <a:noFill/>
          <a:ln w="0" cmpd="sng">
            <a:noFill/>
            <a:prstDash val="solid"/>
          </a:ln>
        </p:spPr>
        <p:txBody>
          <a:bodyPr vert="horz" lIns="0" tIns="0" rIns="0" bIns="0" anchor="t"/>
          <a:lstStyle>
            <a:lvl1pPr marL="0" marR="0" indent="0" algn="l">
              <a:lnSpc>
                <a:spcPct val="95999"/>
              </a:lnSpc>
              <a:spcAft>
                <a:spcPts val="0"/>
              </a:spcAft>
              <a:tabLst>
                <a:tab pos="3698457" algn="r"/>
              </a:tabLst>
              <a:defRPr/>
            </a:lvl1pPr>
          </a:lstStyle>
          <a:p>
            <a:pPr marL="0" marR="0" lvl="0" indent="0" algn="l">
              <a:lnSpc>
                <a:spcPct val="95999"/>
              </a:lnSpc>
              <a:spcAft>
                <a:spcPts val="0"/>
              </a:spcAft>
              <a:tabLst>
                <a:tab pos="4219575" algn="r"/>
              </a:tabLst>
            </a:pPr>
            <a:r>
              <a:rPr lang="it-IT" sz="1200" spc="-35" smtClean="0">
                <a:solidFill>
                  <a:srgbClr val="5D564D"/>
                </a:solidFill>
                <a:latin typeface="Arial" panose="22635452340000000000" pitchFamily="2"/>
              </a:rPr>
              <a:t>Fare clic per modificare stili del testo dello schema</a:t>
            </a:r>
          </a:p>
        </p:txBody>
      </p:sp>
      <p:sp>
        <p:nvSpPr>
          <p:cNvPr id="206" name="Segnaposto testo 205"/>
          <p:cNvSpPr>
            <a:spLocks noGrp="1"/>
          </p:cNvSpPr>
          <p:nvPr>
            <p:ph type="body" idx="10"/>
          </p:nvPr>
        </p:nvSpPr>
        <p:spPr>
          <a:xfrm>
            <a:off x="800252" y="1059951"/>
            <a:ext cx="7810336" cy="482739"/>
          </a:xfrm>
          <a:prstGeom prst="rect">
            <a:avLst/>
          </a:prstGeom>
          <a:noFill/>
          <a:ln w="0" cmpd="sng">
            <a:noFill/>
            <a:prstDash val="solid"/>
          </a:ln>
        </p:spPr>
        <p:txBody>
          <a:bodyPr vert="horz" lIns="0" tIns="0" rIns="0" bIns="0" anchor="t"/>
          <a:lstStyle>
            <a:lvl1pPr marL="320589" marR="0" indent="0" algn="l">
              <a:lnSpc>
                <a:spcPts val="3331"/>
              </a:lnSpc>
              <a:spcAft>
                <a:spcPts val="158"/>
              </a:spcAft>
              <a:defRPr/>
            </a:lvl1pPr>
          </a:lstStyle>
          <a:p>
            <a:pPr marL="365760" marR="0" lvl="0" indent="0" algn="l">
              <a:lnSpc>
                <a:spcPts val="3800"/>
              </a:lnSpc>
              <a:spcAft>
                <a:spcPts val="180"/>
              </a:spcAft>
            </a:pPr>
            <a:r>
              <a:rPr lang="it-IT" sz="3500" b="1" spc="0" smtClean="0">
                <a:solidFill>
                  <a:srgbClr val="000000"/>
                </a:solidFill>
                <a:latin typeface="Arial Black" panose="22635452340000000000" pitchFamily="2"/>
              </a:rPr>
              <a:t>Fare clic per modificare stili del testo dello schema</a:t>
            </a:r>
          </a:p>
        </p:txBody>
      </p:sp>
      <p:sp>
        <p:nvSpPr>
          <p:cNvPr id="209" name="Segnaposto testo 208"/>
          <p:cNvSpPr>
            <a:spLocks noGrp="1"/>
          </p:cNvSpPr>
          <p:nvPr>
            <p:ph type="body" idx="10"/>
          </p:nvPr>
        </p:nvSpPr>
        <p:spPr>
          <a:xfrm>
            <a:off x="800252" y="2153890"/>
            <a:ext cx="7810336" cy="606592"/>
          </a:xfrm>
          <a:prstGeom prst="rect">
            <a:avLst/>
          </a:prstGeom>
          <a:noFill/>
          <a:ln w="0" cmpd="sng">
            <a:noFill/>
            <a:prstDash val="solid"/>
          </a:ln>
        </p:spPr>
        <p:txBody>
          <a:bodyPr vert="horz" lIns="0" tIns="0" rIns="0" bIns="0" anchor="t"/>
          <a:lstStyle>
            <a:lvl1pPr marL="360662" marR="0" indent="0" algn="l">
              <a:lnSpc>
                <a:spcPct val="77759"/>
              </a:lnSpc>
              <a:spcAft>
                <a:spcPts val="1420"/>
              </a:spcAft>
              <a:defRPr/>
            </a:lvl1pPr>
          </a:lstStyle>
          <a:p>
            <a:pPr marL="411480" marR="0" lvl="0" indent="0" algn="l">
              <a:lnSpc>
                <a:spcPct val="77759"/>
              </a:lnSpc>
              <a:spcAft>
                <a:spcPts val="1620"/>
              </a:spcAft>
            </a:pPr>
            <a:r>
              <a:rPr lang="it-IT" sz="300" spc="0" smtClean="0">
                <a:solidFill>
                  <a:srgbClr val="FFCC00"/>
                </a:solidFill>
                <a:latin typeface="Wingdings" panose="22635452340000000000" pitchFamily="2"/>
              </a:rPr>
              <a:t>Fare clic per modificare stili del testo dello schema</a:t>
            </a:r>
          </a:p>
        </p:txBody>
      </p:sp>
      <p:sp>
        <p:nvSpPr>
          <p:cNvPr id="213" name="Segnaposto testo 212"/>
          <p:cNvSpPr>
            <a:spLocks noGrp="1"/>
          </p:cNvSpPr>
          <p:nvPr>
            <p:ph type="body" idx="10"/>
          </p:nvPr>
        </p:nvSpPr>
        <p:spPr>
          <a:xfrm>
            <a:off x="800252" y="3094021"/>
            <a:ext cx="7810336" cy="161873"/>
          </a:xfrm>
          <a:prstGeom prst="rect">
            <a:avLst/>
          </a:prstGeom>
          <a:noFill/>
          <a:ln w="0" cmpd="sng">
            <a:noFill/>
            <a:prstDash val="solid"/>
          </a:ln>
        </p:spPr>
        <p:txBody>
          <a:bodyPr vert="horz" lIns="0" tIns="0" rIns="0" bIns="0" anchor="t"/>
          <a:lstStyle>
            <a:lvl1pPr marL="0" marR="0" indent="0" algn="l">
              <a:lnSpc>
                <a:spcPct val="95999"/>
              </a:lnSpc>
              <a:spcAft>
                <a:spcPts val="0"/>
              </a:spcAft>
              <a:defRPr/>
            </a:lvl1pPr>
          </a:lstStyle>
          <a:p>
            <a:pPr marL="0" marR="0" lvl="0" indent="0" algn="l">
              <a:lnSpc>
                <a:spcPct val="95999"/>
              </a:lnSpc>
              <a:spcAft>
                <a:spcPts val="0"/>
              </a:spcAft>
            </a:pPr>
            <a:r>
              <a:rPr lang="it-IT" sz="100" smtClean="0">
                <a:solidFill>
                  <a:srgbClr val="000000"/>
                </a:solidFill>
                <a:latin typeface="Times New Roman" panose="22635452340000000000" pitchFamily="1"/>
              </a:rPr>
              <a:t>Fare clic per modificare stili del testo dello schema</a:t>
            </a:r>
          </a:p>
        </p:txBody>
      </p:sp>
      <p:sp>
        <p:nvSpPr>
          <p:cNvPr id="214" name="Segnaposto testo 213"/>
          <p:cNvSpPr>
            <a:spLocks noGrp="1"/>
          </p:cNvSpPr>
          <p:nvPr>
            <p:ph type="body" idx="10"/>
          </p:nvPr>
        </p:nvSpPr>
        <p:spPr>
          <a:xfrm>
            <a:off x="800252" y="3255894"/>
            <a:ext cx="7810336" cy="2921779"/>
          </a:xfrm>
          <a:prstGeom prst="rect">
            <a:avLst/>
          </a:prstGeom>
          <a:noFill/>
          <a:ln w="0" cmpd="sng">
            <a:noFill/>
            <a:prstDash val="solid"/>
          </a:ln>
        </p:spPr>
        <p:txBody>
          <a:bodyPr vert="horz" lIns="0" tIns="0" rIns="0" bIns="0" anchor="t"/>
          <a:lstStyle>
            <a:lvl1pPr marL="0" marR="0" indent="0" algn="l">
              <a:lnSpc>
                <a:spcPct val="95999"/>
              </a:lnSpc>
              <a:spcBef>
                <a:spcPts val="789"/>
              </a:spcBef>
              <a:spcAft>
                <a:spcPts val="1735"/>
              </a:spcAft>
              <a:defRPr/>
            </a:lvl1pPr>
          </a:lstStyle>
          <a:p>
            <a:pPr marL="0" marR="0" lvl="0" indent="0" algn="l">
              <a:lnSpc>
                <a:spcPct val="80639"/>
              </a:lnSpc>
              <a:spcAft>
                <a:spcPts val="0"/>
              </a:spcAft>
            </a:pPr>
            <a:r>
              <a:rPr lang="it-IT" sz="2400" i="1" spc="0" smtClean="0">
                <a:solidFill>
                  <a:srgbClr val="000000"/>
                </a:solidFill>
                <a:latin typeface="Times New Roman" panose="22635452340000000000" pitchFamily="1"/>
              </a:rPr>
              <a:t>Fare clic per modificare stili del testo dello schema</a:t>
            </a:r>
          </a:p>
          <a:p>
            <a:pPr marL="0" marR="0" lvl="1" indent="0" algn="l">
              <a:lnSpc>
                <a:spcPct val="80639"/>
              </a:lnSpc>
              <a:spcAft>
                <a:spcPts val="0"/>
              </a:spcAft>
            </a:pPr>
            <a:r>
              <a:rPr lang="it-IT" sz="2400" i="1" spc="0" smtClean="0">
                <a:solidFill>
                  <a:srgbClr val="000000"/>
                </a:solidFill>
                <a:latin typeface="Times New Roman" panose="22635452340000000000" pitchFamily="1"/>
              </a:rPr>
              <a:t>Secondo livello</a:t>
            </a:r>
          </a:p>
          <a:p>
            <a:pPr marL="0" marR="0" lvl="2" indent="0" algn="l">
              <a:lnSpc>
                <a:spcPct val="80639"/>
              </a:lnSpc>
              <a:spcAft>
                <a:spcPts val="0"/>
              </a:spcAft>
            </a:pPr>
            <a:r>
              <a:rPr lang="it-IT" sz="2400" i="1" spc="0" smtClean="0">
                <a:solidFill>
                  <a:srgbClr val="000000"/>
                </a:solidFill>
                <a:latin typeface="Times New Roman" panose="22635452340000000000" pitchFamily="1"/>
              </a:rPr>
              <a:t>Terzo livello</a:t>
            </a:r>
          </a:p>
          <a:p>
            <a:pPr marL="0" marR="0" lvl="3" indent="0" algn="l">
              <a:lnSpc>
                <a:spcPct val="80639"/>
              </a:lnSpc>
              <a:spcAft>
                <a:spcPts val="0"/>
              </a:spcAft>
            </a:pPr>
            <a:r>
              <a:rPr lang="it-IT" sz="2400" i="1" spc="0" smtClean="0">
                <a:solidFill>
                  <a:srgbClr val="000000"/>
                </a:solidFill>
                <a:latin typeface="Times New Roman" panose="22635452340000000000" pitchFamily="1"/>
              </a:rPr>
              <a:t>Quarto livello</a:t>
            </a:r>
          </a:p>
          <a:p>
            <a:pPr marL="0" marR="0" lvl="4" indent="0" algn="l">
              <a:lnSpc>
                <a:spcPct val="80639"/>
              </a:lnSpc>
              <a:spcAft>
                <a:spcPts val="0"/>
              </a:spcAft>
            </a:pPr>
            <a:r>
              <a:rPr lang="it-IT" sz="2400" i="1" spc="0" smtClean="0">
                <a:solidFill>
                  <a:srgbClr val="000000"/>
                </a:solidFill>
                <a:latin typeface="Times New Roman" panose="22635452340000000000" pitchFamily="1"/>
              </a:rPr>
              <a:t>Quinto livello</a:t>
            </a:r>
            <a:endParaRPr lang="it-IT" sz="2400" spc="18" dirty="0">
              <a:solidFill>
                <a:srgbClr val="000000"/>
              </a:solidFill>
              <a:latin typeface="Arial" panose="22635452340000000000" pitchFamily="2"/>
            </a:endParaRPr>
          </a:p>
        </p:txBody>
      </p:sp>
    </p:spTree>
    <p:extLst>
      <p:ext uri="{BB962C8B-B14F-4D97-AF65-F5344CB8AC3E}">
        <p14:creationId xmlns:p14="http://schemas.microsoft.com/office/powerpoint/2010/main" val="1337842981"/>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cSld name="9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61_Vuota">
    <p:spTree>
      <p:nvGrpSpPr>
        <p:cNvPr id="1" name=""/>
        <p:cNvGrpSpPr/>
        <p:nvPr/>
      </p:nvGrpSpPr>
      <p:grpSpPr>
        <a:xfrm>
          <a:off x="0" y="0"/>
          <a:ext cx="0" cy="0"/>
          <a:chOff x="0" y="0"/>
          <a:chExt cx="0" cy="0"/>
        </a:xfrm>
      </p:grpSpPr>
      <p:sp>
        <p:nvSpPr>
          <p:cNvPr id="3" name="Titolo 2"/>
          <p:cNvSpPr>
            <a:spLocks noGrp="1"/>
          </p:cNvSpPr>
          <p:nvPr>
            <p:ph type="title"/>
          </p:nvPr>
        </p:nvSpPr>
        <p:spPr/>
        <p:txBody>
          <a:bodyPr/>
          <a:lstStyle/>
          <a:p>
            <a:r>
              <a:rPr lang="it-IT" smtClean="0"/>
              <a:t>Fare clic per modificare lo stile del titolo</a:t>
            </a:r>
            <a:endParaRPr lang="it-IT" dirty="0"/>
          </a:p>
        </p:txBody>
      </p:sp>
      <p:sp>
        <p:nvSpPr>
          <p:cNvPr id="5" name="Rectangle 4"/>
          <p:cNvSpPr>
            <a:spLocks noGrp="1" noChangeArrowheads="1"/>
          </p:cNvSpPr>
          <p:nvPr>
            <p:ph type="sldNum" sz="quarter" idx="10"/>
          </p:nvPr>
        </p:nvSpPr>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86446889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cSld name="10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cSld name="11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cSld name="12_1_">
    <p:spTree>
      <p:nvGrpSpPr>
        <p:cNvPr id="1" name=""/>
        <p:cNvGrpSpPr/>
        <p:nvPr/>
      </p:nvGrpSpPr>
      <p:grpSpPr>
        <a:xfrm>
          <a:off x="0" y="0"/>
          <a:ext cx="0" cy="0"/>
          <a:chOff x="0" y="0"/>
          <a:chExt cx="0" cy="0"/>
        </a:xfrm>
      </p:grpSpPr>
      <p:sp>
        <p:nvSpPr>
          <p:cNvPr id="4" name="Segnaposto testo 3"/>
          <p:cNvSpPr>
            <a:spLocks noGrp="1"/>
          </p:cNvSpPr>
          <p:nvPr>
            <p:ph type="body" idx="10"/>
          </p:nvPr>
        </p:nvSpPr>
        <p:spPr>
          <a:xfrm>
            <a:off x="1063338" y="6034580"/>
            <a:ext cx="7038232" cy="175625"/>
          </a:xfrm>
          <a:prstGeom prst="rect">
            <a:avLst/>
          </a:prstGeom>
          <a:noFill/>
          <a:ln w="0" cmpd="sng">
            <a:noFill/>
            <a:prstDash val="solid"/>
          </a:ln>
        </p:spPr>
        <p:txBody>
          <a:bodyPr vert="horz" lIns="0" tIns="0" rIns="0" bIns="0" anchor="t"/>
          <a:lstStyle>
            <a:lvl1pPr marL="0" marR="0" indent="0" algn="ctr">
              <a:lnSpc>
                <a:spcPct val="76799"/>
              </a:lnSpc>
              <a:spcAft>
                <a:spcPts val="0"/>
              </a:spcAft>
              <a:defRPr/>
            </a:lvl1pPr>
          </a:lstStyle>
          <a:p>
            <a:pPr marL="0" marR="0" lvl="0" indent="0" algn="ctr">
              <a:lnSpc>
                <a:spcPct val="76799"/>
              </a:lnSpc>
              <a:spcAft>
                <a:spcPts val="0"/>
              </a:spcAft>
            </a:pPr>
            <a:r>
              <a:rPr lang="it-IT" sz="1400" b="1" spc="61" smtClean="0">
                <a:solidFill>
                  <a:srgbClr val="000000"/>
                </a:solidFill>
                <a:latin typeface="Times New Roman" panose="22635452340000000000" pitchFamily="1"/>
              </a:rPr>
              <a:t>Fare clic per modificare stili del testo dello schema</a:t>
            </a:r>
          </a:p>
        </p:txBody>
      </p:sp>
      <p:sp>
        <p:nvSpPr>
          <p:cNvPr id="7" name="Segnaposto testo 6"/>
          <p:cNvSpPr>
            <a:spLocks noGrp="1"/>
          </p:cNvSpPr>
          <p:nvPr>
            <p:ph type="body" idx="10"/>
          </p:nvPr>
        </p:nvSpPr>
        <p:spPr>
          <a:xfrm>
            <a:off x="1063338" y="2703469"/>
            <a:ext cx="7038232" cy="1421120"/>
          </a:xfrm>
          <a:prstGeom prst="rect">
            <a:avLst/>
          </a:prstGeom>
          <a:noFill/>
          <a:ln w="0" cmpd="sng">
            <a:noFill/>
            <a:prstDash val="solid"/>
          </a:ln>
        </p:spPr>
        <p:txBody>
          <a:bodyPr vert="horz" lIns="0" tIns="0" rIns="0" bIns="0" anchor="t"/>
          <a:lstStyle>
            <a:lvl1pPr marL="0" marR="0" indent="0" algn="ctr">
              <a:lnSpc>
                <a:spcPct val="76799"/>
              </a:lnSpc>
              <a:spcAft>
                <a:spcPts val="6311"/>
              </a:spcAft>
              <a:defRPr/>
            </a:lvl1pPr>
          </a:lstStyle>
          <a:p>
            <a:pPr marL="0" marR="0" lvl="0" indent="0" algn="ctr">
              <a:lnSpc>
                <a:spcPct val="76799"/>
              </a:lnSpc>
              <a:spcAft>
                <a:spcPts val="7200"/>
              </a:spcAft>
            </a:pPr>
            <a:r>
              <a:rPr lang="it-IT" sz="4500" spc="237" smtClean="0">
                <a:solidFill>
                  <a:srgbClr val="000000"/>
                </a:solidFill>
                <a:latin typeface="Times New Roman" panose="22635452340000000000" pitchFamily="1"/>
              </a:rPr>
              <a:t>Fare clic per modificare stili del testo dello schema</a:t>
            </a:r>
          </a:p>
        </p:txBody>
      </p:sp>
      <p:sp>
        <p:nvSpPr>
          <p:cNvPr id="8" name="Segnaposto testo 7"/>
          <p:cNvSpPr>
            <a:spLocks noGrp="1"/>
          </p:cNvSpPr>
          <p:nvPr>
            <p:ph type="body" idx="10"/>
          </p:nvPr>
        </p:nvSpPr>
        <p:spPr>
          <a:xfrm>
            <a:off x="1063338" y="4124590"/>
            <a:ext cx="7038232" cy="1926113"/>
          </a:xfrm>
          <a:prstGeom prst="rect">
            <a:avLst/>
          </a:prstGeom>
          <a:noFill/>
          <a:ln w="0" cmpd="sng">
            <a:noFill/>
            <a:prstDash val="solid"/>
          </a:ln>
        </p:spPr>
        <p:txBody>
          <a:bodyPr vert="horz" lIns="0" tIns="0" rIns="0" bIns="0" anchor="t">
            <a:normAutofit fontScale="90000"/>
          </a:bodyPr>
          <a:lstStyle>
            <a:lvl1pPr marL="0" marR="0" indent="0" algn="ctr">
              <a:lnSpc>
                <a:spcPct val="95999"/>
              </a:lnSpc>
              <a:spcBef>
                <a:spcPts val="0"/>
              </a:spcBef>
              <a:spcAft>
                <a:spcPts val="6784"/>
              </a:spcAft>
              <a:defRPr/>
            </a:lvl1pPr>
          </a:lstStyle>
          <a:p>
            <a:pPr marL="0" marR="0" lvl="0" indent="0" algn="ctr">
              <a:lnSpc>
                <a:spcPct val="95999"/>
              </a:lnSpc>
              <a:spcAft>
                <a:spcPts val="0"/>
              </a:spcAft>
            </a:pPr>
            <a:r>
              <a:rPr lang="it-IT" sz="3300" spc="175" smtClean="0">
                <a:solidFill>
                  <a:srgbClr val="000000"/>
                </a:solidFill>
                <a:latin typeface="Times New Roman" panose="22635452340000000000" pitchFamily="1"/>
              </a:rPr>
              <a:t>Fare clic per modificare stili del testo dello schema</a:t>
            </a:r>
          </a:p>
          <a:p>
            <a:pPr marL="0" marR="0" lvl="1" indent="0" algn="ctr">
              <a:lnSpc>
                <a:spcPct val="95999"/>
              </a:lnSpc>
              <a:spcAft>
                <a:spcPts val="0"/>
              </a:spcAft>
            </a:pPr>
            <a:r>
              <a:rPr lang="it-IT" sz="3300" spc="175" smtClean="0">
                <a:solidFill>
                  <a:srgbClr val="000000"/>
                </a:solidFill>
                <a:latin typeface="Times New Roman" panose="22635452340000000000" pitchFamily="1"/>
              </a:rPr>
              <a:t>Secondo livello</a:t>
            </a:r>
          </a:p>
        </p:txBody>
      </p:sp>
    </p:spTree>
    <p:extLst>
      <p:ext uri="{BB962C8B-B14F-4D97-AF65-F5344CB8AC3E}">
        <p14:creationId xmlns:p14="http://schemas.microsoft.com/office/powerpoint/2010/main" val="30438331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xAndObj">
  <p:cSld name="Titolo, test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57200" y="274638"/>
            <a:ext cx="8229600" cy="1143000"/>
          </a:xfrm>
        </p:spPr>
        <p:txBody>
          <a:bodyPr/>
          <a:lstStyle/>
          <a:p>
            <a:r>
              <a:rPr lang="it-IT" smtClean="0"/>
              <a:t>Fare clic per modificare lo stile del titolo</a:t>
            </a:r>
            <a:endParaRPr lang="it-IT"/>
          </a:p>
        </p:txBody>
      </p:sp>
      <p:sp>
        <p:nvSpPr>
          <p:cNvPr id="3" name="Segnaposto testo 2"/>
          <p:cNvSpPr>
            <a:spLocks noGrp="1"/>
          </p:cNvSpPr>
          <p:nvPr>
            <p:ph type="body" sz="half" idx="1"/>
          </p:nvPr>
        </p:nvSpPr>
        <p:spPr>
          <a:xfrm>
            <a:off x="457200" y="1600200"/>
            <a:ext cx="4038600" cy="4525963"/>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Rectangle 4"/>
          <p:cNvSpPr>
            <a:spLocks noGrp="1" noChangeArrowheads="1"/>
          </p:cNvSpPr>
          <p:nvPr>
            <p:ph type="dt" sz="half" idx="10"/>
          </p:nvPr>
        </p:nvSpPr>
        <p:spPr>
          <a:ln/>
        </p:spPr>
        <p:txBody>
          <a:bodyPr/>
          <a:lstStyle>
            <a:lvl1pPr>
              <a:defRPr/>
            </a:lvl1pPr>
          </a:lstStyle>
          <a:p>
            <a:fld id="{7327303F-A489-4DA5-9382-BBD204104788}" type="datetime1">
              <a:rPr lang="it-IT" smtClean="0"/>
              <a:t>30/11/2015</a:t>
            </a:fld>
            <a:endParaRPr lang="it-IT"/>
          </a:p>
        </p:txBody>
      </p:sp>
      <p:sp>
        <p:nvSpPr>
          <p:cNvPr id="6" name="Rectangle 5"/>
          <p:cNvSpPr>
            <a:spLocks noGrp="1" noChangeArrowheads="1"/>
          </p:cNvSpPr>
          <p:nvPr>
            <p:ph type="ftr" sz="quarter" idx="11"/>
          </p:nvPr>
        </p:nvSpPr>
        <p:spPr>
          <a:ln/>
        </p:spPr>
        <p:txBody>
          <a:bodyPr/>
          <a:lstStyle>
            <a:lvl1pPr>
              <a:defRPr/>
            </a:lvl1pPr>
          </a:lstStyle>
          <a:p>
            <a:endParaRPr lang="it-IT"/>
          </a:p>
        </p:txBody>
      </p:sp>
      <p:sp>
        <p:nvSpPr>
          <p:cNvPr id="7" name="Rectangle 6"/>
          <p:cNvSpPr>
            <a:spLocks noGrp="1" noChangeArrowheads="1"/>
          </p:cNvSpPr>
          <p:nvPr>
            <p:ph type="sldNum" sz="quarter" idx="12"/>
          </p:nvPr>
        </p:nvSpPr>
        <p:spPr>
          <a:ln/>
        </p:spPr>
        <p:txBody>
          <a:bodyPr/>
          <a:lstStyle>
            <a:lvl1pPr>
              <a:defRPr/>
            </a:lvl1pPr>
          </a:lstStyle>
          <a:p>
            <a:fld id="{7186D87E-6BCC-4852-A0F4-880991C1B137}" type="slidenum">
              <a:rPr lang="it-IT" smtClean="0"/>
              <a:t>‹N›</a:t>
            </a:fld>
            <a:endParaRPr lang="it-IT"/>
          </a:p>
        </p:txBody>
      </p:sp>
    </p:spTree>
    <p:extLst>
      <p:ext uri="{BB962C8B-B14F-4D97-AF65-F5344CB8AC3E}">
        <p14:creationId xmlns:p14="http://schemas.microsoft.com/office/powerpoint/2010/main" val="236359840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117" Type="http://schemas.openxmlformats.org/officeDocument/2006/relationships/slideLayout" Target="../slideLayouts/slideLayout117.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113" Type="http://schemas.openxmlformats.org/officeDocument/2006/relationships/slideLayout" Target="../slideLayouts/slideLayout113.xml"/><Relationship Id="rId118" Type="http://schemas.openxmlformats.org/officeDocument/2006/relationships/slideLayout" Target="../slideLayouts/slideLayout118.xml"/><Relationship Id="rId12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116" Type="http://schemas.openxmlformats.org/officeDocument/2006/relationships/slideLayout" Target="../slideLayouts/slideLayout116.xml"/><Relationship Id="rId124" Type="http://schemas.openxmlformats.org/officeDocument/2006/relationships/slideLayout" Target="../slideLayouts/slideLayout124.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11" Type="http://schemas.openxmlformats.org/officeDocument/2006/relationships/slideLayout" Target="../slideLayouts/slideLayout11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slideLayout" Target="../slideLayouts/slideLayout114.xml"/><Relationship Id="rId119" Type="http://schemas.openxmlformats.org/officeDocument/2006/relationships/slideLayout" Target="../slideLayouts/slideLayout119.xml"/><Relationship Id="rId127" Type="http://schemas.openxmlformats.org/officeDocument/2006/relationships/image" Target="../media/image2.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120" Type="http://schemas.openxmlformats.org/officeDocument/2006/relationships/slideLayout" Target="../slideLayouts/slideLayout120.xml"/><Relationship Id="rId125" Type="http://schemas.openxmlformats.org/officeDocument/2006/relationships/slideLayout" Target="../slideLayouts/slideLayout125.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slideLayout" Target="../slideLayouts/slideLayout115.xml"/><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it-IT" smtClean="0"/>
              <a:t>Fare clic per modificare lo stile del titolo</a:t>
            </a:r>
            <a:endParaRPr lang="en-US" dirty="0"/>
          </a:p>
        </p:txBody>
      </p:sp>
      <p:sp>
        <p:nvSpPr>
          <p:cNvPr id="1027" name="Text Placeholder 2"/>
          <p:cNvSpPr>
            <a:spLocks noGrp="1"/>
          </p:cNvSpPr>
          <p:nvPr>
            <p:ph type="body" idx="1"/>
          </p:nvPr>
        </p:nvSpPr>
        <p:spPr bwMode="auto">
          <a:xfrm>
            <a:off x="457200" y="1600200"/>
            <a:ext cx="762000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en-US" smtClean="0"/>
          </a:p>
        </p:txBody>
      </p:sp>
      <p:sp>
        <p:nvSpPr>
          <p:cNvPr id="7" name="Rectangle 6"/>
          <p:cNvSpPr/>
          <p:nvPr/>
        </p:nvSpPr>
        <p:spPr>
          <a:xfrm>
            <a:off x="8458200" y="0"/>
            <a:ext cx="685800" cy="6858000"/>
          </a:xfrm>
          <a:prstGeom prst="rect">
            <a:avLst/>
          </a:prstGeom>
          <a:gradFill>
            <a:gsLst>
              <a:gs pos="0">
                <a:schemeClr val="bg1"/>
              </a:gs>
              <a:gs pos="50000">
                <a:schemeClr val="bg1"/>
              </a:gs>
              <a:gs pos="100000">
                <a:schemeClr val="bg1">
                  <a:lumMod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6" name="Slide Number Placeholder 5"/>
          <p:cNvSpPr>
            <a:spLocks noGrp="1"/>
          </p:cNvSpPr>
          <p:nvPr>
            <p:ph type="sldNum" sz="quarter" idx="4"/>
          </p:nvPr>
        </p:nvSpPr>
        <p:spPr>
          <a:xfrm>
            <a:off x="8491538" y="6165850"/>
            <a:ext cx="611187" cy="600075"/>
          </a:xfrm>
          <a:prstGeom prst="ellipse">
            <a:avLst/>
          </a:prstGeom>
          <a:ln w="19050">
            <a:gradFill>
              <a:gsLst>
                <a:gs pos="0">
                  <a:schemeClr val="accent1"/>
                </a:gs>
                <a:gs pos="89000">
                  <a:srgbClr val="F2DBDB"/>
                </a:gs>
                <a:gs pos="78000">
                  <a:srgbClr val="F0D7D7"/>
                </a:gs>
                <a:gs pos="56000">
                  <a:srgbClr val="EDCECE"/>
                </a:gs>
                <a:gs pos="12000">
                  <a:schemeClr val="accent1">
                    <a:tint val="44500"/>
                    <a:satMod val="160000"/>
                  </a:schemeClr>
                </a:gs>
                <a:gs pos="100000">
                  <a:schemeClr val="accent1">
                    <a:tint val="23500"/>
                    <a:satMod val="160000"/>
                  </a:schemeClr>
                </a:gs>
              </a:gsLst>
              <a:lin ang="5400000" scaled="0"/>
            </a:gradFill>
          </a:ln>
          <a:effectLst>
            <a:innerShdw blurRad="114300">
              <a:prstClr val="black"/>
            </a:innerShdw>
          </a:effectLst>
          <a:scene3d>
            <a:camera prst="orthographicFront"/>
            <a:lightRig rig="threePt" dir="t"/>
          </a:scene3d>
          <a:sp3d extrusionH="12700"/>
        </p:spPr>
        <p:txBody>
          <a:bodyPr vert="horz" lIns="0" tIns="0" rIns="0" bIns="0" rtlCol="0" anchor="ctr">
            <a:sp3d extrusionH="57150">
              <a:bevelT w="69850" h="38100" prst="cross"/>
            </a:sp3d>
          </a:bodyPr>
          <a:lstStyle>
            <a:lvl1pPr algn="ctr" fontAlgn="auto">
              <a:spcBef>
                <a:spcPts val="0"/>
              </a:spcBef>
              <a:spcAft>
                <a:spcPts val="0"/>
              </a:spcAft>
              <a:defRPr sz="1800" smtClean="0">
                <a:solidFill>
                  <a:srgbClr val="FFFFFF"/>
                </a:solidFill>
                <a:effectLst>
                  <a:outerShdw blurRad="50800" dist="38100" dir="2700000" algn="tl" rotWithShape="0">
                    <a:prstClr val="black">
                      <a:alpha val="40000"/>
                    </a:prstClr>
                  </a:outerShdw>
                </a:effectLst>
                <a:latin typeface="+mn-lt"/>
                <a:cs typeface="+mn-cs"/>
              </a:defRPr>
            </a:lvl1pPr>
          </a:lstStyle>
          <a:p>
            <a:fld id="{7186D87E-6BCC-4852-A0F4-880991C1B137}" type="slidenum">
              <a:rPr lang="it-IT" smtClean="0"/>
              <a:t>‹N›</a:t>
            </a:fld>
            <a:endParaRPr lang="it-IT"/>
          </a:p>
        </p:txBody>
      </p:sp>
      <p:sp>
        <p:nvSpPr>
          <p:cNvPr id="5" name="Footer Placeholder 4"/>
          <p:cNvSpPr>
            <a:spLocks noGrp="1"/>
          </p:cNvSpPr>
          <p:nvPr>
            <p:ph type="ftr" sz="quarter" idx="3"/>
          </p:nvPr>
        </p:nvSpPr>
        <p:spPr>
          <a:xfrm rot="16200000">
            <a:off x="8292306" y="3344069"/>
            <a:ext cx="957263" cy="365125"/>
          </a:xfrm>
          <a:prstGeom prst="rect">
            <a:avLst/>
          </a:prstGeom>
        </p:spPr>
        <p:txBody>
          <a:bodyPr vert="horz" lIns="91440" tIns="45720" rIns="91440" bIns="45720" rtlCol="0" anchor="ctr"/>
          <a:lstStyle>
            <a:lvl1pPr algn="r" fontAlgn="auto">
              <a:spcBef>
                <a:spcPts val="0"/>
              </a:spcBef>
              <a:spcAft>
                <a:spcPts val="0"/>
              </a:spcAft>
              <a:defRPr sz="1200">
                <a:solidFill>
                  <a:schemeClr val="bg2"/>
                </a:solidFill>
                <a:latin typeface="+mn-lt"/>
                <a:cs typeface="+mn-cs"/>
              </a:defRPr>
            </a:lvl1pPr>
          </a:lstStyle>
          <a:p>
            <a:endParaRPr lang="it-IT"/>
          </a:p>
        </p:txBody>
      </p:sp>
      <p:sp>
        <p:nvSpPr>
          <p:cNvPr id="4" name="Date Placeholder 3"/>
          <p:cNvSpPr>
            <a:spLocks noGrp="1"/>
          </p:cNvSpPr>
          <p:nvPr>
            <p:ph type="dt" sz="half" idx="2"/>
          </p:nvPr>
        </p:nvSpPr>
        <p:spPr>
          <a:xfrm rot="16200000">
            <a:off x="7551738" y="1585318"/>
            <a:ext cx="24384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2"/>
                </a:solidFill>
                <a:latin typeface="+mn-lt"/>
                <a:cs typeface="+mn-cs"/>
              </a:defRPr>
            </a:lvl1pPr>
          </a:lstStyle>
          <a:p>
            <a:fld id="{7B638AA2-DA93-4E3A-8806-56BAFC4173C8}" type="datetime1">
              <a:rPr lang="it-IT" smtClean="0"/>
              <a:t>30/11/2015</a:t>
            </a:fld>
            <a:endParaRPr lang="it-IT"/>
          </a:p>
        </p:txBody>
      </p:sp>
      <p:pic>
        <p:nvPicPr>
          <p:cNvPr id="10" name="Immagine 9" descr="LogoPiccolo.png"/>
          <p:cNvPicPr>
            <a:picLocks noChangeAspect="1"/>
          </p:cNvPicPr>
          <p:nvPr/>
        </p:nvPicPr>
        <p:blipFill>
          <a:blip r:embed="rId127" cstate="print"/>
          <a:stretch>
            <a:fillRect/>
          </a:stretch>
        </p:blipFill>
        <p:spPr>
          <a:xfrm rot="5400000">
            <a:off x="6857587" y="3591685"/>
            <a:ext cx="4032448" cy="970774"/>
          </a:xfrm>
          <a:prstGeom prst="rect">
            <a:avLst/>
          </a:prstGeom>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80" r:id="rId13"/>
    <p:sldLayoutId id="2147483681" r:id="rId14"/>
    <p:sldLayoutId id="2147483682" r:id="rId15"/>
    <p:sldLayoutId id="2147483683" r:id="rId16"/>
    <p:sldLayoutId id="2147483684" r:id="rId17"/>
    <p:sldLayoutId id="2147483685" r:id="rId18"/>
    <p:sldLayoutId id="2147483686" r:id="rId19"/>
    <p:sldLayoutId id="2147483687" r:id="rId20"/>
    <p:sldLayoutId id="2147483688" r:id="rId21"/>
    <p:sldLayoutId id="2147483689" r:id="rId22"/>
    <p:sldLayoutId id="2147483690" r:id="rId23"/>
    <p:sldLayoutId id="2147483691" r:id="rId24"/>
    <p:sldLayoutId id="2147483692" r:id="rId25"/>
    <p:sldLayoutId id="2147483693" r:id="rId26"/>
    <p:sldLayoutId id="2147483694" r:id="rId27"/>
    <p:sldLayoutId id="2147483695" r:id="rId28"/>
    <p:sldLayoutId id="2147483696" r:id="rId29"/>
    <p:sldLayoutId id="2147483697" r:id="rId30"/>
    <p:sldLayoutId id="2147483698" r:id="rId31"/>
    <p:sldLayoutId id="2147483699" r:id="rId32"/>
    <p:sldLayoutId id="2147483700" r:id="rId33"/>
    <p:sldLayoutId id="2147483701" r:id="rId34"/>
    <p:sldLayoutId id="2147483702" r:id="rId35"/>
    <p:sldLayoutId id="2147483703" r:id="rId36"/>
    <p:sldLayoutId id="2147483704" r:id="rId37"/>
    <p:sldLayoutId id="2147483705" r:id="rId38"/>
    <p:sldLayoutId id="2147483706" r:id="rId39"/>
    <p:sldLayoutId id="2147483707" r:id="rId40"/>
    <p:sldLayoutId id="2147483708" r:id="rId41"/>
    <p:sldLayoutId id="2147483709" r:id="rId42"/>
    <p:sldLayoutId id="2147483710" r:id="rId43"/>
    <p:sldLayoutId id="2147483711" r:id="rId44"/>
    <p:sldLayoutId id="2147483712" r:id="rId45"/>
    <p:sldLayoutId id="2147483713" r:id="rId46"/>
    <p:sldLayoutId id="2147483714" r:id="rId47"/>
    <p:sldLayoutId id="2147483715" r:id="rId48"/>
    <p:sldLayoutId id="2147483716" r:id="rId49"/>
    <p:sldLayoutId id="2147483717" r:id="rId50"/>
    <p:sldLayoutId id="2147483718" r:id="rId51"/>
    <p:sldLayoutId id="2147483719" r:id="rId52"/>
    <p:sldLayoutId id="2147483720" r:id="rId53"/>
    <p:sldLayoutId id="2147483721" r:id="rId54"/>
    <p:sldLayoutId id="2147483722" r:id="rId55"/>
    <p:sldLayoutId id="2147483723" r:id="rId56"/>
    <p:sldLayoutId id="2147483724" r:id="rId57"/>
    <p:sldLayoutId id="2147483725" r:id="rId58"/>
    <p:sldLayoutId id="2147483726" r:id="rId59"/>
    <p:sldLayoutId id="2147483727" r:id="rId60"/>
    <p:sldLayoutId id="2147483728" r:id="rId61"/>
    <p:sldLayoutId id="2147483729" r:id="rId62"/>
    <p:sldLayoutId id="2147483730" r:id="rId63"/>
    <p:sldLayoutId id="2147483731" r:id="rId64"/>
    <p:sldLayoutId id="2147483732" r:id="rId65"/>
    <p:sldLayoutId id="2147483733" r:id="rId66"/>
    <p:sldLayoutId id="2147483734" r:id="rId67"/>
    <p:sldLayoutId id="2147483735" r:id="rId68"/>
    <p:sldLayoutId id="2147483736" r:id="rId69"/>
    <p:sldLayoutId id="2147483737" r:id="rId70"/>
    <p:sldLayoutId id="2147483738" r:id="rId71"/>
    <p:sldLayoutId id="2147483739" r:id="rId72"/>
    <p:sldLayoutId id="2147483740" r:id="rId73"/>
    <p:sldLayoutId id="2147483741" r:id="rId74"/>
    <p:sldLayoutId id="2147483742" r:id="rId75"/>
    <p:sldLayoutId id="2147483743" r:id="rId76"/>
    <p:sldLayoutId id="2147483744" r:id="rId77"/>
    <p:sldLayoutId id="2147483745" r:id="rId78"/>
    <p:sldLayoutId id="2147483746" r:id="rId79"/>
    <p:sldLayoutId id="2147483747" r:id="rId80"/>
    <p:sldLayoutId id="2147483748" r:id="rId81"/>
    <p:sldLayoutId id="2147483749" r:id="rId82"/>
    <p:sldLayoutId id="2147483750" r:id="rId83"/>
    <p:sldLayoutId id="2147483751" r:id="rId84"/>
    <p:sldLayoutId id="2147483752" r:id="rId85"/>
    <p:sldLayoutId id="2147483753" r:id="rId86"/>
    <p:sldLayoutId id="2147483754" r:id="rId87"/>
    <p:sldLayoutId id="2147483755" r:id="rId88"/>
    <p:sldLayoutId id="2147483756" r:id="rId89"/>
    <p:sldLayoutId id="2147483757" r:id="rId90"/>
    <p:sldLayoutId id="2147483758" r:id="rId91"/>
    <p:sldLayoutId id="2147483759" r:id="rId92"/>
    <p:sldLayoutId id="2147483760" r:id="rId93"/>
    <p:sldLayoutId id="2147483761" r:id="rId94"/>
    <p:sldLayoutId id="2147483762" r:id="rId95"/>
    <p:sldLayoutId id="2147483763" r:id="rId96"/>
    <p:sldLayoutId id="2147483764" r:id="rId97"/>
    <p:sldLayoutId id="2147483765" r:id="rId98"/>
    <p:sldLayoutId id="2147483766" r:id="rId99"/>
    <p:sldLayoutId id="2147483767" r:id="rId100"/>
    <p:sldLayoutId id="2147483768" r:id="rId101"/>
    <p:sldLayoutId id="2147483769" r:id="rId102"/>
    <p:sldLayoutId id="2147483770" r:id="rId103"/>
    <p:sldLayoutId id="2147483771" r:id="rId104"/>
    <p:sldLayoutId id="2147483772" r:id="rId105"/>
    <p:sldLayoutId id="2147483773" r:id="rId106"/>
    <p:sldLayoutId id="2147483774" r:id="rId107"/>
    <p:sldLayoutId id="2147483775" r:id="rId108"/>
    <p:sldLayoutId id="2147483776" r:id="rId109"/>
    <p:sldLayoutId id="2147483777" r:id="rId110"/>
    <p:sldLayoutId id="2147483778" r:id="rId111"/>
    <p:sldLayoutId id="2147483779" r:id="rId112"/>
    <p:sldLayoutId id="2147483780" r:id="rId113"/>
    <p:sldLayoutId id="2147483781" r:id="rId114"/>
    <p:sldLayoutId id="2147483782" r:id="rId115"/>
    <p:sldLayoutId id="2147483783" r:id="rId116"/>
    <p:sldLayoutId id="2147483784" r:id="rId117"/>
    <p:sldLayoutId id="2147483785" r:id="rId118"/>
    <p:sldLayoutId id="2147483786" r:id="rId119"/>
    <p:sldLayoutId id="2147483787" r:id="rId120"/>
    <p:sldLayoutId id="2147483788" r:id="rId121"/>
    <p:sldLayoutId id="2147483789" r:id="rId122"/>
    <p:sldLayoutId id="2147483790" r:id="rId123"/>
    <p:sldLayoutId id="2147483791" r:id="rId124"/>
    <p:sldLayoutId id="2147483792" r:id="rId125"/>
  </p:sldLayoutIdLst>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hf hdr="0" ftr="0" dt="0"/>
  <p:txStyles>
    <p:titleStyle>
      <a:lvl1pPr algn="l" rtl="0" eaLnBrk="1" fontAlgn="base" hangingPunct="1">
        <a:spcBef>
          <a:spcPct val="0"/>
        </a:spcBef>
        <a:spcAft>
          <a:spcPct val="0"/>
        </a:spcAft>
        <a:defRPr sz="4600" kern="1200" spc="-100">
          <a:solidFill>
            <a:schemeClr val="tx2"/>
          </a:solidFill>
          <a:latin typeface="+mj-lt"/>
          <a:ea typeface="+mj-ea"/>
          <a:cs typeface="+mj-cs"/>
        </a:defRPr>
      </a:lvl1pPr>
      <a:lvl2pPr algn="l" rtl="0" eaLnBrk="1" fontAlgn="base" hangingPunct="1">
        <a:spcBef>
          <a:spcPct val="0"/>
        </a:spcBef>
        <a:spcAft>
          <a:spcPct val="0"/>
        </a:spcAft>
        <a:defRPr sz="4600">
          <a:solidFill>
            <a:schemeClr val="tx2"/>
          </a:solidFill>
          <a:latin typeface="Cambria" pitchFamily="18" charset="0"/>
        </a:defRPr>
      </a:lvl2pPr>
      <a:lvl3pPr algn="l" rtl="0" eaLnBrk="1" fontAlgn="base" hangingPunct="1">
        <a:spcBef>
          <a:spcPct val="0"/>
        </a:spcBef>
        <a:spcAft>
          <a:spcPct val="0"/>
        </a:spcAft>
        <a:defRPr sz="4600">
          <a:solidFill>
            <a:schemeClr val="tx2"/>
          </a:solidFill>
          <a:latin typeface="Cambria" pitchFamily="18" charset="0"/>
        </a:defRPr>
      </a:lvl3pPr>
      <a:lvl4pPr algn="l" rtl="0" eaLnBrk="1" fontAlgn="base" hangingPunct="1">
        <a:spcBef>
          <a:spcPct val="0"/>
        </a:spcBef>
        <a:spcAft>
          <a:spcPct val="0"/>
        </a:spcAft>
        <a:defRPr sz="4600">
          <a:solidFill>
            <a:schemeClr val="tx2"/>
          </a:solidFill>
          <a:latin typeface="Cambria" pitchFamily="18" charset="0"/>
        </a:defRPr>
      </a:lvl4pPr>
      <a:lvl5pPr algn="l" rtl="0" eaLnBrk="1" fontAlgn="base" hangingPunct="1">
        <a:spcBef>
          <a:spcPct val="0"/>
        </a:spcBef>
        <a:spcAft>
          <a:spcPct val="0"/>
        </a:spcAft>
        <a:defRPr sz="4600">
          <a:solidFill>
            <a:schemeClr val="tx2"/>
          </a:solidFill>
          <a:latin typeface="Cambria" pitchFamily="18" charset="0"/>
        </a:defRPr>
      </a:lvl5pPr>
      <a:lvl6pPr marL="457200" algn="l" rtl="0" eaLnBrk="1" fontAlgn="base" hangingPunct="1">
        <a:spcBef>
          <a:spcPct val="0"/>
        </a:spcBef>
        <a:spcAft>
          <a:spcPct val="0"/>
        </a:spcAft>
        <a:defRPr sz="4600">
          <a:solidFill>
            <a:schemeClr val="tx2"/>
          </a:solidFill>
          <a:latin typeface="Cambria" pitchFamily="18" charset="0"/>
        </a:defRPr>
      </a:lvl6pPr>
      <a:lvl7pPr marL="914400" algn="l" rtl="0" eaLnBrk="1" fontAlgn="base" hangingPunct="1">
        <a:spcBef>
          <a:spcPct val="0"/>
        </a:spcBef>
        <a:spcAft>
          <a:spcPct val="0"/>
        </a:spcAft>
        <a:defRPr sz="4600">
          <a:solidFill>
            <a:schemeClr val="tx2"/>
          </a:solidFill>
          <a:latin typeface="Cambria" pitchFamily="18" charset="0"/>
        </a:defRPr>
      </a:lvl7pPr>
      <a:lvl8pPr marL="1371600" algn="l" rtl="0" eaLnBrk="1" fontAlgn="base" hangingPunct="1">
        <a:spcBef>
          <a:spcPct val="0"/>
        </a:spcBef>
        <a:spcAft>
          <a:spcPct val="0"/>
        </a:spcAft>
        <a:defRPr sz="4600">
          <a:solidFill>
            <a:schemeClr val="tx2"/>
          </a:solidFill>
          <a:latin typeface="Cambria" pitchFamily="18" charset="0"/>
        </a:defRPr>
      </a:lvl8pPr>
      <a:lvl9pPr marL="1828800" algn="l" rtl="0" eaLnBrk="1" fontAlgn="base" hangingPunct="1">
        <a:spcBef>
          <a:spcPct val="0"/>
        </a:spcBef>
        <a:spcAft>
          <a:spcPct val="0"/>
        </a:spcAft>
        <a:defRPr sz="4600">
          <a:solidFill>
            <a:schemeClr val="tx2"/>
          </a:solidFill>
          <a:latin typeface="Cambria" pitchFamily="18" charset="0"/>
        </a:defRPr>
      </a:lvl9pPr>
    </p:titleStyle>
    <p:bodyStyle>
      <a:lvl1pPr marL="342900" indent="-228600" algn="l" rtl="0" eaLnBrk="1" fontAlgn="base" hangingPunct="1">
        <a:spcBef>
          <a:spcPct val="20000"/>
        </a:spcBef>
        <a:spcAft>
          <a:spcPct val="0"/>
        </a:spcAft>
        <a:buClr>
          <a:schemeClr val="accent1"/>
        </a:buClr>
        <a:buFont typeface="Arial" charset="0"/>
        <a:buChar char="•"/>
        <a:defRPr sz="2200" kern="1200">
          <a:solidFill>
            <a:schemeClr val="tx1"/>
          </a:solidFill>
          <a:latin typeface="+mn-lt"/>
          <a:ea typeface="+mn-ea"/>
          <a:cs typeface="+mn-cs"/>
        </a:defRPr>
      </a:lvl1pPr>
      <a:lvl2pPr marL="639763" indent="-228600" algn="l" rtl="0" eaLnBrk="1" fontAlgn="base" hangingPunct="1">
        <a:spcBef>
          <a:spcPct val="20000"/>
        </a:spcBef>
        <a:spcAft>
          <a:spcPct val="0"/>
        </a:spcAft>
        <a:buClr>
          <a:schemeClr val="accent2"/>
        </a:buClr>
        <a:buFont typeface="Arial" charset="0"/>
        <a:buChar char="•"/>
        <a:defRPr sz="2000" kern="1200">
          <a:solidFill>
            <a:schemeClr val="tx1"/>
          </a:solidFill>
          <a:latin typeface="+mn-lt"/>
          <a:ea typeface="+mn-ea"/>
          <a:cs typeface="+mn-cs"/>
        </a:defRPr>
      </a:lvl2pPr>
      <a:lvl3pPr marL="1004888" indent="-228600" algn="l" rtl="0" eaLnBrk="1" fontAlgn="base" hangingPunct="1">
        <a:spcBef>
          <a:spcPct val="20000"/>
        </a:spcBef>
        <a:spcAft>
          <a:spcPct val="0"/>
        </a:spcAft>
        <a:buClr>
          <a:srgbClr val="AC956E"/>
        </a:buClr>
        <a:buFont typeface="Arial" charset="0"/>
        <a:buChar char="•"/>
        <a:defRPr kern="1200">
          <a:solidFill>
            <a:schemeClr val="tx1"/>
          </a:solidFill>
          <a:latin typeface="+mn-lt"/>
          <a:ea typeface="+mn-ea"/>
          <a:cs typeface="+mn-cs"/>
        </a:defRPr>
      </a:lvl3pPr>
      <a:lvl4pPr marL="1279525" indent="-228600" algn="l" rtl="0" eaLnBrk="1" fontAlgn="base" hangingPunct="1">
        <a:spcBef>
          <a:spcPct val="20000"/>
        </a:spcBef>
        <a:spcAft>
          <a:spcPct val="0"/>
        </a:spcAft>
        <a:buClr>
          <a:srgbClr val="808DA9"/>
        </a:buClr>
        <a:buFont typeface="Arial" charset="0"/>
        <a:buChar char="•"/>
        <a:defRPr sz="1600" kern="1200">
          <a:solidFill>
            <a:schemeClr val="tx1"/>
          </a:solidFill>
          <a:latin typeface="+mn-lt"/>
          <a:ea typeface="+mn-ea"/>
          <a:cs typeface="+mn-cs"/>
        </a:defRPr>
      </a:lvl4pPr>
      <a:lvl5pPr marL="1554163" indent="-228600" algn="l" rtl="0" eaLnBrk="1" fontAlgn="base" hangingPunct="1">
        <a:spcBef>
          <a:spcPct val="20000"/>
        </a:spcBef>
        <a:spcAft>
          <a:spcPct val="0"/>
        </a:spcAft>
        <a:buClr>
          <a:srgbClr val="424E5B"/>
        </a:buClr>
        <a:buFont typeface="Arial" charset="0"/>
        <a:buChar char="•"/>
        <a:defRPr sz="1400" kern="120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jpe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3.x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hyperlink" Target="mailto:a.mattavelli@studio-mattavelli.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olo 1"/>
          <p:cNvSpPr>
            <a:spLocks noGrp="1"/>
          </p:cNvSpPr>
          <p:nvPr>
            <p:ph type="ctrTitle"/>
          </p:nvPr>
        </p:nvSpPr>
        <p:spPr>
          <a:xfrm>
            <a:off x="255984" y="3903189"/>
            <a:ext cx="7916416" cy="821955"/>
          </a:xfrm>
        </p:spPr>
        <p:txBody>
          <a:bodyPr>
            <a:noAutofit/>
          </a:bodyPr>
          <a:lstStyle/>
          <a:p>
            <a:pPr algn="ctr"/>
            <a:r>
              <a:rPr lang="it-IT" sz="6000" dirty="0" smtClean="0">
                <a:solidFill>
                  <a:schemeClr val="tx1">
                    <a:lumMod val="85000"/>
                    <a:lumOff val="15000"/>
                  </a:schemeClr>
                </a:solidFill>
                <a:effectLst>
                  <a:outerShdw blurRad="38100" dist="38100" dir="2700000" algn="tl">
                    <a:srgbClr val="000000">
                      <a:alpha val="43137"/>
                    </a:srgbClr>
                  </a:outerShdw>
                </a:effectLst>
              </a:rPr>
              <a:t>MAGAZZINO</a:t>
            </a:r>
            <a:endParaRPr lang="it-IT" sz="4400" dirty="0">
              <a:solidFill>
                <a:schemeClr val="tx1">
                  <a:lumMod val="85000"/>
                  <a:lumOff val="15000"/>
                </a:schemeClr>
              </a:solidFill>
              <a:effectLst>
                <a:outerShdw blurRad="38100" dist="38100" dir="2700000" algn="tl">
                  <a:srgbClr val="000000">
                    <a:alpha val="43137"/>
                  </a:srgbClr>
                </a:outerShdw>
              </a:effectLst>
            </a:endParaRPr>
          </a:p>
        </p:txBody>
      </p:sp>
      <p:pic>
        <p:nvPicPr>
          <p:cNvPr id="1027" name="Picture 3" descr="C:\Users\utente\AppData\Local\Microsoft\Windows\Temporary Internet Files\Content.IE5\0QYNHD17\MC900233083[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92080" y="332655"/>
            <a:ext cx="2902975" cy="2956579"/>
          </a:xfrm>
          <a:prstGeom prst="rect">
            <a:avLst/>
          </a:prstGeom>
          <a:noFill/>
          <a:extLst>
            <a:ext uri="{909E8E84-426E-40DD-AFC4-6F175D3DCCD1}">
              <a14:hiddenFill xmlns:a14="http://schemas.microsoft.com/office/drawing/2010/main">
                <a:solidFill>
                  <a:srgbClr val="FFFFFF"/>
                </a:solidFill>
              </a14:hiddenFill>
            </a:ext>
          </a:extLst>
        </p:spPr>
      </p:pic>
      <p:sp>
        <p:nvSpPr>
          <p:cNvPr id="7" name="Sottotitolo 2"/>
          <p:cNvSpPr>
            <a:spLocks noGrp="1"/>
          </p:cNvSpPr>
          <p:nvPr>
            <p:ph type="subTitle" idx="1"/>
          </p:nvPr>
        </p:nvSpPr>
        <p:spPr>
          <a:xfrm>
            <a:off x="214283" y="5661248"/>
            <a:ext cx="3000396" cy="785818"/>
          </a:xfrm>
          <a:ln>
            <a:noFill/>
          </a:ln>
          <a:effectLst>
            <a:glow rad="101600">
              <a:schemeClr val="tx2">
                <a:lumMod val="25000"/>
                <a:lumOff val="75000"/>
                <a:alpha val="40000"/>
              </a:schemeClr>
            </a:glow>
          </a:effectLst>
        </p:spPr>
        <p:txBody>
          <a:bodyPr>
            <a:noAutofit/>
          </a:bodyPr>
          <a:lstStyle/>
          <a:p>
            <a:pPr algn="l"/>
            <a:r>
              <a:rPr lang="it-IT" sz="1400" dirty="0" smtClean="0">
                <a:solidFill>
                  <a:schemeClr val="bg2">
                    <a:lumMod val="50000"/>
                  </a:schemeClr>
                </a:solidFill>
              </a:rPr>
              <a:t>Relatore:</a:t>
            </a:r>
          </a:p>
          <a:p>
            <a:r>
              <a:rPr lang="it-IT" sz="1600" dirty="0" smtClean="0">
                <a:solidFill>
                  <a:schemeClr val="bg2">
                    <a:lumMod val="50000"/>
                  </a:schemeClr>
                </a:solidFill>
              </a:rPr>
              <a:t>Alessandro Mattavelli</a:t>
            </a:r>
          </a:p>
          <a:p>
            <a:r>
              <a:rPr lang="it-IT" sz="1400" i="1" dirty="0" smtClean="0">
                <a:solidFill>
                  <a:schemeClr val="bg2">
                    <a:lumMod val="50000"/>
                  </a:schemeClr>
                </a:solidFill>
              </a:rPr>
              <a:t>Dottore Commercialista</a:t>
            </a:r>
            <a:endParaRPr lang="it-IT" sz="1400" i="1" dirty="0">
              <a:solidFill>
                <a:schemeClr val="bg2">
                  <a:lumMod val="50000"/>
                </a:schemeClr>
              </a:solidFill>
            </a:endParaRPr>
          </a:p>
        </p:txBody>
      </p:sp>
    </p:spTree>
    <p:extLst>
      <p:ext uri="{BB962C8B-B14F-4D97-AF65-F5344CB8AC3E}">
        <p14:creationId xmlns:p14="http://schemas.microsoft.com/office/powerpoint/2010/main" val="36888477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20352" y="-18256"/>
            <a:ext cx="7620000" cy="1143000"/>
          </a:xfrm>
        </p:spPr>
        <p:txBody>
          <a:bodyPr>
            <a:normAutofit/>
          </a:bodyPr>
          <a:lstStyle/>
          <a:p>
            <a:r>
              <a:rPr lang="it-IT" sz="4400" i="1" dirty="0" smtClean="0">
                <a:solidFill>
                  <a:schemeClr val="tx1">
                    <a:lumMod val="85000"/>
                    <a:lumOff val="15000"/>
                  </a:schemeClr>
                </a:solidFill>
                <a:effectLst>
                  <a:outerShdw blurRad="38100" dist="38100" dir="2700000" algn="tl">
                    <a:srgbClr val="000000">
                      <a:alpha val="43137"/>
                    </a:srgbClr>
                  </a:outerShdw>
                </a:effectLst>
              </a:rPr>
              <a:t>Di cosa ci occuperemo:</a:t>
            </a:r>
            <a:endParaRPr lang="it-IT" sz="4400" i="1" dirty="0">
              <a:solidFill>
                <a:schemeClr val="tx1">
                  <a:lumMod val="85000"/>
                  <a:lumOff val="15000"/>
                </a:schemeClr>
              </a:solidFill>
              <a:effectLst>
                <a:outerShdw blurRad="38100" dist="38100" dir="2700000" algn="tl">
                  <a:srgbClr val="000000">
                    <a:alpha val="43137"/>
                  </a:srgbClr>
                </a:outerShdw>
              </a:effectLst>
            </a:endParaRPr>
          </a:p>
        </p:txBody>
      </p:sp>
      <p:sp>
        <p:nvSpPr>
          <p:cNvPr id="3" name="Segnaposto contenuto 2"/>
          <p:cNvSpPr>
            <a:spLocks noGrp="1"/>
          </p:cNvSpPr>
          <p:nvPr>
            <p:ph idx="1"/>
          </p:nvPr>
        </p:nvSpPr>
        <p:spPr>
          <a:xfrm>
            <a:off x="251519" y="2420888"/>
            <a:ext cx="7920881" cy="3312368"/>
          </a:xfrm>
        </p:spPr>
        <p:txBody>
          <a:bodyPr/>
          <a:lstStyle/>
          <a:p>
            <a:r>
              <a:rPr lang="it-IT" dirty="0" smtClean="0"/>
              <a:t>Viabilità e movimentazione interna di merci</a:t>
            </a:r>
          </a:p>
          <a:p>
            <a:r>
              <a:rPr lang="it-IT" dirty="0" smtClean="0"/>
              <a:t>Beni in conto visione</a:t>
            </a:r>
            <a:endParaRPr lang="it-IT" dirty="0" smtClean="0"/>
          </a:p>
          <a:p>
            <a:r>
              <a:rPr lang="it-IT" dirty="0" smtClean="0"/>
              <a:t>Distruzione delle merci</a:t>
            </a:r>
          </a:p>
          <a:p>
            <a:r>
              <a:rPr lang="it-IT" dirty="0" smtClean="0"/>
              <a:t>Metodo LIFO, FIFO e costo medio ponderato</a:t>
            </a:r>
          </a:p>
          <a:p>
            <a:r>
              <a:rPr lang="it-IT" dirty="0" smtClean="0"/>
              <a:t>Calcolo quantitativo delle scorte</a:t>
            </a:r>
            <a:endParaRPr lang="it-IT" dirty="0" smtClean="0"/>
          </a:p>
        </p:txBody>
      </p:sp>
      <p:sp>
        <p:nvSpPr>
          <p:cNvPr id="4" name="Segnaposto numero diapositiva 3"/>
          <p:cNvSpPr>
            <a:spLocks noGrp="1"/>
          </p:cNvSpPr>
          <p:nvPr>
            <p:ph type="sldNum" sz="quarter" idx="10"/>
          </p:nvPr>
        </p:nvSpPr>
        <p:spPr/>
        <p:txBody>
          <a:bodyPr/>
          <a:lstStyle/>
          <a:p>
            <a:pPr>
              <a:defRPr/>
            </a:pPr>
            <a:fld id="{26978650-D458-4131-8FFE-A9EE17D08174}" type="slidenum">
              <a:rPr lang="it-IT" smtClean="0"/>
              <a:pPr>
                <a:defRPr/>
              </a:pPr>
              <a:t>2</a:t>
            </a:fld>
            <a:endParaRPr lang="it-IT" dirty="0"/>
          </a:p>
        </p:txBody>
      </p:sp>
    </p:spTree>
    <p:extLst>
      <p:ext uri="{BB962C8B-B14F-4D97-AF65-F5344CB8AC3E}">
        <p14:creationId xmlns:p14="http://schemas.microsoft.com/office/powerpoint/2010/main" val="11323981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3</a:t>
            </a:fld>
            <a:endParaRPr lang="it-IT"/>
          </a:p>
        </p:txBody>
      </p:sp>
      <p:sp>
        <p:nvSpPr>
          <p:cNvPr id="7" name="Titolo 1"/>
          <p:cNvSpPr txBox="1">
            <a:spLocks/>
          </p:cNvSpPr>
          <p:nvPr/>
        </p:nvSpPr>
        <p:spPr>
          <a:xfrm>
            <a:off x="251520" y="4221088"/>
            <a:ext cx="7920880" cy="1512168"/>
          </a:xfrm>
          <a:prstGeom prst="rect">
            <a:avLst/>
          </a:prstGeom>
        </p:spPr>
        <p:txBody>
          <a:bodyPr vert="horz" lIns="91440" tIns="45720" rIns="91440" bIns="45720" rtlCol="0" anchor="ctr">
            <a:noAutofit/>
          </a:bodyPr>
          <a:lstStyle>
            <a:lvl1pPr algn="ctr" rtl="0" eaLnBrk="1" fontAlgn="base" hangingPunct="1">
              <a:spcBef>
                <a:spcPct val="0"/>
              </a:spcBef>
              <a:spcAft>
                <a:spcPct val="0"/>
              </a:spcAft>
              <a:defRPr lang="en-US" sz="3600" kern="1200" spc="-100" dirty="0">
                <a:solidFill>
                  <a:schemeClr val="tx1">
                    <a:lumMod val="85000"/>
                    <a:lumOff val="15000"/>
                  </a:schemeClr>
                </a:solidFill>
                <a:effectLst>
                  <a:outerShdw blurRad="38100" dist="38100" dir="2700000" algn="tl">
                    <a:srgbClr val="000000">
                      <a:alpha val="43137"/>
                    </a:srgbClr>
                  </a:outerShdw>
                </a:effectLst>
                <a:latin typeface="+mj-lt"/>
                <a:ea typeface="+mn-ea"/>
                <a:cs typeface="+mn-cs"/>
              </a:defRPr>
            </a:lvl1pPr>
            <a:lvl2pPr algn="l" rtl="0" eaLnBrk="1" fontAlgn="base" hangingPunct="1">
              <a:spcBef>
                <a:spcPct val="0"/>
              </a:spcBef>
              <a:spcAft>
                <a:spcPct val="0"/>
              </a:spcAft>
              <a:defRPr sz="4600">
                <a:solidFill>
                  <a:schemeClr val="tx2"/>
                </a:solidFill>
                <a:latin typeface="Cambria" pitchFamily="18" charset="0"/>
              </a:defRPr>
            </a:lvl2pPr>
            <a:lvl3pPr algn="l" rtl="0" eaLnBrk="1" fontAlgn="base" hangingPunct="1">
              <a:spcBef>
                <a:spcPct val="0"/>
              </a:spcBef>
              <a:spcAft>
                <a:spcPct val="0"/>
              </a:spcAft>
              <a:defRPr sz="4600">
                <a:solidFill>
                  <a:schemeClr val="tx2"/>
                </a:solidFill>
                <a:latin typeface="Cambria" pitchFamily="18" charset="0"/>
              </a:defRPr>
            </a:lvl3pPr>
            <a:lvl4pPr algn="l" rtl="0" eaLnBrk="1" fontAlgn="base" hangingPunct="1">
              <a:spcBef>
                <a:spcPct val="0"/>
              </a:spcBef>
              <a:spcAft>
                <a:spcPct val="0"/>
              </a:spcAft>
              <a:defRPr sz="4600">
                <a:solidFill>
                  <a:schemeClr val="tx2"/>
                </a:solidFill>
                <a:latin typeface="Cambria" pitchFamily="18" charset="0"/>
              </a:defRPr>
            </a:lvl4pPr>
            <a:lvl5pPr algn="l" rtl="0" eaLnBrk="1" fontAlgn="base" hangingPunct="1">
              <a:spcBef>
                <a:spcPct val="0"/>
              </a:spcBef>
              <a:spcAft>
                <a:spcPct val="0"/>
              </a:spcAft>
              <a:defRPr sz="4600">
                <a:solidFill>
                  <a:schemeClr val="tx2"/>
                </a:solidFill>
                <a:latin typeface="Cambria" pitchFamily="18" charset="0"/>
              </a:defRPr>
            </a:lvl5pPr>
            <a:lvl6pPr marL="457200" algn="l" rtl="0" eaLnBrk="1" fontAlgn="base" hangingPunct="1">
              <a:spcBef>
                <a:spcPct val="0"/>
              </a:spcBef>
              <a:spcAft>
                <a:spcPct val="0"/>
              </a:spcAft>
              <a:defRPr sz="4600">
                <a:solidFill>
                  <a:schemeClr val="tx2"/>
                </a:solidFill>
                <a:latin typeface="Cambria" pitchFamily="18" charset="0"/>
              </a:defRPr>
            </a:lvl6pPr>
            <a:lvl7pPr marL="914400" algn="l" rtl="0" eaLnBrk="1" fontAlgn="base" hangingPunct="1">
              <a:spcBef>
                <a:spcPct val="0"/>
              </a:spcBef>
              <a:spcAft>
                <a:spcPct val="0"/>
              </a:spcAft>
              <a:defRPr sz="4600">
                <a:solidFill>
                  <a:schemeClr val="tx2"/>
                </a:solidFill>
                <a:latin typeface="Cambria" pitchFamily="18" charset="0"/>
              </a:defRPr>
            </a:lvl7pPr>
            <a:lvl8pPr marL="1371600" algn="l" rtl="0" eaLnBrk="1" fontAlgn="base" hangingPunct="1">
              <a:spcBef>
                <a:spcPct val="0"/>
              </a:spcBef>
              <a:spcAft>
                <a:spcPct val="0"/>
              </a:spcAft>
              <a:defRPr sz="4600">
                <a:solidFill>
                  <a:schemeClr val="tx2"/>
                </a:solidFill>
                <a:latin typeface="Cambria" pitchFamily="18" charset="0"/>
              </a:defRPr>
            </a:lvl8pPr>
            <a:lvl9pPr marL="1828800" algn="l" rtl="0" eaLnBrk="1" fontAlgn="base" hangingPunct="1">
              <a:spcBef>
                <a:spcPct val="0"/>
              </a:spcBef>
              <a:spcAft>
                <a:spcPct val="0"/>
              </a:spcAft>
              <a:defRPr sz="4600">
                <a:solidFill>
                  <a:schemeClr val="tx2"/>
                </a:solidFill>
                <a:latin typeface="Cambria" pitchFamily="18" charset="0"/>
              </a:defRPr>
            </a:lvl9pPr>
          </a:lstStyle>
          <a:p>
            <a:pPr algn="l"/>
            <a:r>
              <a:rPr lang="it-IT" sz="4000" dirty="0" smtClean="0"/>
              <a:t>VIABILITA’ E MOVIMENTAZIONE MERCI</a:t>
            </a:r>
            <a:endParaRPr lang="it-IT" sz="4000" dirty="0" smtClean="0"/>
          </a:p>
        </p:txBody>
      </p:sp>
      <p:pic>
        <p:nvPicPr>
          <p:cNvPr id="11266" name="Picture 2" descr="C:\Program Files\Microsoft Office\MEDIA\CAGCAT10\j0187423.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14207" y="332656"/>
            <a:ext cx="3058193" cy="3172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7822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Organizzazione aziendale</a:t>
            </a:r>
            <a:endParaRPr lang="it-IT" dirty="0"/>
          </a:p>
        </p:txBody>
      </p:sp>
      <p:sp>
        <p:nvSpPr>
          <p:cNvPr id="4" name="CasellaDiTesto 3"/>
          <p:cNvSpPr txBox="1"/>
          <p:nvPr/>
        </p:nvSpPr>
        <p:spPr>
          <a:xfrm>
            <a:off x="251520" y="1268760"/>
            <a:ext cx="7920880" cy="3139321"/>
          </a:xfrm>
          <a:prstGeom prst="rect">
            <a:avLst/>
          </a:prstGeom>
          <a:noFill/>
        </p:spPr>
        <p:txBody>
          <a:bodyPr wrap="square" rtlCol="0">
            <a:spAutoFit/>
          </a:bodyPr>
          <a:lstStyle/>
          <a:p>
            <a:pPr algn="ctr"/>
            <a:r>
              <a:rPr lang="it-IT" dirty="0" smtClean="0"/>
              <a:t>E’ indispensabile che i fornitori esterni vengano informati sempre, all’ingresso in azienda, circa il luogo di scarico delle merci ed il percorso da seguire all’andata e al ritorno ad esempio con una piantina dell’area dell’insediamento con le necessarie indicazioni.</a:t>
            </a:r>
          </a:p>
          <a:p>
            <a:pPr algn="ctr"/>
            <a:endParaRPr lang="it-IT" dirty="0"/>
          </a:p>
          <a:p>
            <a:pPr algn="ctr"/>
            <a:r>
              <a:rPr lang="it-IT" dirty="0" smtClean="0"/>
              <a:t>Qualora fattibile si può collocare un ufficio di accoglienza e fornire informazioni necessarie per evitare percorsi inutili e pericolosi all’interno dell’azienda.</a:t>
            </a:r>
          </a:p>
          <a:p>
            <a:pPr algn="ctr"/>
            <a:endParaRPr lang="it-IT" dirty="0"/>
          </a:p>
          <a:p>
            <a:pPr algn="ctr"/>
            <a:r>
              <a:rPr lang="it-IT" dirty="0" smtClean="0"/>
              <a:t>Per rendere più agevoli e sicure le attività di trasporto è necessario semplificare e ridurre il più possibile i flussi dei prodotti e ridurre le attività intermedie collegate al trasporto.</a:t>
            </a:r>
          </a:p>
        </p:txBody>
      </p:sp>
      <p:sp>
        <p:nvSpPr>
          <p:cNvPr id="6" name="Segnaposto numero diapositiva 3"/>
          <p:cNvSpPr>
            <a:spLocks noGrp="1"/>
          </p:cNvSpPr>
          <p:nvPr>
            <p:ph type="sldNum" sz="quarter" idx="10"/>
          </p:nvPr>
        </p:nvSpPr>
        <p:spPr>
          <a:xfrm>
            <a:off x="8491538" y="6165850"/>
            <a:ext cx="611187" cy="600075"/>
          </a:xfrm>
        </p:spPr>
        <p:txBody>
          <a:bodyPr/>
          <a:lstStyle/>
          <a:p>
            <a:fld id="{30CBDE56-E48C-48A4-B194-2EABD40F63DF}" type="slidenum">
              <a:rPr lang="it-IT" smtClean="0"/>
              <a:t>4</a:t>
            </a:fld>
            <a:endParaRPr lang="it-IT"/>
          </a:p>
        </p:txBody>
      </p:sp>
    </p:spTree>
    <p:extLst>
      <p:ext uri="{BB962C8B-B14F-4D97-AF65-F5344CB8AC3E}">
        <p14:creationId xmlns:p14="http://schemas.microsoft.com/office/powerpoint/2010/main" val="24226452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Segnaletica</a:t>
            </a:r>
            <a:endParaRPr lang="it-IT" dirty="0"/>
          </a:p>
        </p:txBody>
      </p:sp>
      <p:sp>
        <p:nvSpPr>
          <p:cNvPr id="4" name="CasellaDiTesto 3"/>
          <p:cNvSpPr txBox="1"/>
          <p:nvPr/>
        </p:nvSpPr>
        <p:spPr>
          <a:xfrm>
            <a:off x="2267744" y="2347133"/>
            <a:ext cx="5904656" cy="3293209"/>
          </a:xfrm>
          <a:prstGeom prst="rect">
            <a:avLst/>
          </a:prstGeom>
          <a:noFill/>
        </p:spPr>
        <p:txBody>
          <a:bodyPr wrap="square" rtlCol="0">
            <a:spAutoFit/>
          </a:bodyPr>
          <a:lstStyle/>
          <a:p>
            <a:pPr algn="ctr"/>
            <a:r>
              <a:rPr lang="it-IT" sz="2000" dirty="0" smtClean="0"/>
              <a:t>All’interno del perimetro aziendale, parte dell’ambiente di lavoro come indicato dal </a:t>
            </a:r>
            <a:r>
              <a:rPr lang="it-IT" sz="2400" b="1" dirty="0" smtClean="0"/>
              <a:t>Decreto Legislativo 626/94</a:t>
            </a:r>
            <a:r>
              <a:rPr lang="it-IT" sz="2400" dirty="0" smtClean="0"/>
              <a:t>, </a:t>
            </a:r>
            <a:r>
              <a:rPr lang="it-IT" sz="2000" dirty="0" smtClean="0"/>
              <a:t>è d’obbligo adottare una segnaletica di sicurezza anche per quanto riguarda la viabilità.</a:t>
            </a:r>
          </a:p>
          <a:p>
            <a:pPr algn="ctr"/>
            <a:endParaRPr lang="it-IT" sz="2000" dirty="0" smtClean="0"/>
          </a:p>
          <a:p>
            <a:pPr algn="ctr"/>
            <a:r>
              <a:rPr lang="it-IT" sz="2000" dirty="0" smtClean="0"/>
              <a:t>La segnaletica deve essere conforme alle </a:t>
            </a:r>
            <a:r>
              <a:rPr lang="it-IT" sz="2000" b="1" dirty="0" smtClean="0"/>
              <a:t>Norme del Codice della Strada </a:t>
            </a:r>
            <a:r>
              <a:rPr lang="it-IT" sz="2000" dirty="0" smtClean="0"/>
              <a:t>e deve essere specifica per realtà aziendale, per tipo, collocazione dei cartelli e dimensioni di questi.</a:t>
            </a:r>
            <a:endParaRPr lang="it-IT" sz="2000" dirty="0"/>
          </a:p>
        </p:txBody>
      </p:sp>
      <p:pic>
        <p:nvPicPr>
          <p:cNvPr id="2051" name="Picture 3" descr="C:\Users\Silvia\AppData\Local\Microsoft\Windows\Temporary Internet Files\Content.IE5\OY3WMCJR\600px-Italian_traffic_signs_-_rotatoria.svg[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8813" y="1268760"/>
            <a:ext cx="697260" cy="69726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Users\Silvia\AppData\Local\Microsoft\Windows\Temporary Internet Files\Content.IE5\Z3DOXSXX\600px-Italian_traffic_signs_-_direzione_obbligatoria_a_destra.svg[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70398" y="2132856"/>
            <a:ext cx="697260" cy="697260"/>
          </a:xfrm>
          <a:prstGeom prst="rect">
            <a:avLst/>
          </a:prstGeom>
          <a:noFill/>
          <a:extLst>
            <a:ext uri="{909E8E84-426E-40DD-AFC4-6F175D3DCCD1}">
              <a14:hiddenFill xmlns:a14="http://schemas.microsoft.com/office/drawing/2010/main">
                <a:solidFill>
                  <a:srgbClr val="FFFFFF"/>
                </a:solidFill>
              </a14:hiddenFill>
            </a:ext>
          </a:extLst>
        </p:spPr>
      </p:pic>
      <p:sp>
        <p:nvSpPr>
          <p:cNvPr id="9" name="Segnaposto numero diapositiva 3"/>
          <p:cNvSpPr>
            <a:spLocks noGrp="1"/>
          </p:cNvSpPr>
          <p:nvPr>
            <p:ph type="sldNum" sz="quarter" idx="10"/>
          </p:nvPr>
        </p:nvSpPr>
        <p:spPr>
          <a:xfrm>
            <a:off x="8491538" y="6165850"/>
            <a:ext cx="611187" cy="600075"/>
          </a:xfrm>
        </p:spPr>
        <p:txBody>
          <a:bodyPr/>
          <a:lstStyle/>
          <a:p>
            <a:fld id="{30CBDE56-E48C-48A4-B194-2EABD40F63DF}" type="slidenum">
              <a:rPr lang="it-IT" smtClean="0"/>
              <a:t>5</a:t>
            </a:fld>
            <a:endParaRPr lang="it-IT"/>
          </a:p>
        </p:txBody>
      </p:sp>
      <p:pic>
        <p:nvPicPr>
          <p:cNvPr id="10" name="Picture 3" descr="C:\Users\Silvia\AppData\Local\Microsoft\Windows\Temporary Internet Files\Content.IE5\WIRUFBST\Zeichen_267.svg[1].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8579" y="1703102"/>
            <a:ext cx="781819" cy="739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26539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a:xfrm>
            <a:off x="8491538" y="6165850"/>
            <a:ext cx="611187" cy="600075"/>
          </a:xfrm>
        </p:spPr>
        <p:txBody>
          <a:bodyPr/>
          <a:lstStyle/>
          <a:p>
            <a:fld id="{30CBDE56-E48C-48A4-B194-2EABD40F63DF}" type="slidenum">
              <a:rPr lang="it-IT" smtClean="0"/>
              <a:t>6</a:t>
            </a:fld>
            <a:endParaRPr lang="it-IT"/>
          </a:p>
        </p:txBody>
      </p:sp>
      <p:sp>
        <p:nvSpPr>
          <p:cNvPr id="5" name="CasellaDiTesto 4"/>
          <p:cNvSpPr txBox="1"/>
          <p:nvPr/>
        </p:nvSpPr>
        <p:spPr>
          <a:xfrm>
            <a:off x="251520" y="980728"/>
            <a:ext cx="7920880" cy="2308324"/>
          </a:xfrm>
          <a:prstGeom prst="rect">
            <a:avLst/>
          </a:prstGeom>
          <a:noFill/>
        </p:spPr>
        <p:txBody>
          <a:bodyPr wrap="square" rtlCol="0">
            <a:spAutoFit/>
          </a:bodyPr>
          <a:lstStyle/>
          <a:p>
            <a:r>
              <a:rPr lang="it-IT" dirty="0" smtClean="0"/>
              <a:t>La segnaletica deve:</a:t>
            </a:r>
          </a:p>
          <a:p>
            <a:pPr marL="285750" indent="-285750">
              <a:buFont typeface="Wingdings" panose="05000000000000000000" pitchFamily="2" charset="2"/>
              <a:buChar char="§"/>
            </a:pPr>
            <a:r>
              <a:rPr lang="it-IT" dirty="0" smtClean="0"/>
              <a:t>Segnalare lo stabilimento già a distanza</a:t>
            </a:r>
          </a:p>
          <a:p>
            <a:pPr marL="285750" indent="-285750">
              <a:buFont typeface="Wingdings" panose="05000000000000000000" pitchFamily="2" charset="2"/>
              <a:buChar char="§"/>
            </a:pPr>
            <a:r>
              <a:rPr lang="it-IT" dirty="0" smtClean="0"/>
              <a:t>Segnalare eventuali pericoli</a:t>
            </a:r>
          </a:p>
          <a:p>
            <a:pPr marL="285750" indent="-285750">
              <a:buFont typeface="Wingdings" panose="05000000000000000000" pitchFamily="2" charset="2"/>
              <a:buChar char="§"/>
            </a:pPr>
            <a:r>
              <a:rPr lang="it-IT" dirty="0" smtClean="0"/>
              <a:t>Separare sensi di marcia e delimitare la carreggiata</a:t>
            </a:r>
          </a:p>
          <a:p>
            <a:pPr marL="285750" indent="-285750">
              <a:buFont typeface="Wingdings" panose="05000000000000000000" pitchFamily="2" charset="2"/>
              <a:buChar char="§"/>
            </a:pPr>
            <a:r>
              <a:rPr lang="it-IT" dirty="0" smtClean="0"/>
              <a:t>Evidenziare attraversamenti pedonali</a:t>
            </a:r>
          </a:p>
          <a:p>
            <a:pPr marL="285750" indent="-285750">
              <a:buFont typeface="Wingdings" panose="05000000000000000000" pitchFamily="2" charset="2"/>
              <a:buChar char="§"/>
            </a:pPr>
            <a:r>
              <a:rPr lang="it-IT" dirty="0" smtClean="0"/>
              <a:t>Delimitare posti parcheggio</a:t>
            </a:r>
          </a:p>
          <a:p>
            <a:pPr marL="285750" indent="-285750">
              <a:buFont typeface="Wingdings" panose="05000000000000000000" pitchFamily="2" charset="2"/>
              <a:buChar char="§"/>
            </a:pPr>
            <a:r>
              <a:rPr lang="it-IT" dirty="0" smtClean="0"/>
              <a:t>Segnalare ostacoli fissi</a:t>
            </a:r>
          </a:p>
          <a:p>
            <a:pPr marL="285750" indent="-285750">
              <a:buFont typeface="Wingdings" panose="05000000000000000000" pitchFamily="2" charset="2"/>
              <a:buChar char="§"/>
            </a:pPr>
            <a:r>
              <a:rPr lang="it-IT" b="1" dirty="0" smtClean="0"/>
              <a:t>ESSERE VISIBILE SIA DI GIORNO SIA DI NOTTE</a:t>
            </a:r>
            <a:endParaRPr lang="it-IT" b="1" dirty="0"/>
          </a:p>
        </p:txBody>
      </p:sp>
      <p:pic>
        <p:nvPicPr>
          <p:cNvPr id="3074" name="Picture 2" descr="C:\Users\Silvia\AppData\Local\Microsoft\Windows\Temporary Internet Files\Content.IE5\Z3DOXSXX\stop[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80112" y="4040857"/>
            <a:ext cx="2425030" cy="1647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89317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51520" y="418654"/>
            <a:ext cx="7920880" cy="562074"/>
          </a:xfrm>
        </p:spPr>
        <p:txBody>
          <a:bodyPr/>
          <a:lstStyle/>
          <a:p>
            <a:r>
              <a:rPr lang="it-IT" dirty="0" smtClean="0"/>
              <a:t>Vie di circolazione degli autoveicoli e mezzi pesanti</a:t>
            </a:r>
            <a:endParaRPr lang="it-IT" dirty="0"/>
          </a:p>
        </p:txBody>
      </p:sp>
      <p:sp>
        <p:nvSpPr>
          <p:cNvPr id="4" name="CasellaDiTesto 3"/>
          <p:cNvSpPr txBox="1"/>
          <p:nvPr/>
        </p:nvSpPr>
        <p:spPr>
          <a:xfrm>
            <a:off x="107504" y="1700808"/>
            <a:ext cx="3312368" cy="4247317"/>
          </a:xfrm>
          <a:prstGeom prst="rect">
            <a:avLst/>
          </a:prstGeom>
          <a:noFill/>
        </p:spPr>
        <p:txBody>
          <a:bodyPr wrap="square" rtlCol="0">
            <a:spAutoFit/>
          </a:bodyPr>
          <a:lstStyle/>
          <a:p>
            <a:pPr algn="ctr"/>
            <a:r>
              <a:rPr lang="it-IT" dirty="0" smtClean="0"/>
              <a:t>Nelle aziende in cui il traffico dei mezzi pesanti si concentra nelle ore appena successive all’apertura, può essere ricavata all’esterno dell’azienda un’area di sosta regolamentata da posti di parcheggio tracciati sul suolo, dove i mezzi pesanti possano stazionare al di fuori dell’orario di apertura.</a:t>
            </a:r>
          </a:p>
          <a:p>
            <a:pPr algn="ctr"/>
            <a:endParaRPr lang="it-IT" dirty="0"/>
          </a:p>
          <a:p>
            <a:pPr algn="ctr"/>
            <a:r>
              <a:rPr lang="it-IT" dirty="0" smtClean="0"/>
              <a:t>Gli spazi destinati alla circolazione ed alla sosta vanno sempre regolamentati adottando apposita segnaletica.</a:t>
            </a:r>
            <a:endParaRPr lang="it-IT" dirty="0"/>
          </a:p>
        </p:txBody>
      </p:sp>
      <p:pic>
        <p:nvPicPr>
          <p:cNvPr id="409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3563888" y="2060848"/>
            <a:ext cx="4690501"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asellaDiTesto 4"/>
          <p:cNvSpPr txBox="1"/>
          <p:nvPr/>
        </p:nvSpPr>
        <p:spPr>
          <a:xfrm>
            <a:off x="3563888" y="5157192"/>
            <a:ext cx="4690501" cy="830997"/>
          </a:xfrm>
          <a:prstGeom prst="rect">
            <a:avLst/>
          </a:prstGeom>
          <a:noFill/>
        </p:spPr>
        <p:txBody>
          <a:bodyPr wrap="square" rtlCol="0">
            <a:spAutoFit/>
          </a:bodyPr>
          <a:lstStyle/>
          <a:p>
            <a:pPr algn="ctr"/>
            <a:r>
              <a:rPr lang="it-IT" sz="1600" b="1" i="1" dirty="0" smtClean="0"/>
              <a:t>All’interno dell’azienda la circolazione di mezzi pesanti va garantita con vie di transito preferibilmente a senso unico e con sensi rotatori</a:t>
            </a:r>
            <a:endParaRPr lang="it-IT" sz="1600" b="1" i="1" dirty="0"/>
          </a:p>
        </p:txBody>
      </p:sp>
      <p:sp>
        <p:nvSpPr>
          <p:cNvPr id="7" name="Segnaposto numero diapositiva 3"/>
          <p:cNvSpPr>
            <a:spLocks noGrp="1"/>
          </p:cNvSpPr>
          <p:nvPr>
            <p:ph type="sldNum" sz="quarter" idx="10"/>
          </p:nvPr>
        </p:nvSpPr>
        <p:spPr>
          <a:xfrm>
            <a:off x="8491538" y="6165850"/>
            <a:ext cx="611187" cy="600075"/>
          </a:xfrm>
        </p:spPr>
        <p:txBody>
          <a:bodyPr/>
          <a:lstStyle/>
          <a:p>
            <a:fld id="{30CBDE56-E48C-48A4-B194-2EABD40F63DF}" type="slidenum">
              <a:rPr lang="it-IT" smtClean="0"/>
              <a:t>7</a:t>
            </a:fld>
            <a:endParaRPr lang="it-IT"/>
          </a:p>
        </p:txBody>
      </p:sp>
    </p:spTree>
    <p:extLst>
      <p:ext uri="{BB962C8B-B14F-4D97-AF65-F5344CB8AC3E}">
        <p14:creationId xmlns:p14="http://schemas.microsoft.com/office/powerpoint/2010/main" val="25636009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Piani di emergenza</a:t>
            </a:r>
            <a:endParaRPr lang="it-IT" dirty="0"/>
          </a:p>
        </p:txBody>
      </p:sp>
      <p:sp>
        <p:nvSpPr>
          <p:cNvPr id="4" name="CasellaDiTesto 3"/>
          <p:cNvSpPr txBox="1"/>
          <p:nvPr/>
        </p:nvSpPr>
        <p:spPr>
          <a:xfrm>
            <a:off x="611560" y="1556792"/>
            <a:ext cx="7200800" cy="2031325"/>
          </a:xfrm>
          <a:prstGeom prst="rect">
            <a:avLst/>
          </a:prstGeom>
          <a:noFill/>
        </p:spPr>
        <p:txBody>
          <a:bodyPr wrap="square" rtlCol="0">
            <a:spAutoFit/>
          </a:bodyPr>
          <a:lstStyle/>
          <a:p>
            <a:pPr algn="ctr"/>
            <a:r>
              <a:rPr lang="it-IT" dirty="0" smtClean="0"/>
              <a:t>Nel piano di evacuazione e di emergenza </a:t>
            </a:r>
            <a:r>
              <a:rPr lang="it-IT" b="1" dirty="0" smtClean="0"/>
              <a:t>devono sempre essere previsti i percorsi destinati ai mezzi di intervento dei Vigili del Fuoco ed a quelli di Soccorso Sanitario</a:t>
            </a:r>
            <a:r>
              <a:rPr lang="it-IT" dirty="0" smtClean="0"/>
              <a:t>. Tali percorsi devono essere mantenuti costantemente liberi da ostacoli e da mezzi in parcheggio.</a:t>
            </a:r>
          </a:p>
          <a:p>
            <a:pPr algn="ctr"/>
            <a:endParaRPr lang="it-IT" dirty="0"/>
          </a:p>
          <a:p>
            <a:pPr algn="ctr"/>
            <a:r>
              <a:rPr lang="it-IT" dirty="0" smtClean="0"/>
              <a:t>È consigliabile rispettare una larghezza di almeno 3,5 metri ed un’altezza libera dal suolo di almeno 4 metri.</a:t>
            </a:r>
            <a:endParaRPr lang="it-IT" dirty="0"/>
          </a:p>
        </p:txBody>
      </p:sp>
      <p:pic>
        <p:nvPicPr>
          <p:cNvPr id="5124" name="Picture 4" descr="C:\Users\Silvia\AppData\Local\Microsoft\Windows\Temporary Internet Files\Content.IE5\0AOCRJO7\ambulanza[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4168" y="4038643"/>
            <a:ext cx="1564430" cy="1203878"/>
          </a:xfrm>
          <a:prstGeom prst="rect">
            <a:avLst/>
          </a:prstGeom>
          <a:noFill/>
          <a:extLst>
            <a:ext uri="{909E8E84-426E-40DD-AFC4-6F175D3DCCD1}">
              <a14:hiddenFill xmlns:a14="http://schemas.microsoft.com/office/drawing/2010/main">
                <a:solidFill>
                  <a:srgbClr val="FFFFFF"/>
                </a:solidFill>
              </a14:hiddenFill>
            </a:ext>
          </a:extLst>
        </p:spPr>
      </p:pic>
      <p:sp>
        <p:nvSpPr>
          <p:cNvPr id="8" name="Segnaposto numero diapositiva 3"/>
          <p:cNvSpPr>
            <a:spLocks noGrp="1"/>
          </p:cNvSpPr>
          <p:nvPr>
            <p:ph type="sldNum" sz="quarter" idx="10"/>
          </p:nvPr>
        </p:nvSpPr>
        <p:spPr>
          <a:xfrm>
            <a:off x="8491538" y="6165850"/>
            <a:ext cx="611187" cy="600075"/>
          </a:xfrm>
        </p:spPr>
        <p:txBody>
          <a:bodyPr/>
          <a:lstStyle/>
          <a:p>
            <a:fld id="{30CBDE56-E48C-48A4-B194-2EABD40F63DF}" type="slidenum">
              <a:rPr lang="it-IT" smtClean="0"/>
              <a:t>8</a:t>
            </a:fld>
            <a:endParaRPr lang="it-IT"/>
          </a:p>
        </p:txBody>
      </p:sp>
    </p:spTree>
    <p:extLst>
      <p:ext uri="{BB962C8B-B14F-4D97-AF65-F5344CB8AC3E}">
        <p14:creationId xmlns:p14="http://schemas.microsoft.com/office/powerpoint/2010/main" val="3524197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z="3200" dirty="0" smtClean="0"/>
              <a:t>Vie di circolazione dei carrelli trasportatori</a:t>
            </a:r>
            <a:endParaRPr lang="it-IT" sz="3200" dirty="0"/>
          </a:p>
        </p:txBody>
      </p:sp>
      <p:sp>
        <p:nvSpPr>
          <p:cNvPr id="4" name="CasellaDiTesto 3"/>
          <p:cNvSpPr txBox="1"/>
          <p:nvPr/>
        </p:nvSpPr>
        <p:spPr>
          <a:xfrm>
            <a:off x="251520" y="1268760"/>
            <a:ext cx="7920880" cy="646331"/>
          </a:xfrm>
          <a:prstGeom prst="rect">
            <a:avLst/>
          </a:prstGeom>
          <a:noFill/>
        </p:spPr>
        <p:txBody>
          <a:bodyPr wrap="square" rtlCol="0">
            <a:spAutoFit/>
          </a:bodyPr>
          <a:lstStyle/>
          <a:p>
            <a:pPr algn="ctr"/>
            <a:r>
              <a:rPr lang="it-IT" dirty="0" smtClean="0"/>
              <a:t>Queste vie particolari di transito vanno sempre delimitate, mediante la segnaletica orizzontale tracciata sulle pavimentazioni.</a:t>
            </a:r>
            <a:endParaRPr lang="it-IT"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5800" y="2132856"/>
            <a:ext cx="7452320" cy="31989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asellaDiTesto 4"/>
          <p:cNvSpPr txBox="1"/>
          <p:nvPr/>
        </p:nvSpPr>
        <p:spPr>
          <a:xfrm>
            <a:off x="485800" y="5445224"/>
            <a:ext cx="7452320" cy="646331"/>
          </a:xfrm>
          <a:prstGeom prst="rect">
            <a:avLst/>
          </a:prstGeom>
          <a:noFill/>
        </p:spPr>
        <p:txBody>
          <a:bodyPr wrap="square" rtlCol="0">
            <a:spAutoFit/>
          </a:bodyPr>
          <a:lstStyle/>
          <a:p>
            <a:pPr algn="ctr"/>
            <a:r>
              <a:rPr lang="it-IT" b="1" i="1" dirty="0" smtClean="0"/>
              <a:t>Larghezza consigliata delle vie di circolazione a senso unico dei carrelli motorizzati con conducente (sinistra) ed a doppio senso di marcia (destra)</a:t>
            </a:r>
            <a:endParaRPr lang="it-IT" b="1" i="1" dirty="0"/>
          </a:p>
        </p:txBody>
      </p:sp>
      <p:sp>
        <p:nvSpPr>
          <p:cNvPr id="7" name="Segnaposto numero diapositiva 3"/>
          <p:cNvSpPr>
            <a:spLocks noGrp="1"/>
          </p:cNvSpPr>
          <p:nvPr>
            <p:ph type="sldNum" sz="quarter" idx="10"/>
          </p:nvPr>
        </p:nvSpPr>
        <p:spPr>
          <a:xfrm>
            <a:off x="8491538" y="6165850"/>
            <a:ext cx="611187" cy="600075"/>
          </a:xfrm>
        </p:spPr>
        <p:txBody>
          <a:bodyPr/>
          <a:lstStyle/>
          <a:p>
            <a:fld id="{30CBDE56-E48C-48A4-B194-2EABD40F63DF}" type="slidenum">
              <a:rPr lang="it-IT" smtClean="0"/>
              <a:t>9</a:t>
            </a:fld>
            <a:endParaRPr lang="it-IT"/>
          </a:p>
        </p:txBody>
      </p:sp>
    </p:spTree>
    <p:extLst>
      <p:ext uri="{BB962C8B-B14F-4D97-AF65-F5344CB8AC3E}">
        <p14:creationId xmlns:p14="http://schemas.microsoft.com/office/powerpoint/2010/main" val="16747244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10</a:t>
            </a:fld>
            <a:endParaRPr lang="it-IT"/>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63689" y="1339843"/>
            <a:ext cx="4896544" cy="43934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asellaDiTesto 4"/>
          <p:cNvSpPr txBox="1"/>
          <p:nvPr/>
        </p:nvSpPr>
        <p:spPr>
          <a:xfrm>
            <a:off x="251521" y="693512"/>
            <a:ext cx="7920880" cy="646331"/>
          </a:xfrm>
          <a:prstGeom prst="rect">
            <a:avLst/>
          </a:prstGeom>
          <a:noFill/>
        </p:spPr>
        <p:txBody>
          <a:bodyPr wrap="square" rtlCol="0">
            <a:spAutoFit/>
          </a:bodyPr>
          <a:lstStyle/>
          <a:p>
            <a:pPr algn="ctr"/>
            <a:r>
              <a:rPr lang="it-IT" b="1" i="1" dirty="0" smtClean="0"/>
              <a:t>Larghezza consigliata della via di transito per il passaggio dei transpallets elettrici (sinistra) e di quelli manuali (destra)</a:t>
            </a:r>
            <a:endParaRPr lang="it-IT" b="1" i="1" dirty="0"/>
          </a:p>
        </p:txBody>
      </p:sp>
    </p:spTree>
    <p:extLst>
      <p:ext uri="{BB962C8B-B14F-4D97-AF65-F5344CB8AC3E}">
        <p14:creationId xmlns:p14="http://schemas.microsoft.com/office/powerpoint/2010/main" val="34978189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z="3500" dirty="0" smtClean="0"/>
              <a:t>Piazzali di manovra – aree di carico-scarico</a:t>
            </a:r>
            <a:endParaRPr lang="it-IT" sz="3500"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11</a:t>
            </a:fld>
            <a:endParaRPr lang="it-IT"/>
          </a:p>
        </p:txBody>
      </p:sp>
      <p:sp>
        <p:nvSpPr>
          <p:cNvPr id="5" name="CasellaDiTesto 4"/>
          <p:cNvSpPr txBox="1"/>
          <p:nvPr/>
        </p:nvSpPr>
        <p:spPr>
          <a:xfrm>
            <a:off x="251520" y="1430774"/>
            <a:ext cx="7920880" cy="2862322"/>
          </a:xfrm>
          <a:prstGeom prst="rect">
            <a:avLst/>
          </a:prstGeom>
          <a:noFill/>
        </p:spPr>
        <p:txBody>
          <a:bodyPr wrap="square" rtlCol="0">
            <a:spAutoFit/>
          </a:bodyPr>
          <a:lstStyle/>
          <a:p>
            <a:pPr algn="just"/>
            <a:r>
              <a:rPr lang="it-IT" dirty="0" smtClean="0"/>
              <a:t>Prevedere delle aree separate e sufficientemente dimensionate per permettere una conduzione agevole dei veicoli pesanti, soprattutto quando sono previste manovre in retromarcia per l’accostamento alle banchine o alle aree di deposito.</a:t>
            </a:r>
          </a:p>
          <a:p>
            <a:pPr algn="just"/>
            <a:endParaRPr lang="it-IT" dirty="0"/>
          </a:p>
          <a:p>
            <a:pPr algn="just"/>
            <a:r>
              <a:rPr lang="it-IT" dirty="0" smtClean="0"/>
              <a:t>Devono essere rispettate almeno le seguenti caratteristiche:</a:t>
            </a:r>
          </a:p>
          <a:p>
            <a:pPr marL="285750" indent="-285750" algn="just">
              <a:buFont typeface="Arial" panose="020B0604020202020204" pitchFamily="34" charset="0"/>
              <a:buChar char="•"/>
            </a:pPr>
            <a:r>
              <a:rPr lang="it-IT" dirty="0" smtClean="0"/>
              <a:t>Profondità non inferiore a 30 metri</a:t>
            </a:r>
          </a:p>
          <a:p>
            <a:pPr marL="285750" indent="-285750" algn="just">
              <a:buFont typeface="Arial" panose="020B0604020202020204" pitchFamily="34" charset="0"/>
              <a:buChar char="•"/>
            </a:pPr>
            <a:r>
              <a:rPr lang="it-IT" dirty="0" smtClean="0"/>
              <a:t>Individuazione delle aree per lo stazionamento degli automezzi per il carico-scarico mediante segnaletica orizzontale sulla pavimentazione</a:t>
            </a:r>
          </a:p>
          <a:p>
            <a:pPr marL="285750" indent="-285750" algn="just">
              <a:buFont typeface="Arial" panose="020B0604020202020204" pitchFamily="34" charset="0"/>
              <a:buChar char="•"/>
            </a:pPr>
            <a:r>
              <a:rPr lang="it-IT" dirty="0" smtClean="0"/>
              <a:t>Adozione di un’apposita segnaletica verticale per interdire l’accesso alle persone ed ai mezzi non autorizzati e per indicare il limite di velocità</a:t>
            </a:r>
            <a:endParaRPr lang="it-IT" dirty="0"/>
          </a:p>
        </p:txBody>
      </p:sp>
    </p:spTree>
    <p:extLst>
      <p:ext uri="{BB962C8B-B14F-4D97-AF65-F5344CB8AC3E}">
        <p14:creationId xmlns:p14="http://schemas.microsoft.com/office/powerpoint/2010/main" val="26625517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Mezzi di comunicazione</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12</a:t>
            </a:fld>
            <a:endParaRPr lang="it-IT"/>
          </a:p>
        </p:txBody>
      </p:sp>
      <p:sp>
        <p:nvSpPr>
          <p:cNvPr id="5" name="CasellaDiTesto 4"/>
          <p:cNvSpPr txBox="1"/>
          <p:nvPr/>
        </p:nvSpPr>
        <p:spPr>
          <a:xfrm>
            <a:off x="251520" y="1552724"/>
            <a:ext cx="7920880" cy="2308324"/>
          </a:xfrm>
          <a:prstGeom prst="rect">
            <a:avLst/>
          </a:prstGeom>
          <a:noFill/>
        </p:spPr>
        <p:txBody>
          <a:bodyPr wrap="square" rtlCol="0">
            <a:spAutoFit/>
          </a:bodyPr>
          <a:lstStyle/>
          <a:p>
            <a:pPr algn="just"/>
            <a:r>
              <a:rPr lang="it-IT" dirty="0" smtClean="0"/>
              <a:t>Per evitare spostamenti inutili di mezzi e di persone all’interno dell’azienda, che rappresentano un «pericolo aggiuntivo» per la circolazione complessiva, deve essere privilegiato l’utilizzo dei sistemi di comunicazione come ad esempio:</a:t>
            </a:r>
          </a:p>
          <a:p>
            <a:pPr marL="285750" indent="-285750" algn="just">
              <a:buFont typeface="Wingdings" panose="05000000000000000000" pitchFamily="2" charset="2"/>
              <a:buChar char="§"/>
            </a:pPr>
            <a:r>
              <a:rPr lang="it-IT" dirty="0" smtClean="0"/>
              <a:t>Pannelli con scritte luminose</a:t>
            </a:r>
          </a:p>
          <a:p>
            <a:pPr marL="285750" indent="-285750" algn="just">
              <a:buFont typeface="Wingdings" panose="05000000000000000000" pitchFamily="2" charset="2"/>
              <a:buChar char="§"/>
            </a:pPr>
            <a:r>
              <a:rPr lang="it-IT" dirty="0" smtClean="0"/>
              <a:t>Altoparlanti</a:t>
            </a:r>
          </a:p>
          <a:p>
            <a:pPr marL="285750" indent="-285750" algn="just">
              <a:buFont typeface="Wingdings" panose="05000000000000000000" pitchFamily="2" charset="2"/>
              <a:buChar char="§"/>
            </a:pPr>
            <a:r>
              <a:rPr lang="it-IT" dirty="0" smtClean="0"/>
              <a:t>Interfono (telefonia interna)</a:t>
            </a:r>
          </a:p>
          <a:p>
            <a:pPr marL="285750" indent="-285750" algn="just">
              <a:buFont typeface="Wingdings" panose="05000000000000000000" pitchFamily="2" charset="2"/>
              <a:buChar char="§"/>
            </a:pPr>
            <a:r>
              <a:rPr lang="it-IT" dirty="0" smtClean="0"/>
              <a:t>Ricetrasmittenti</a:t>
            </a:r>
          </a:p>
          <a:p>
            <a:pPr marL="285750" indent="-285750" algn="just">
              <a:buFont typeface="Wingdings" panose="05000000000000000000" pitchFamily="2" charset="2"/>
              <a:buChar char="§"/>
            </a:pPr>
            <a:r>
              <a:rPr lang="it-IT" dirty="0" smtClean="0"/>
              <a:t>Telefoni cellulari</a:t>
            </a:r>
            <a:endParaRPr lang="it-IT" dirty="0"/>
          </a:p>
        </p:txBody>
      </p:sp>
      <p:pic>
        <p:nvPicPr>
          <p:cNvPr id="8196" name="Picture 4" descr="C:\Users\Silvia\AppData\Local\Microsoft\Windows\Temporary Internet Files\Content.IE5\3S9PG7O9\1381070438[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84168" y="4581128"/>
            <a:ext cx="1728192" cy="16018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16004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Dispositivi di Protezione Individuale</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13</a:t>
            </a:fld>
            <a:endParaRPr lang="it-IT"/>
          </a:p>
        </p:txBody>
      </p:sp>
      <p:sp>
        <p:nvSpPr>
          <p:cNvPr id="5" name="CasellaDiTesto 4"/>
          <p:cNvSpPr txBox="1"/>
          <p:nvPr/>
        </p:nvSpPr>
        <p:spPr>
          <a:xfrm>
            <a:off x="611560" y="1268760"/>
            <a:ext cx="7200800" cy="2308324"/>
          </a:xfrm>
          <a:prstGeom prst="rect">
            <a:avLst/>
          </a:prstGeom>
          <a:noFill/>
        </p:spPr>
        <p:txBody>
          <a:bodyPr wrap="square" rtlCol="0">
            <a:spAutoFit/>
          </a:bodyPr>
          <a:lstStyle/>
          <a:p>
            <a:pPr algn="ctr"/>
            <a:r>
              <a:rPr lang="it-IT" dirty="0" smtClean="0"/>
              <a:t>Gli addetti alle operazioni di carico-scarico che si trovano lungo le vie di circolazione veicolare o nelle aree destinate alla movimentazione delle merci devono essere muniti di giubbotti o bretelle ad alta visibilità e rifrangenti, con l’obbligo di utilizzare tali DPI soprattutto in condizioni sfavorevoli di visibilità.</a:t>
            </a:r>
          </a:p>
          <a:p>
            <a:pPr algn="ctr"/>
            <a:endParaRPr lang="it-IT" dirty="0"/>
          </a:p>
          <a:p>
            <a:pPr algn="ctr"/>
            <a:r>
              <a:rPr lang="it-IT" dirty="0" smtClean="0"/>
              <a:t>È obbligatorio anche utilizzare calzature antinfortunistiche appropriate ed elmetto protettivo.</a:t>
            </a:r>
            <a:endParaRPr lang="it-IT"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4005064"/>
            <a:ext cx="2200622" cy="22006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36096" y="3962189"/>
            <a:ext cx="2376264"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descr="C:\Users\Silvia\AppData\Local\Microsoft\Windows\Temporary Internet Files\Content.IE5\WIRUFBST\elmetto-di-protezione[1].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63888" y="4293096"/>
            <a:ext cx="14859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6794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14</a:t>
            </a:fld>
            <a:endParaRPr lang="it-IT"/>
          </a:p>
        </p:txBody>
      </p:sp>
      <p:sp>
        <p:nvSpPr>
          <p:cNvPr id="7" name="Titolo 1"/>
          <p:cNvSpPr txBox="1">
            <a:spLocks/>
          </p:cNvSpPr>
          <p:nvPr/>
        </p:nvSpPr>
        <p:spPr>
          <a:xfrm>
            <a:off x="251520" y="4221088"/>
            <a:ext cx="7920880" cy="1512168"/>
          </a:xfrm>
          <a:prstGeom prst="rect">
            <a:avLst/>
          </a:prstGeom>
        </p:spPr>
        <p:txBody>
          <a:bodyPr vert="horz" lIns="91440" tIns="45720" rIns="91440" bIns="45720" rtlCol="0" anchor="ctr">
            <a:noAutofit/>
          </a:bodyPr>
          <a:lstStyle>
            <a:lvl1pPr algn="ctr" rtl="0" eaLnBrk="1" fontAlgn="base" hangingPunct="1">
              <a:spcBef>
                <a:spcPct val="0"/>
              </a:spcBef>
              <a:spcAft>
                <a:spcPct val="0"/>
              </a:spcAft>
              <a:defRPr lang="en-US" sz="3600" kern="1200" spc="-100" dirty="0">
                <a:solidFill>
                  <a:schemeClr val="tx1">
                    <a:lumMod val="85000"/>
                    <a:lumOff val="15000"/>
                  </a:schemeClr>
                </a:solidFill>
                <a:effectLst>
                  <a:outerShdw blurRad="38100" dist="38100" dir="2700000" algn="tl">
                    <a:srgbClr val="000000">
                      <a:alpha val="43137"/>
                    </a:srgbClr>
                  </a:outerShdw>
                </a:effectLst>
                <a:latin typeface="+mj-lt"/>
                <a:ea typeface="+mn-ea"/>
                <a:cs typeface="+mn-cs"/>
              </a:defRPr>
            </a:lvl1pPr>
            <a:lvl2pPr algn="l" rtl="0" eaLnBrk="1" fontAlgn="base" hangingPunct="1">
              <a:spcBef>
                <a:spcPct val="0"/>
              </a:spcBef>
              <a:spcAft>
                <a:spcPct val="0"/>
              </a:spcAft>
              <a:defRPr sz="4600">
                <a:solidFill>
                  <a:schemeClr val="tx2"/>
                </a:solidFill>
                <a:latin typeface="Cambria" pitchFamily="18" charset="0"/>
              </a:defRPr>
            </a:lvl2pPr>
            <a:lvl3pPr algn="l" rtl="0" eaLnBrk="1" fontAlgn="base" hangingPunct="1">
              <a:spcBef>
                <a:spcPct val="0"/>
              </a:spcBef>
              <a:spcAft>
                <a:spcPct val="0"/>
              </a:spcAft>
              <a:defRPr sz="4600">
                <a:solidFill>
                  <a:schemeClr val="tx2"/>
                </a:solidFill>
                <a:latin typeface="Cambria" pitchFamily="18" charset="0"/>
              </a:defRPr>
            </a:lvl3pPr>
            <a:lvl4pPr algn="l" rtl="0" eaLnBrk="1" fontAlgn="base" hangingPunct="1">
              <a:spcBef>
                <a:spcPct val="0"/>
              </a:spcBef>
              <a:spcAft>
                <a:spcPct val="0"/>
              </a:spcAft>
              <a:defRPr sz="4600">
                <a:solidFill>
                  <a:schemeClr val="tx2"/>
                </a:solidFill>
                <a:latin typeface="Cambria" pitchFamily="18" charset="0"/>
              </a:defRPr>
            </a:lvl4pPr>
            <a:lvl5pPr algn="l" rtl="0" eaLnBrk="1" fontAlgn="base" hangingPunct="1">
              <a:spcBef>
                <a:spcPct val="0"/>
              </a:spcBef>
              <a:spcAft>
                <a:spcPct val="0"/>
              </a:spcAft>
              <a:defRPr sz="4600">
                <a:solidFill>
                  <a:schemeClr val="tx2"/>
                </a:solidFill>
                <a:latin typeface="Cambria" pitchFamily="18" charset="0"/>
              </a:defRPr>
            </a:lvl5pPr>
            <a:lvl6pPr marL="457200" algn="l" rtl="0" eaLnBrk="1" fontAlgn="base" hangingPunct="1">
              <a:spcBef>
                <a:spcPct val="0"/>
              </a:spcBef>
              <a:spcAft>
                <a:spcPct val="0"/>
              </a:spcAft>
              <a:defRPr sz="4600">
                <a:solidFill>
                  <a:schemeClr val="tx2"/>
                </a:solidFill>
                <a:latin typeface="Cambria" pitchFamily="18" charset="0"/>
              </a:defRPr>
            </a:lvl6pPr>
            <a:lvl7pPr marL="914400" algn="l" rtl="0" eaLnBrk="1" fontAlgn="base" hangingPunct="1">
              <a:spcBef>
                <a:spcPct val="0"/>
              </a:spcBef>
              <a:spcAft>
                <a:spcPct val="0"/>
              </a:spcAft>
              <a:defRPr sz="4600">
                <a:solidFill>
                  <a:schemeClr val="tx2"/>
                </a:solidFill>
                <a:latin typeface="Cambria" pitchFamily="18" charset="0"/>
              </a:defRPr>
            </a:lvl7pPr>
            <a:lvl8pPr marL="1371600" algn="l" rtl="0" eaLnBrk="1" fontAlgn="base" hangingPunct="1">
              <a:spcBef>
                <a:spcPct val="0"/>
              </a:spcBef>
              <a:spcAft>
                <a:spcPct val="0"/>
              </a:spcAft>
              <a:defRPr sz="4600">
                <a:solidFill>
                  <a:schemeClr val="tx2"/>
                </a:solidFill>
                <a:latin typeface="Cambria" pitchFamily="18" charset="0"/>
              </a:defRPr>
            </a:lvl8pPr>
            <a:lvl9pPr marL="1828800" algn="l" rtl="0" eaLnBrk="1" fontAlgn="base" hangingPunct="1">
              <a:spcBef>
                <a:spcPct val="0"/>
              </a:spcBef>
              <a:spcAft>
                <a:spcPct val="0"/>
              </a:spcAft>
              <a:defRPr sz="4600">
                <a:solidFill>
                  <a:schemeClr val="tx2"/>
                </a:solidFill>
                <a:latin typeface="Cambria" pitchFamily="18" charset="0"/>
              </a:defRPr>
            </a:lvl9pPr>
          </a:lstStyle>
          <a:p>
            <a:pPr algn="l"/>
            <a:r>
              <a:rPr lang="it-IT" sz="4000" dirty="0" smtClean="0"/>
              <a:t>BENI IN CONTO VISIONE</a:t>
            </a:r>
            <a:endParaRPr lang="it-IT" sz="4000" dirty="0" smtClean="0"/>
          </a:p>
        </p:txBody>
      </p:sp>
      <p:pic>
        <p:nvPicPr>
          <p:cNvPr id="15362" name="Picture 2" descr="http://www.antonucciautotrasporti.it/polopoly_fs/1.17036669.1398690173!/httpImage/im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95976" y="1124744"/>
            <a:ext cx="2977329" cy="1872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90541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Le consegne di beni in conto visione</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15</a:t>
            </a:fld>
            <a:endParaRPr lang="it-IT"/>
          </a:p>
        </p:txBody>
      </p:sp>
      <p:sp>
        <p:nvSpPr>
          <p:cNvPr id="5" name="CasellaDiTesto 4"/>
          <p:cNvSpPr txBox="1"/>
          <p:nvPr/>
        </p:nvSpPr>
        <p:spPr>
          <a:xfrm>
            <a:off x="251520" y="1552724"/>
            <a:ext cx="7920880" cy="3693319"/>
          </a:xfrm>
          <a:prstGeom prst="rect">
            <a:avLst/>
          </a:prstGeom>
          <a:ln>
            <a:noFill/>
          </a:ln>
        </p:spPr>
        <p:style>
          <a:lnRef idx="2">
            <a:schemeClr val="accent5"/>
          </a:lnRef>
          <a:fillRef idx="1">
            <a:schemeClr val="lt1"/>
          </a:fillRef>
          <a:effectRef idx="0">
            <a:schemeClr val="accent5"/>
          </a:effectRef>
          <a:fontRef idx="minor">
            <a:schemeClr val="dk1"/>
          </a:fontRef>
        </p:style>
        <p:txBody>
          <a:bodyPr wrap="square" rtlCol="0">
            <a:spAutoFit/>
          </a:bodyPr>
          <a:lstStyle/>
          <a:p>
            <a:pPr algn="ctr"/>
            <a:r>
              <a:rPr lang="it-IT" dirty="0"/>
              <a:t>Nella pratica commerciale è piuttosto frequente il ricorso alle consegne di beni in conto prova </a:t>
            </a:r>
            <a:r>
              <a:rPr lang="it-IT" dirty="0" smtClean="0"/>
              <a:t>o visione.</a:t>
            </a:r>
          </a:p>
          <a:p>
            <a:pPr algn="ctr"/>
            <a:endParaRPr lang="it-IT" dirty="0"/>
          </a:p>
          <a:p>
            <a:pPr algn="ctr"/>
            <a:r>
              <a:rPr lang="it-IT" dirty="0" smtClean="0"/>
              <a:t>Tale </a:t>
            </a:r>
            <a:r>
              <a:rPr lang="it-IT" dirty="0"/>
              <a:t>tipologia contrattuale prevede che il passaggio della proprietà, a prescindere </a:t>
            </a:r>
            <a:r>
              <a:rPr lang="it-IT" dirty="0" smtClean="0"/>
              <a:t>dalla consegna </a:t>
            </a:r>
            <a:r>
              <a:rPr lang="it-IT" dirty="0"/>
              <a:t>del bene, si perfezioni a seguito della dichiarazione di gradimento del compratore</a:t>
            </a:r>
            <a:r>
              <a:rPr lang="it-IT" dirty="0" smtClean="0"/>
              <a:t>.</a:t>
            </a:r>
          </a:p>
          <a:p>
            <a:pPr algn="ctr"/>
            <a:endParaRPr lang="it-IT" dirty="0"/>
          </a:p>
          <a:p>
            <a:pPr algn="ctr"/>
            <a:r>
              <a:rPr lang="it-IT" dirty="0"/>
              <a:t>Al fine di superare la presunzione di cessione dei beni, </a:t>
            </a:r>
            <a:r>
              <a:rPr lang="it-IT" b="1" dirty="0"/>
              <a:t>occorre emettere un DDT che specifichi </a:t>
            </a:r>
            <a:r>
              <a:rPr lang="it-IT" b="1" dirty="0" smtClean="0"/>
              <a:t>la natura </a:t>
            </a:r>
            <a:r>
              <a:rPr lang="it-IT" b="1" dirty="0"/>
              <a:t>non traslativa del trasporto</a:t>
            </a:r>
            <a:r>
              <a:rPr lang="it-IT" dirty="0" smtClean="0"/>
              <a:t>.</a:t>
            </a:r>
          </a:p>
          <a:p>
            <a:pPr algn="ctr"/>
            <a:endParaRPr lang="it-IT" dirty="0"/>
          </a:p>
          <a:p>
            <a:pPr algn="ctr"/>
            <a:r>
              <a:rPr lang="it-IT" b="1" dirty="0"/>
              <a:t>Ai fini IVA, l’operazione si considera effettuata nel momento in cui si producono gli effetti </a:t>
            </a:r>
            <a:r>
              <a:rPr lang="it-IT" b="1" dirty="0" smtClean="0"/>
              <a:t>traslativi e</a:t>
            </a:r>
            <a:r>
              <a:rPr lang="it-IT" b="1" dirty="0"/>
              <a:t>, comunque, entro un anno dalla consegna/spedizione dei beni.</a:t>
            </a:r>
            <a:endParaRPr lang="it-IT" b="1" dirty="0"/>
          </a:p>
        </p:txBody>
      </p:sp>
    </p:spTree>
    <p:extLst>
      <p:ext uri="{BB962C8B-B14F-4D97-AF65-F5344CB8AC3E}">
        <p14:creationId xmlns:p14="http://schemas.microsoft.com/office/powerpoint/2010/main" val="8965668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Aspetti civilistici</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16</a:t>
            </a:fld>
            <a:endParaRPr lang="it-IT"/>
          </a:p>
        </p:txBody>
      </p:sp>
      <p:sp>
        <p:nvSpPr>
          <p:cNvPr id="6" name="Rettangolo 5"/>
          <p:cNvSpPr/>
          <p:nvPr/>
        </p:nvSpPr>
        <p:spPr>
          <a:xfrm>
            <a:off x="251520" y="1052736"/>
            <a:ext cx="7920880" cy="3416320"/>
          </a:xfrm>
          <a:prstGeom prst="rect">
            <a:avLst/>
          </a:prstGeom>
        </p:spPr>
        <p:txBody>
          <a:bodyPr wrap="square">
            <a:spAutoFit/>
          </a:bodyPr>
          <a:lstStyle/>
          <a:p>
            <a:pPr algn="just"/>
            <a:r>
              <a:rPr lang="it-IT" dirty="0"/>
              <a:t>Il Codice Civile identifica esattamente le operazioni in esame (consegne in c/visione, c/prova, </a:t>
            </a:r>
            <a:r>
              <a:rPr lang="it-IT" dirty="0" smtClean="0"/>
              <a:t>con riserva </a:t>
            </a:r>
            <a:r>
              <a:rPr lang="it-IT" dirty="0"/>
              <a:t>di gradimento) nelle seguenti fattispecie</a:t>
            </a:r>
            <a:r>
              <a:rPr lang="it-IT" dirty="0" smtClean="0"/>
              <a:t>:</a:t>
            </a:r>
          </a:p>
          <a:p>
            <a:pPr marL="285750" indent="-285750">
              <a:buFont typeface="Wingdings" panose="05000000000000000000" pitchFamily="2" charset="2"/>
              <a:buChar char="Ø"/>
            </a:pPr>
            <a:r>
              <a:rPr lang="it-IT" b="1" dirty="0"/>
              <a:t>vendite con riserva di gradimento (art. 1520, C.C</a:t>
            </a:r>
            <a:r>
              <a:rPr lang="it-IT" b="1" dirty="0" smtClean="0"/>
              <a:t>.)</a:t>
            </a:r>
            <a:endParaRPr lang="it-IT" b="1" dirty="0"/>
          </a:p>
          <a:p>
            <a:pPr marL="285750" indent="-285750">
              <a:buFont typeface="Wingdings" panose="05000000000000000000" pitchFamily="2" charset="2"/>
              <a:buChar char="Ø"/>
            </a:pPr>
            <a:r>
              <a:rPr lang="it-IT" b="1" dirty="0" smtClean="0"/>
              <a:t>vendite </a:t>
            </a:r>
            <a:r>
              <a:rPr lang="it-IT" b="1" dirty="0"/>
              <a:t>a prova (art. 1521, C.C</a:t>
            </a:r>
            <a:r>
              <a:rPr lang="it-IT" b="1" dirty="0" smtClean="0"/>
              <a:t>.)</a:t>
            </a:r>
          </a:p>
          <a:p>
            <a:pPr marL="285750" indent="-285750" algn="just">
              <a:buFont typeface="Wingdings" panose="05000000000000000000" pitchFamily="2" charset="2"/>
              <a:buChar char="Ø"/>
            </a:pPr>
            <a:endParaRPr lang="it-IT" dirty="0"/>
          </a:p>
          <a:p>
            <a:pPr marL="285750" indent="-285750" algn="just">
              <a:buFont typeface="Wingdings" panose="05000000000000000000" pitchFamily="2" charset="2"/>
              <a:buChar char="Ø"/>
            </a:pPr>
            <a:endParaRPr lang="it-IT" dirty="0" smtClean="0"/>
          </a:p>
          <a:p>
            <a:pPr algn="ctr"/>
            <a:r>
              <a:rPr lang="it-IT" dirty="0"/>
              <a:t>Tali ipotesi contrattuali prevedono che gli effetti traslativi (o costitutivi) si producono in un </a:t>
            </a:r>
            <a:r>
              <a:rPr lang="it-IT" dirty="0" smtClean="0"/>
              <a:t>momento successivo </a:t>
            </a:r>
            <a:r>
              <a:rPr lang="it-IT" dirty="0"/>
              <a:t>rispetto alla consegna o spedizione dei beni.</a:t>
            </a:r>
          </a:p>
          <a:p>
            <a:pPr algn="ctr"/>
            <a:endParaRPr lang="it-IT" dirty="0" smtClean="0"/>
          </a:p>
          <a:p>
            <a:pPr algn="ctr"/>
            <a:r>
              <a:rPr lang="it-IT" dirty="0" smtClean="0"/>
              <a:t>Nella </a:t>
            </a:r>
            <a:r>
              <a:rPr lang="it-IT" dirty="0"/>
              <a:t>prassi dette operazioni “sospese”, presuppongono un accordo tra le parti nel quale </a:t>
            </a:r>
            <a:r>
              <a:rPr lang="it-IT" dirty="0" smtClean="0"/>
              <a:t>vengono stabiliti </a:t>
            </a:r>
            <a:r>
              <a:rPr lang="it-IT" dirty="0"/>
              <a:t>il prezzo delle merci, le modalità di consegna/spedizione e pagamento, </a:t>
            </a:r>
            <a:r>
              <a:rPr lang="it-IT" b="1" dirty="0"/>
              <a:t>oltre ad un </a:t>
            </a:r>
            <a:r>
              <a:rPr lang="it-IT" b="1" dirty="0" smtClean="0"/>
              <a:t>termine entro </a:t>
            </a:r>
            <a:r>
              <a:rPr lang="it-IT" b="1" dirty="0"/>
              <a:t>il quale l’acquirente deve</a:t>
            </a:r>
            <a:r>
              <a:rPr lang="it-IT" dirty="0"/>
              <a:t>:</a:t>
            </a:r>
            <a:endParaRPr lang="it-IT" dirty="0"/>
          </a:p>
        </p:txBody>
      </p:sp>
      <p:sp>
        <p:nvSpPr>
          <p:cNvPr id="7" name="Ovale 6"/>
          <p:cNvSpPr/>
          <p:nvPr/>
        </p:nvSpPr>
        <p:spPr>
          <a:xfrm>
            <a:off x="1259632" y="4869160"/>
            <a:ext cx="2160240" cy="1440160"/>
          </a:xfrm>
          <a:prstGeom prst="ellipse">
            <a:avLst/>
          </a:prstGeom>
          <a:scene3d>
            <a:camera prst="orthographicFront"/>
            <a:lightRig rig="threePt" dir="t"/>
          </a:scene3d>
          <a:sp3d>
            <a:bevelT/>
          </a:sp3d>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a:t>O</a:t>
            </a:r>
            <a:r>
              <a:rPr lang="it-IT" dirty="0" smtClean="0"/>
              <a:t>ptare </a:t>
            </a:r>
            <a:r>
              <a:rPr lang="it-IT" dirty="0"/>
              <a:t>per l’acquisto di quanto ricevuto</a:t>
            </a:r>
            <a:endParaRPr lang="it-IT" dirty="0"/>
          </a:p>
        </p:txBody>
      </p:sp>
      <p:sp>
        <p:nvSpPr>
          <p:cNvPr id="9" name="Ovale 8"/>
          <p:cNvSpPr/>
          <p:nvPr/>
        </p:nvSpPr>
        <p:spPr>
          <a:xfrm>
            <a:off x="5004048" y="4869160"/>
            <a:ext cx="2160240" cy="1440160"/>
          </a:xfrm>
          <a:prstGeom prst="ellipse">
            <a:avLst/>
          </a:prstGeom>
          <a:scene3d>
            <a:camera prst="orthographicFront"/>
            <a:lightRig rig="threePt" dir="t"/>
          </a:scene3d>
          <a:sp3d>
            <a:bevelT/>
          </a:sp3d>
        </p:spPr>
        <p:style>
          <a:lnRef idx="2">
            <a:schemeClr val="accent6"/>
          </a:lnRef>
          <a:fillRef idx="1">
            <a:schemeClr val="lt1"/>
          </a:fillRef>
          <a:effectRef idx="0">
            <a:schemeClr val="accent6"/>
          </a:effectRef>
          <a:fontRef idx="minor">
            <a:schemeClr val="dk1"/>
          </a:fontRef>
        </p:style>
        <p:txBody>
          <a:bodyPr rtlCol="0" anchor="ctr"/>
          <a:lstStyle/>
          <a:p>
            <a:pPr algn="ctr"/>
            <a:r>
              <a:rPr lang="it-IT" dirty="0" smtClean="0"/>
              <a:t>Restituire la merce</a:t>
            </a:r>
            <a:endParaRPr lang="it-IT" dirty="0"/>
          </a:p>
        </p:txBody>
      </p:sp>
      <p:sp>
        <p:nvSpPr>
          <p:cNvPr id="10" name="CasellaDiTesto 9"/>
          <p:cNvSpPr txBox="1"/>
          <p:nvPr/>
        </p:nvSpPr>
        <p:spPr>
          <a:xfrm>
            <a:off x="3779694" y="5404574"/>
            <a:ext cx="864532" cy="369332"/>
          </a:xfrm>
          <a:prstGeom prst="rect">
            <a:avLst/>
          </a:prstGeom>
          <a:noFill/>
        </p:spPr>
        <p:txBody>
          <a:bodyPr wrap="none" rtlCol="0">
            <a:spAutoFit/>
          </a:bodyPr>
          <a:lstStyle/>
          <a:p>
            <a:r>
              <a:rPr lang="it-IT" dirty="0" smtClean="0"/>
              <a:t>oppure</a:t>
            </a:r>
            <a:endParaRPr lang="it-IT" dirty="0"/>
          </a:p>
        </p:txBody>
      </p:sp>
    </p:spTree>
    <p:extLst>
      <p:ext uri="{BB962C8B-B14F-4D97-AF65-F5344CB8AC3E}">
        <p14:creationId xmlns:p14="http://schemas.microsoft.com/office/powerpoint/2010/main" val="2515579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Emissione del DDT</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17</a:t>
            </a:fld>
            <a:endParaRPr lang="it-IT"/>
          </a:p>
        </p:txBody>
      </p:sp>
      <p:sp>
        <p:nvSpPr>
          <p:cNvPr id="5" name="Rettangolo 4"/>
          <p:cNvSpPr/>
          <p:nvPr/>
        </p:nvSpPr>
        <p:spPr>
          <a:xfrm>
            <a:off x="251520" y="1735648"/>
            <a:ext cx="7920880" cy="1477328"/>
          </a:xfrm>
          <a:prstGeom prst="rect">
            <a:avLst/>
          </a:prstGeom>
        </p:spPr>
        <p:txBody>
          <a:bodyPr wrap="square">
            <a:spAutoFit/>
          </a:bodyPr>
          <a:lstStyle/>
          <a:p>
            <a:pPr algn="ctr"/>
            <a:r>
              <a:rPr lang="it-IT" dirty="0"/>
              <a:t>Al fine di superare la presunzione di cessione, al momento </a:t>
            </a:r>
            <a:r>
              <a:rPr lang="it-IT" dirty="0" smtClean="0"/>
              <a:t>della consegna/spedizione </a:t>
            </a:r>
            <a:r>
              <a:rPr lang="it-IT" dirty="0"/>
              <a:t>del bene </a:t>
            </a:r>
            <a:r>
              <a:rPr lang="it-IT" dirty="0" smtClean="0"/>
              <a:t>è necessario </a:t>
            </a:r>
            <a:r>
              <a:rPr lang="it-IT" dirty="0"/>
              <a:t>emettere un DDT o un documento analogo (lettera di vettura, polizza di carico, ecc</a:t>
            </a:r>
            <a:r>
              <a:rPr lang="it-IT" dirty="0" smtClean="0"/>
              <a:t>.)</a:t>
            </a:r>
          </a:p>
          <a:p>
            <a:pPr algn="ctr"/>
            <a:endParaRPr lang="it-IT" dirty="0" smtClean="0"/>
          </a:p>
          <a:p>
            <a:pPr algn="ctr"/>
            <a:r>
              <a:rPr lang="it-IT" dirty="0" smtClean="0"/>
              <a:t>Il DDT deve contenere:</a:t>
            </a:r>
            <a:endParaRPr lang="it-IT" dirty="0"/>
          </a:p>
        </p:txBody>
      </p:sp>
      <p:sp>
        <p:nvSpPr>
          <p:cNvPr id="7" name="Rettangolo arrotondato 6"/>
          <p:cNvSpPr/>
          <p:nvPr/>
        </p:nvSpPr>
        <p:spPr>
          <a:xfrm>
            <a:off x="539552" y="3556760"/>
            <a:ext cx="2160240" cy="1816456"/>
          </a:xfrm>
          <a:prstGeom prst="roundRect">
            <a:avLst/>
          </a:prstGeom>
          <a:solidFill>
            <a:schemeClr val="accent4">
              <a:lumMod val="20000"/>
              <a:lumOff val="80000"/>
            </a:schemeClr>
          </a:solidFill>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dirty="0"/>
              <a:t>Data e numero</a:t>
            </a:r>
          </a:p>
        </p:txBody>
      </p:sp>
      <p:sp>
        <p:nvSpPr>
          <p:cNvPr id="8" name="Rettangolo arrotondato 7"/>
          <p:cNvSpPr/>
          <p:nvPr/>
        </p:nvSpPr>
        <p:spPr>
          <a:xfrm>
            <a:off x="3131840" y="3556759"/>
            <a:ext cx="2160240" cy="1816457"/>
          </a:xfrm>
          <a:prstGeom prst="roundRect">
            <a:avLst/>
          </a:prstGeom>
          <a:solidFill>
            <a:schemeClr val="accent4">
              <a:lumMod val="20000"/>
              <a:lumOff val="80000"/>
            </a:schemeClr>
          </a:solidFill>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600" dirty="0"/>
              <a:t>Generalità dei soggetti coinvolti nell’operazione (cedente, cessionario, eventuale impresa di trasporto)</a:t>
            </a:r>
          </a:p>
        </p:txBody>
      </p:sp>
      <p:sp>
        <p:nvSpPr>
          <p:cNvPr id="9" name="Rettangolo arrotondato 8"/>
          <p:cNvSpPr/>
          <p:nvPr/>
        </p:nvSpPr>
        <p:spPr>
          <a:xfrm>
            <a:off x="5724128" y="3556760"/>
            <a:ext cx="2160240" cy="1816456"/>
          </a:xfrm>
          <a:prstGeom prst="roundRect">
            <a:avLst/>
          </a:prstGeom>
          <a:solidFill>
            <a:schemeClr val="accent4">
              <a:lumMod val="20000"/>
              <a:lumOff val="80000"/>
            </a:schemeClr>
          </a:solidFill>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dirty="0"/>
              <a:t>Descrizione della natura, qualità e quantità dei beni ceduti</a:t>
            </a:r>
            <a:endParaRPr lang="it-IT" dirty="0"/>
          </a:p>
        </p:txBody>
      </p:sp>
    </p:spTree>
    <p:extLst>
      <p:ext uri="{BB962C8B-B14F-4D97-AF65-F5344CB8AC3E}">
        <p14:creationId xmlns:p14="http://schemas.microsoft.com/office/powerpoint/2010/main" val="13311404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18</a:t>
            </a:fld>
            <a:endParaRPr lang="it-IT"/>
          </a:p>
        </p:txBody>
      </p:sp>
      <p:sp>
        <p:nvSpPr>
          <p:cNvPr id="5" name="Rettangolo 4"/>
          <p:cNvSpPr/>
          <p:nvPr/>
        </p:nvSpPr>
        <p:spPr>
          <a:xfrm>
            <a:off x="251520" y="1052736"/>
            <a:ext cx="7920880" cy="646331"/>
          </a:xfrm>
          <a:prstGeom prst="rect">
            <a:avLst/>
          </a:prstGeom>
        </p:spPr>
        <p:txBody>
          <a:bodyPr wrap="square">
            <a:spAutoFit/>
          </a:bodyPr>
          <a:lstStyle/>
          <a:p>
            <a:pPr algn="ctr"/>
            <a:r>
              <a:rPr lang="it-IT" dirty="0" smtClean="0"/>
              <a:t>Il DDT è idoneo </a:t>
            </a:r>
            <a:r>
              <a:rPr lang="it-IT" dirty="0"/>
              <a:t>a superare le presunzioni di cessione e di acquisto purché vengano rispettate </a:t>
            </a:r>
            <a:r>
              <a:rPr lang="it-IT" dirty="0" smtClean="0"/>
              <a:t>le seguenti condizioni pregiudiziali:</a:t>
            </a:r>
            <a:endParaRPr lang="it-IT" dirty="0"/>
          </a:p>
        </p:txBody>
      </p:sp>
      <p:sp>
        <p:nvSpPr>
          <p:cNvPr id="7" name="Rettangolo arrotondato 6"/>
          <p:cNvSpPr/>
          <p:nvPr/>
        </p:nvSpPr>
        <p:spPr>
          <a:xfrm>
            <a:off x="251520" y="2132856"/>
            <a:ext cx="3600400" cy="1224136"/>
          </a:xfrm>
          <a:prstGeom prst="round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dirty="0" smtClean="0"/>
              <a:t>Espressa </a:t>
            </a:r>
            <a:r>
              <a:rPr lang="it-IT" dirty="0"/>
              <a:t>indicazione </a:t>
            </a:r>
            <a:r>
              <a:rPr lang="it-IT" dirty="0" smtClean="0"/>
              <a:t>sul documento </a:t>
            </a:r>
            <a:r>
              <a:rPr lang="it-IT" dirty="0"/>
              <a:t>della causale (ad esempio, consegna c/visione,</a:t>
            </a:r>
          </a:p>
          <a:p>
            <a:pPr algn="ctr"/>
            <a:r>
              <a:rPr lang="it-IT" dirty="0"/>
              <a:t>c/prova, ecc</a:t>
            </a:r>
            <a:r>
              <a:rPr lang="it-IT" dirty="0" smtClean="0"/>
              <a:t>.)</a:t>
            </a:r>
            <a:endParaRPr lang="it-IT" dirty="0"/>
          </a:p>
        </p:txBody>
      </p:sp>
      <p:sp>
        <p:nvSpPr>
          <p:cNvPr id="8" name="Rettangolo arrotondato 7"/>
          <p:cNvSpPr/>
          <p:nvPr/>
        </p:nvSpPr>
        <p:spPr>
          <a:xfrm>
            <a:off x="4572000" y="2132856"/>
            <a:ext cx="3600400" cy="1224136"/>
          </a:xfrm>
          <a:prstGeom prst="round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dirty="0" smtClean="0"/>
              <a:t>Conservazione </a:t>
            </a:r>
            <a:r>
              <a:rPr lang="it-IT" dirty="0"/>
              <a:t>del documento stesso, sia da parte dell'emittente che del soggetto</a:t>
            </a:r>
          </a:p>
          <a:p>
            <a:pPr algn="ctr"/>
            <a:r>
              <a:rPr lang="it-IT" dirty="0"/>
              <a:t>destinatario</a:t>
            </a:r>
          </a:p>
        </p:txBody>
      </p:sp>
      <p:pic>
        <p:nvPicPr>
          <p:cNvPr id="16388" name="Picture 4" descr="C:\Users\Silvia\AppData\Local\Microsoft\Windows\Temporary Internet Files\Content.IE5\P6SE5J1B\document-309065_64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9740" y="4077072"/>
            <a:ext cx="2088232" cy="2088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8656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19</a:t>
            </a:fld>
            <a:endParaRPr lang="it-IT"/>
          </a:p>
        </p:txBody>
      </p:sp>
      <p:sp>
        <p:nvSpPr>
          <p:cNvPr id="5" name="Rettangolo 4"/>
          <p:cNvSpPr/>
          <p:nvPr/>
        </p:nvSpPr>
        <p:spPr>
          <a:xfrm>
            <a:off x="251520" y="876776"/>
            <a:ext cx="7920880" cy="3416320"/>
          </a:xfrm>
          <a:prstGeom prst="rect">
            <a:avLst/>
          </a:prstGeom>
        </p:spPr>
        <p:txBody>
          <a:bodyPr wrap="square">
            <a:spAutoFit/>
          </a:bodyPr>
          <a:lstStyle/>
          <a:p>
            <a:pPr algn="just"/>
            <a:r>
              <a:rPr lang="it-IT" dirty="0"/>
              <a:t>In alternativa, la consegna dei beni a titolo non traslativo della proprietà può risultare </a:t>
            </a:r>
            <a:r>
              <a:rPr lang="it-IT" dirty="0" smtClean="0"/>
              <a:t>da un’apposita </a:t>
            </a:r>
            <a:r>
              <a:rPr lang="it-IT" dirty="0"/>
              <a:t>annotazione da cui risultino la natura, qualità, quantità dei beni e la causale </a:t>
            </a:r>
            <a:r>
              <a:rPr lang="it-IT" dirty="0" smtClean="0"/>
              <a:t>di consegna</a:t>
            </a:r>
            <a:r>
              <a:rPr lang="it-IT" dirty="0"/>
              <a:t>:</a:t>
            </a:r>
          </a:p>
          <a:p>
            <a:pPr marL="285750" indent="-285750" algn="just">
              <a:buFont typeface="Wingdings" panose="05000000000000000000" pitchFamily="2" charset="2"/>
              <a:buChar char="§"/>
            </a:pPr>
            <a:r>
              <a:rPr lang="it-IT" dirty="0" smtClean="0"/>
              <a:t>sul </a:t>
            </a:r>
            <a:r>
              <a:rPr lang="it-IT" dirty="0"/>
              <a:t>libro giornale o altro libro tenuto ai sensi del Codice Civile;</a:t>
            </a:r>
          </a:p>
          <a:p>
            <a:pPr marL="285750" indent="-285750" algn="just">
              <a:buFont typeface="Wingdings" panose="05000000000000000000" pitchFamily="2" charset="2"/>
              <a:buChar char="§"/>
            </a:pPr>
            <a:r>
              <a:rPr lang="it-IT" dirty="0" smtClean="0"/>
              <a:t>su </a:t>
            </a:r>
            <a:r>
              <a:rPr lang="it-IT" dirty="0"/>
              <a:t>un apposito registro (ad esempio, registro dei beni in c/visione);</a:t>
            </a:r>
          </a:p>
          <a:p>
            <a:pPr marL="285750" indent="-285750" algn="just">
              <a:buFont typeface="Wingdings" panose="05000000000000000000" pitchFamily="2" charset="2"/>
              <a:buChar char="§"/>
            </a:pPr>
            <a:r>
              <a:rPr lang="it-IT" dirty="0" smtClean="0"/>
              <a:t>in </a:t>
            </a:r>
            <a:r>
              <a:rPr lang="it-IT" dirty="0"/>
              <a:t>uno dei registri previsti dalla normativa IVA (registro IVA vendite, acquisti o corrispettivi</a:t>
            </a:r>
            <a:r>
              <a:rPr lang="it-IT" dirty="0" smtClean="0"/>
              <a:t>)</a:t>
            </a:r>
          </a:p>
          <a:p>
            <a:pPr marL="285750" indent="-285750" algn="just">
              <a:buFont typeface="Wingdings" panose="05000000000000000000" pitchFamily="2" charset="2"/>
              <a:buChar char="§"/>
            </a:pPr>
            <a:endParaRPr lang="it-IT" dirty="0"/>
          </a:p>
          <a:p>
            <a:pPr marL="285750" indent="-285750" algn="just">
              <a:buFont typeface="Wingdings" panose="05000000000000000000" pitchFamily="2" charset="2"/>
              <a:buChar char="§"/>
            </a:pPr>
            <a:endParaRPr lang="it-IT" dirty="0" smtClean="0"/>
          </a:p>
          <a:p>
            <a:pPr algn="just"/>
            <a:r>
              <a:rPr lang="it-IT" dirty="0" smtClean="0"/>
              <a:t>In </a:t>
            </a:r>
            <a:r>
              <a:rPr lang="it-IT" dirty="0"/>
              <a:t>questo caso non è previsto un termine entro il quale effettuare le predette </a:t>
            </a:r>
            <a:r>
              <a:rPr lang="it-IT" dirty="0" smtClean="0"/>
              <a:t>annotazioni; tuttavia</a:t>
            </a:r>
            <a:r>
              <a:rPr lang="it-IT" dirty="0"/>
              <a:t>, è consigliabile provvedervi tempestivamente, per evitare la presunzione di </a:t>
            </a:r>
            <a:r>
              <a:rPr lang="it-IT" dirty="0" smtClean="0"/>
              <a:t>vendita per </a:t>
            </a:r>
            <a:r>
              <a:rPr lang="it-IT" dirty="0"/>
              <a:t>i beni non ancora annotati.</a:t>
            </a:r>
            <a:endParaRPr lang="it-IT" dirty="0"/>
          </a:p>
        </p:txBody>
      </p:sp>
    </p:spTree>
    <p:extLst>
      <p:ext uri="{BB962C8B-B14F-4D97-AF65-F5344CB8AC3E}">
        <p14:creationId xmlns:p14="http://schemas.microsoft.com/office/powerpoint/2010/main" val="1271815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Emissione della fattura</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20</a:t>
            </a:fld>
            <a:endParaRPr lang="it-IT"/>
          </a:p>
        </p:txBody>
      </p:sp>
      <p:sp>
        <p:nvSpPr>
          <p:cNvPr id="5" name="Rettangolo 4"/>
          <p:cNvSpPr/>
          <p:nvPr/>
        </p:nvSpPr>
        <p:spPr>
          <a:xfrm>
            <a:off x="251520" y="1556792"/>
            <a:ext cx="7920880" cy="369332"/>
          </a:xfrm>
          <a:prstGeom prst="rect">
            <a:avLst/>
          </a:prstGeom>
        </p:spPr>
        <p:txBody>
          <a:bodyPr wrap="square">
            <a:spAutoFit/>
          </a:bodyPr>
          <a:lstStyle/>
          <a:p>
            <a:r>
              <a:rPr lang="it-IT" dirty="0"/>
              <a:t>La fattura di vendita deve essere emessa</a:t>
            </a:r>
            <a:r>
              <a:rPr lang="it-IT" dirty="0" smtClean="0"/>
              <a:t>:</a:t>
            </a:r>
            <a:endParaRPr lang="it-IT" dirty="0"/>
          </a:p>
        </p:txBody>
      </p:sp>
      <p:sp>
        <p:nvSpPr>
          <p:cNvPr id="7" name="Rettangolo 6"/>
          <p:cNvSpPr/>
          <p:nvPr/>
        </p:nvSpPr>
        <p:spPr>
          <a:xfrm>
            <a:off x="611560" y="2204864"/>
            <a:ext cx="3240360" cy="165618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relaxedInse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dirty="0"/>
              <a:t>I</a:t>
            </a:r>
            <a:r>
              <a:rPr lang="it-IT" dirty="0" smtClean="0"/>
              <a:t>n </a:t>
            </a:r>
            <a:r>
              <a:rPr lang="it-IT" dirty="0"/>
              <a:t>caso di mancata restituzione dei beni al termine del periodo concordato con la controparte per la prova/visione degli stessi</a:t>
            </a:r>
            <a:endParaRPr lang="it-IT" dirty="0"/>
          </a:p>
        </p:txBody>
      </p:sp>
      <p:sp>
        <p:nvSpPr>
          <p:cNvPr id="8" name="Rettangolo 7"/>
          <p:cNvSpPr/>
          <p:nvPr/>
        </p:nvSpPr>
        <p:spPr>
          <a:xfrm>
            <a:off x="4572000" y="2204864"/>
            <a:ext cx="3168352" cy="165618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relaxedInse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dirty="0" smtClean="0"/>
              <a:t>In </a:t>
            </a:r>
            <a:r>
              <a:rPr lang="it-IT" dirty="0"/>
              <a:t>ogni caso, decorso un anno dalla consegna</a:t>
            </a:r>
          </a:p>
          <a:p>
            <a:pPr algn="ctr"/>
            <a:endParaRPr lang="it-IT" dirty="0"/>
          </a:p>
        </p:txBody>
      </p:sp>
    </p:spTree>
    <p:extLst>
      <p:ext uri="{BB962C8B-B14F-4D97-AF65-F5344CB8AC3E}">
        <p14:creationId xmlns:p14="http://schemas.microsoft.com/office/powerpoint/2010/main" val="31779827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21</a:t>
            </a:fld>
            <a:endParaRPr lang="it-IT"/>
          </a:p>
        </p:txBody>
      </p:sp>
      <p:sp>
        <p:nvSpPr>
          <p:cNvPr id="7" name="Titolo 1"/>
          <p:cNvSpPr txBox="1">
            <a:spLocks/>
          </p:cNvSpPr>
          <p:nvPr/>
        </p:nvSpPr>
        <p:spPr>
          <a:xfrm>
            <a:off x="251520" y="4221088"/>
            <a:ext cx="7920880" cy="1512168"/>
          </a:xfrm>
          <a:prstGeom prst="rect">
            <a:avLst/>
          </a:prstGeom>
        </p:spPr>
        <p:txBody>
          <a:bodyPr vert="horz" lIns="91440" tIns="45720" rIns="91440" bIns="45720" rtlCol="0" anchor="ctr">
            <a:noAutofit/>
          </a:bodyPr>
          <a:lstStyle>
            <a:lvl1pPr algn="ctr" rtl="0" eaLnBrk="1" fontAlgn="base" hangingPunct="1">
              <a:spcBef>
                <a:spcPct val="0"/>
              </a:spcBef>
              <a:spcAft>
                <a:spcPct val="0"/>
              </a:spcAft>
              <a:defRPr lang="en-US" sz="3600" kern="1200" spc="-100" dirty="0">
                <a:solidFill>
                  <a:schemeClr val="tx1">
                    <a:lumMod val="85000"/>
                    <a:lumOff val="15000"/>
                  </a:schemeClr>
                </a:solidFill>
                <a:effectLst>
                  <a:outerShdw blurRad="38100" dist="38100" dir="2700000" algn="tl">
                    <a:srgbClr val="000000">
                      <a:alpha val="43137"/>
                    </a:srgbClr>
                  </a:outerShdw>
                </a:effectLst>
                <a:latin typeface="+mj-lt"/>
                <a:ea typeface="+mn-ea"/>
                <a:cs typeface="+mn-cs"/>
              </a:defRPr>
            </a:lvl1pPr>
            <a:lvl2pPr algn="l" rtl="0" eaLnBrk="1" fontAlgn="base" hangingPunct="1">
              <a:spcBef>
                <a:spcPct val="0"/>
              </a:spcBef>
              <a:spcAft>
                <a:spcPct val="0"/>
              </a:spcAft>
              <a:defRPr sz="4600">
                <a:solidFill>
                  <a:schemeClr val="tx2"/>
                </a:solidFill>
                <a:latin typeface="Cambria" pitchFamily="18" charset="0"/>
              </a:defRPr>
            </a:lvl2pPr>
            <a:lvl3pPr algn="l" rtl="0" eaLnBrk="1" fontAlgn="base" hangingPunct="1">
              <a:spcBef>
                <a:spcPct val="0"/>
              </a:spcBef>
              <a:spcAft>
                <a:spcPct val="0"/>
              </a:spcAft>
              <a:defRPr sz="4600">
                <a:solidFill>
                  <a:schemeClr val="tx2"/>
                </a:solidFill>
                <a:latin typeface="Cambria" pitchFamily="18" charset="0"/>
              </a:defRPr>
            </a:lvl3pPr>
            <a:lvl4pPr algn="l" rtl="0" eaLnBrk="1" fontAlgn="base" hangingPunct="1">
              <a:spcBef>
                <a:spcPct val="0"/>
              </a:spcBef>
              <a:spcAft>
                <a:spcPct val="0"/>
              </a:spcAft>
              <a:defRPr sz="4600">
                <a:solidFill>
                  <a:schemeClr val="tx2"/>
                </a:solidFill>
                <a:latin typeface="Cambria" pitchFamily="18" charset="0"/>
              </a:defRPr>
            </a:lvl4pPr>
            <a:lvl5pPr algn="l" rtl="0" eaLnBrk="1" fontAlgn="base" hangingPunct="1">
              <a:spcBef>
                <a:spcPct val="0"/>
              </a:spcBef>
              <a:spcAft>
                <a:spcPct val="0"/>
              </a:spcAft>
              <a:defRPr sz="4600">
                <a:solidFill>
                  <a:schemeClr val="tx2"/>
                </a:solidFill>
                <a:latin typeface="Cambria" pitchFamily="18" charset="0"/>
              </a:defRPr>
            </a:lvl5pPr>
            <a:lvl6pPr marL="457200" algn="l" rtl="0" eaLnBrk="1" fontAlgn="base" hangingPunct="1">
              <a:spcBef>
                <a:spcPct val="0"/>
              </a:spcBef>
              <a:spcAft>
                <a:spcPct val="0"/>
              </a:spcAft>
              <a:defRPr sz="4600">
                <a:solidFill>
                  <a:schemeClr val="tx2"/>
                </a:solidFill>
                <a:latin typeface="Cambria" pitchFamily="18" charset="0"/>
              </a:defRPr>
            </a:lvl6pPr>
            <a:lvl7pPr marL="914400" algn="l" rtl="0" eaLnBrk="1" fontAlgn="base" hangingPunct="1">
              <a:spcBef>
                <a:spcPct val="0"/>
              </a:spcBef>
              <a:spcAft>
                <a:spcPct val="0"/>
              </a:spcAft>
              <a:defRPr sz="4600">
                <a:solidFill>
                  <a:schemeClr val="tx2"/>
                </a:solidFill>
                <a:latin typeface="Cambria" pitchFamily="18" charset="0"/>
              </a:defRPr>
            </a:lvl7pPr>
            <a:lvl8pPr marL="1371600" algn="l" rtl="0" eaLnBrk="1" fontAlgn="base" hangingPunct="1">
              <a:spcBef>
                <a:spcPct val="0"/>
              </a:spcBef>
              <a:spcAft>
                <a:spcPct val="0"/>
              </a:spcAft>
              <a:defRPr sz="4600">
                <a:solidFill>
                  <a:schemeClr val="tx2"/>
                </a:solidFill>
                <a:latin typeface="Cambria" pitchFamily="18" charset="0"/>
              </a:defRPr>
            </a:lvl8pPr>
            <a:lvl9pPr marL="1828800" algn="l" rtl="0" eaLnBrk="1" fontAlgn="base" hangingPunct="1">
              <a:spcBef>
                <a:spcPct val="0"/>
              </a:spcBef>
              <a:spcAft>
                <a:spcPct val="0"/>
              </a:spcAft>
              <a:defRPr sz="4600">
                <a:solidFill>
                  <a:schemeClr val="tx2"/>
                </a:solidFill>
                <a:latin typeface="Cambria" pitchFamily="18" charset="0"/>
              </a:defRPr>
            </a:lvl9pPr>
          </a:lstStyle>
          <a:p>
            <a:pPr algn="l"/>
            <a:r>
              <a:rPr lang="it-IT" sz="4000" dirty="0" smtClean="0"/>
              <a:t>DISTRUZIONE DELLA MERCE GIACENTE IN MAGAZZINO</a:t>
            </a:r>
            <a:endParaRPr lang="it-IT" sz="4000" dirty="0" smtClean="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6861" y="620688"/>
            <a:ext cx="4201646" cy="31512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89314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Eliminazione beni </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22</a:t>
            </a:fld>
            <a:endParaRPr lang="it-IT"/>
          </a:p>
        </p:txBody>
      </p:sp>
      <p:sp>
        <p:nvSpPr>
          <p:cNvPr id="5" name="Rettangolo 4"/>
          <p:cNvSpPr/>
          <p:nvPr/>
        </p:nvSpPr>
        <p:spPr>
          <a:xfrm>
            <a:off x="251520" y="1720840"/>
            <a:ext cx="7920880" cy="2308324"/>
          </a:xfrm>
          <a:prstGeom prst="rect">
            <a:avLst/>
          </a:prstGeom>
        </p:spPr>
        <p:txBody>
          <a:bodyPr wrap="square">
            <a:spAutoFit/>
          </a:bodyPr>
          <a:lstStyle/>
          <a:p>
            <a:pPr algn="ctr"/>
            <a:r>
              <a:rPr lang="it-IT" dirty="0"/>
              <a:t>L'eliminazione dal processo produttivo di beni obsoleti o inutilizzabili può essere eseguita in </a:t>
            </a:r>
            <a:r>
              <a:rPr lang="it-IT" b="1" dirty="0"/>
              <a:t>modo diretto</a:t>
            </a:r>
            <a:r>
              <a:rPr lang="it-IT" dirty="0"/>
              <a:t>, mediante la distruzione a opera dell'impresa, o in </a:t>
            </a:r>
            <a:r>
              <a:rPr lang="it-IT" b="1" dirty="0"/>
              <a:t>modo indiretto</a:t>
            </a:r>
            <a:r>
              <a:rPr lang="it-IT" dirty="0"/>
              <a:t>, mediante la distruzione affidata a terzi o, in alternativa, la cessione, gratuita o dietro corrispettivo</a:t>
            </a:r>
            <a:r>
              <a:rPr lang="it-IT" dirty="0" smtClean="0"/>
              <a:t>.</a:t>
            </a:r>
          </a:p>
          <a:p>
            <a:pPr algn="ctr"/>
            <a:r>
              <a:rPr lang="it-IT" dirty="0"/>
              <a:t/>
            </a:r>
            <a:br>
              <a:rPr lang="it-IT" dirty="0"/>
            </a:br>
            <a:r>
              <a:rPr lang="it-IT" dirty="0"/>
              <a:t>Quando il contribuente provvede volontariamente alla distruzione diretta di beni, strumentali o di magazzino, il comma 4 dell'articolo 2 del Dpr 441/1997 stabilisce, ai fini della prova, un particolare iter da seguire, che si articola in tre </a:t>
            </a:r>
            <a:r>
              <a:rPr lang="it-IT" dirty="0" smtClean="0"/>
              <a:t>fasi.</a:t>
            </a:r>
            <a:endParaRPr lang="it-IT" dirty="0"/>
          </a:p>
        </p:txBody>
      </p:sp>
    </p:spTree>
    <p:extLst>
      <p:ext uri="{BB962C8B-B14F-4D97-AF65-F5344CB8AC3E}">
        <p14:creationId xmlns:p14="http://schemas.microsoft.com/office/powerpoint/2010/main" val="9827839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Iter distruzione merci</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23</a:t>
            </a:fld>
            <a:endParaRPr lang="it-IT"/>
          </a:p>
        </p:txBody>
      </p:sp>
      <p:sp>
        <p:nvSpPr>
          <p:cNvPr id="5" name="Rettangolo 4"/>
          <p:cNvSpPr/>
          <p:nvPr/>
        </p:nvSpPr>
        <p:spPr>
          <a:xfrm>
            <a:off x="251520" y="1530658"/>
            <a:ext cx="7920880" cy="1754326"/>
          </a:xfrm>
          <a:prstGeom prst="rect">
            <a:avLst/>
          </a:prstGeom>
        </p:spPr>
        <p:txBody>
          <a:bodyPr wrap="square">
            <a:spAutoFit/>
          </a:bodyPr>
          <a:lstStyle/>
          <a:p>
            <a:pPr marL="285750" indent="-285750" algn="just">
              <a:buFont typeface="Wingdings" panose="05000000000000000000" pitchFamily="2" charset="2"/>
              <a:buChar char="§"/>
            </a:pPr>
            <a:r>
              <a:rPr lang="it-IT" dirty="0" smtClean="0"/>
              <a:t>Una comunicazione agli ordini accertatori (Amministrazione Finanziaria e Comandi della Guardia di Finanza competenti) che deve essere inviata almeno 5 giorni prima dell’inizio delle operazioni di distruzione e deve contenere </a:t>
            </a:r>
            <a:r>
              <a:rPr lang="it-IT" b="1" dirty="0" smtClean="0"/>
              <a:t>il luogo, la data e l’ora delle operazioni di distruzione, le modalità di distruzione, la natura dei beni, l’ammontare complessivo dei beni e il valore ottenibile della distruzione</a:t>
            </a:r>
            <a:endParaRPr lang="it-IT" b="1" dirty="0"/>
          </a:p>
        </p:txBody>
      </p:sp>
      <p:pic>
        <p:nvPicPr>
          <p:cNvPr id="7" name="Picture 2" descr="C:\Users\Silvia\AppData\Local\Microsoft\Windows\Temporary Internet Files\Content.IE5\WIRUFBST\document-27655_640[1].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4087" y="3717032"/>
            <a:ext cx="2208287" cy="22433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98551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24</a:t>
            </a:fld>
            <a:endParaRPr lang="it-IT"/>
          </a:p>
        </p:txBody>
      </p:sp>
      <p:sp>
        <p:nvSpPr>
          <p:cNvPr id="5" name="Rettangolo 4"/>
          <p:cNvSpPr/>
          <p:nvPr/>
        </p:nvSpPr>
        <p:spPr>
          <a:xfrm>
            <a:off x="251520" y="1268760"/>
            <a:ext cx="7920880" cy="1477328"/>
          </a:xfrm>
          <a:prstGeom prst="rect">
            <a:avLst/>
          </a:prstGeom>
        </p:spPr>
        <p:txBody>
          <a:bodyPr wrap="square">
            <a:spAutoFit/>
          </a:bodyPr>
          <a:lstStyle/>
          <a:p>
            <a:pPr marL="285750" indent="-285750" algn="just">
              <a:buFont typeface="Wingdings" panose="05000000000000000000" pitchFamily="2" charset="2"/>
              <a:buChar char="§"/>
            </a:pPr>
            <a:r>
              <a:rPr lang="it-IT" dirty="0" smtClean="0"/>
              <a:t>La </a:t>
            </a:r>
            <a:r>
              <a:rPr lang="it-IT" dirty="0"/>
              <a:t>redazione di un verbale a cura dei pubblici ufficiali (funzionari dell’Agenzia delle Entrate, ufficiali della Guardia di Finanza e notai) che presenziano alla distruzione dei beni, dalla quale devono risultare data, ora e luogo in cui avvengono le operazioni, oltre che natura, qualità, quantità e ammontare del costo dei beni </a:t>
            </a:r>
            <a:r>
              <a:rPr lang="it-IT" dirty="0" smtClean="0"/>
              <a:t>distrutti</a:t>
            </a:r>
            <a:endParaRPr lang="it-IT" dirty="0"/>
          </a:p>
        </p:txBody>
      </p:sp>
      <p:pic>
        <p:nvPicPr>
          <p:cNvPr id="7" name="Picture 2" descr="http://azcolorare.com/colorare/zTX/ja8/zTXja8KTB.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3245893"/>
            <a:ext cx="1868668" cy="2490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3003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25</a:t>
            </a:fld>
            <a:endParaRPr lang="it-IT"/>
          </a:p>
        </p:txBody>
      </p:sp>
      <p:sp>
        <p:nvSpPr>
          <p:cNvPr id="5" name="Rettangolo 4"/>
          <p:cNvSpPr/>
          <p:nvPr/>
        </p:nvSpPr>
        <p:spPr>
          <a:xfrm>
            <a:off x="251520" y="1340768"/>
            <a:ext cx="7920880" cy="923330"/>
          </a:xfrm>
          <a:prstGeom prst="rect">
            <a:avLst/>
          </a:prstGeom>
        </p:spPr>
        <p:txBody>
          <a:bodyPr wrap="square">
            <a:spAutoFit/>
          </a:bodyPr>
          <a:lstStyle/>
          <a:p>
            <a:pPr marL="285750" indent="-285750" algn="just">
              <a:buFont typeface="Wingdings" panose="05000000000000000000" pitchFamily="2" charset="2"/>
              <a:buChar char="§"/>
            </a:pPr>
            <a:r>
              <a:rPr lang="it-IT" dirty="0" smtClean="0"/>
              <a:t>Un </a:t>
            </a:r>
            <a:r>
              <a:rPr lang="it-IT" dirty="0"/>
              <a:t>documento di trasporto, per documentare la movimentazione dei beni eventualmente ottenuti dalla distruzione (ad esempio, ceneri risultanti dallo smaltimento dei beni</a:t>
            </a:r>
            <a:r>
              <a:rPr lang="it-IT" dirty="0" smtClean="0"/>
              <a:t>)</a:t>
            </a:r>
            <a:endParaRPr lang="it-IT" dirty="0"/>
          </a:p>
        </p:txBody>
      </p:sp>
      <p:pic>
        <p:nvPicPr>
          <p:cNvPr id="14338" name="Picture 2" descr="http://www.info2000s.org/wp-content/uploads/2013/11/documentoditrasporto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6080" y="2852936"/>
            <a:ext cx="4733925"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16098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26</a:t>
            </a:fld>
            <a:endParaRPr lang="it-IT"/>
          </a:p>
        </p:txBody>
      </p:sp>
      <p:sp>
        <p:nvSpPr>
          <p:cNvPr id="5" name="Rettangolo 4"/>
          <p:cNvSpPr/>
          <p:nvPr/>
        </p:nvSpPr>
        <p:spPr>
          <a:xfrm>
            <a:off x="251520" y="1196752"/>
            <a:ext cx="7920880" cy="3970318"/>
          </a:xfrm>
          <a:prstGeom prst="rect">
            <a:avLst/>
          </a:prstGeom>
        </p:spPr>
        <p:txBody>
          <a:bodyPr wrap="square">
            <a:spAutoFit/>
          </a:bodyPr>
          <a:lstStyle/>
          <a:p>
            <a:pPr algn="ctr"/>
            <a:r>
              <a:rPr lang="it-IT" dirty="0"/>
              <a:t>Nei casi in cui l’ammontare del costo dei beni distrutti </a:t>
            </a:r>
            <a:r>
              <a:rPr lang="it-IT" b="1" dirty="0"/>
              <a:t>non sia superiore a</a:t>
            </a:r>
            <a:r>
              <a:rPr lang="it-IT" dirty="0"/>
              <a:t> </a:t>
            </a:r>
            <a:r>
              <a:rPr lang="it-IT" b="1" dirty="0"/>
              <a:t>10.000 euro</a:t>
            </a:r>
            <a:r>
              <a:rPr lang="it-IT" dirty="0"/>
              <a:t>, in luogo della procedura di cui all’</a:t>
            </a:r>
            <a:r>
              <a:rPr lang="it-IT" b="1" dirty="0"/>
              <a:t>art. 2 del DPR n. 441/97</a:t>
            </a:r>
            <a:r>
              <a:rPr lang="it-IT" dirty="0"/>
              <a:t>, l’azienda potrà redigere una dichiarazione sostitutiva di atto notorio (ai sensi </a:t>
            </a:r>
            <a:r>
              <a:rPr lang="it-IT" dirty="0" smtClean="0"/>
              <a:t>del </a:t>
            </a:r>
            <a:r>
              <a:rPr lang="it-IT" b="1" dirty="0" smtClean="0"/>
              <a:t>DPR </a:t>
            </a:r>
            <a:r>
              <a:rPr lang="it-IT" b="1" dirty="0"/>
              <a:t>n. 445/2000</a:t>
            </a:r>
            <a:r>
              <a:rPr lang="it-IT" dirty="0"/>
              <a:t>). </a:t>
            </a:r>
            <a:endParaRPr lang="it-IT" dirty="0" smtClean="0"/>
          </a:p>
          <a:p>
            <a:pPr algn="ctr"/>
            <a:endParaRPr lang="it-IT" dirty="0"/>
          </a:p>
          <a:p>
            <a:pPr algn="ctr"/>
            <a:r>
              <a:rPr lang="it-IT" dirty="0" smtClean="0"/>
              <a:t>Ai </a:t>
            </a:r>
            <a:r>
              <a:rPr lang="it-IT" dirty="0"/>
              <a:t>fini del superamento del limite di 10.000 euro é necessario fare riferimento al costo di acquisto (o al costo di produzione) dei beni e non al loro valore netto contabile</a:t>
            </a:r>
            <a:r>
              <a:rPr lang="it-IT" dirty="0" smtClean="0"/>
              <a:t>.</a:t>
            </a:r>
          </a:p>
          <a:p>
            <a:pPr algn="ctr"/>
            <a:endParaRPr lang="it-IT" dirty="0"/>
          </a:p>
          <a:p>
            <a:pPr algn="ctr"/>
            <a:r>
              <a:rPr lang="it-IT" dirty="0"/>
              <a:t>Occorre sottolineare che la dichiarazione sostitutiva di atto notorio sostituisce, nei casi consentiti, il verbale </a:t>
            </a:r>
            <a:r>
              <a:rPr lang="it-IT" b="1" dirty="0"/>
              <a:t>ma non la comunicazione scritta</a:t>
            </a:r>
            <a:r>
              <a:rPr lang="it-IT" dirty="0"/>
              <a:t> agli uffici dell’Amministrazione Finanziaria e ai comandi della Guardia di Finanza di competenza che devono essere sempre inviati, salvo il caso in cui la distruzione venga disposta da un organo dell’Amministrazione Pubblica.</a:t>
            </a:r>
          </a:p>
        </p:txBody>
      </p:sp>
    </p:spTree>
    <p:extLst>
      <p:ext uri="{BB962C8B-B14F-4D97-AF65-F5344CB8AC3E}">
        <p14:creationId xmlns:p14="http://schemas.microsoft.com/office/powerpoint/2010/main" val="34738453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Eliminazione beni «rifiuti»</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27</a:t>
            </a:fld>
            <a:endParaRPr lang="it-IT"/>
          </a:p>
        </p:txBody>
      </p:sp>
      <p:sp>
        <p:nvSpPr>
          <p:cNvPr id="5" name="Rettangolo 4"/>
          <p:cNvSpPr/>
          <p:nvPr/>
        </p:nvSpPr>
        <p:spPr>
          <a:xfrm>
            <a:off x="539552" y="1628800"/>
            <a:ext cx="7326560" cy="1754326"/>
          </a:xfrm>
          <a:prstGeom prst="rect">
            <a:avLst/>
          </a:prstGeom>
        </p:spPr>
        <p:txBody>
          <a:bodyPr wrap="square">
            <a:spAutoFit/>
          </a:bodyPr>
          <a:lstStyle/>
          <a:p>
            <a:pPr algn="ctr"/>
            <a:r>
              <a:rPr lang="it-IT" dirty="0"/>
              <a:t>Qualora, invece, i beni da eliminare siano già considerabili </a:t>
            </a:r>
            <a:r>
              <a:rPr lang="it-IT" b="1" dirty="0"/>
              <a:t>«rifiuti» </a:t>
            </a:r>
            <a:r>
              <a:rPr lang="it-IT" dirty="0"/>
              <a:t>(senza che siano necessarie ulteriori trasformazioni), il contribuente può consegnarli a soggetti autorizzati allo smaltimento dei rifiuti, dimostrando la distruzione dei beni mediante il formulario di identificazione di cui all'articolo 193 del Dlgs 3 aprile 2006, n. 152 (che ha sostituito l'articolo 15 del Dlgs 5 febbraio 1997, n. 22).</a:t>
            </a:r>
            <a:endParaRPr lang="it-IT" dirty="0"/>
          </a:p>
        </p:txBody>
      </p:sp>
      <p:pic>
        <p:nvPicPr>
          <p:cNvPr id="25602" name="Picture 2" descr="http://images.clipartlogo.com/files/images/17/176906/aiga-litter-disposal-bg_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9888" y="4221088"/>
            <a:ext cx="2016224" cy="2016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0454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Cessione a titolo oneroso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28</a:t>
            </a:fld>
            <a:endParaRPr lang="it-IT"/>
          </a:p>
        </p:txBody>
      </p:sp>
      <p:sp>
        <p:nvSpPr>
          <p:cNvPr id="5" name="Rettangolo 4"/>
          <p:cNvSpPr/>
          <p:nvPr/>
        </p:nvSpPr>
        <p:spPr>
          <a:xfrm>
            <a:off x="971600" y="1796623"/>
            <a:ext cx="6480720" cy="1200329"/>
          </a:xfrm>
          <a:prstGeom prst="rect">
            <a:avLst/>
          </a:prstGeom>
        </p:spPr>
        <p:txBody>
          <a:bodyPr wrap="square">
            <a:spAutoFit/>
          </a:bodyPr>
          <a:lstStyle/>
          <a:p>
            <a:pPr algn="ctr"/>
            <a:r>
              <a:rPr lang="it-IT" dirty="0"/>
              <a:t>Nel caso, invece, in cui i beni vengano eliminati mediante una ordinaria cessione a titolo oneroso, le presunzioni in esame non possono operare, posto che la fuoriuscita dal processo produttivo è documentata dalla fattura emessa per la vendita.</a:t>
            </a:r>
            <a:endParaRPr lang="it-IT" dirty="0"/>
          </a:p>
        </p:txBody>
      </p:sp>
      <p:pic>
        <p:nvPicPr>
          <p:cNvPr id="26626" name="Picture 2" descr="https://image.freepik.com/vettori-gratuito/documento_17-331165543.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8144" y="3861048"/>
            <a:ext cx="1742089" cy="2434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4735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Vendite in blocco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29</a:t>
            </a:fld>
            <a:endParaRPr lang="it-IT"/>
          </a:p>
        </p:txBody>
      </p:sp>
      <p:sp>
        <p:nvSpPr>
          <p:cNvPr id="5" name="Rettangolo 4"/>
          <p:cNvSpPr/>
          <p:nvPr/>
        </p:nvSpPr>
        <p:spPr>
          <a:xfrm>
            <a:off x="251520" y="1844824"/>
            <a:ext cx="7920880" cy="1200329"/>
          </a:xfrm>
          <a:prstGeom prst="rect">
            <a:avLst/>
          </a:prstGeom>
        </p:spPr>
        <p:txBody>
          <a:bodyPr wrap="square">
            <a:spAutoFit/>
          </a:bodyPr>
          <a:lstStyle/>
          <a:p>
            <a:pPr algn="ctr"/>
            <a:r>
              <a:rPr lang="it-IT" dirty="0"/>
              <a:t> </a:t>
            </a:r>
            <a:r>
              <a:rPr lang="it-IT" dirty="0" smtClean="0"/>
              <a:t>Tra </a:t>
            </a:r>
            <a:r>
              <a:rPr lang="it-IT" dirty="0"/>
              <a:t>le modalità di eliminazione di beni per mezzo di cessioni, ricoprono un ruolo primario le cosiddette </a:t>
            </a:r>
            <a:r>
              <a:rPr lang="it-IT" b="1" dirty="0"/>
              <a:t>«vendite in blocco», </a:t>
            </a:r>
            <a:r>
              <a:rPr lang="it-IT" dirty="0"/>
              <a:t>che, al fine di vincere le presunzioni di cessione, devono essere documentate, oltre che dalla fattura, anche </a:t>
            </a:r>
            <a:r>
              <a:rPr lang="it-IT" dirty="0" smtClean="0"/>
              <a:t>dal</a:t>
            </a:r>
          </a:p>
          <a:p>
            <a:pPr algn="ctr"/>
            <a:r>
              <a:rPr lang="it-IT" dirty="0" smtClean="0"/>
              <a:t>documento </a:t>
            </a:r>
            <a:r>
              <a:rPr lang="it-IT" dirty="0"/>
              <a:t>di trasporto</a:t>
            </a:r>
            <a:endParaRPr lang="it-IT" dirty="0"/>
          </a:p>
        </p:txBody>
      </p:sp>
    </p:spTree>
    <p:extLst>
      <p:ext uri="{BB962C8B-B14F-4D97-AF65-F5344CB8AC3E}">
        <p14:creationId xmlns:p14="http://schemas.microsoft.com/office/powerpoint/2010/main" val="28924893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Cessioni gratuite</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30</a:t>
            </a:fld>
            <a:endParaRPr lang="it-IT"/>
          </a:p>
        </p:txBody>
      </p:sp>
      <p:sp>
        <p:nvSpPr>
          <p:cNvPr id="5" name="Rettangolo 4"/>
          <p:cNvSpPr/>
          <p:nvPr/>
        </p:nvSpPr>
        <p:spPr>
          <a:xfrm>
            <a:off x="251520" y="1369799"/>
            <a:ext cx="7920880" cy="3139321"/>
          </a:xfrm>
          <a:prstGeom prst="rect">
            <a:avLst/>
          </a:prstGeom>
        </p:spPr>
        <p:txBody>
          <a:bodyPr wrap="square">
            <a:spAutoFit/>
          </a:bodyPr>
          <a:lstStyle/>
          <a:p>
            <a:pPr algn="just"/>
            <a:r>
              <a:rPr lang="it-IT" dirty="0"/>
              <a:t>In caso di </a:t>
            </a:r>
            <a:r>
              <a:rPr lang="it-IT" b="1" dirty="0"/>
              <a:t>cessione gratuita di beni obsoleti</a:t>
            </a:r>
            <a:r>
              <a:rPr lang="it-IT" dirty="0"/>
              <a:t>, trova applicazione, in linea generale, la disciplina contenuta nell'</a:t>
            </a:r>
            <a:r>
              <a:rPr lang="it-IT" b="1" dirty="0"/>
              <a:t>articolo 2, n. 4, del Dpr 633/1972</a:t>
            </a:r>
            <a:r>
              <a:rPr lang="it-IT" dirty="0"/>
              <a:t>, secondo </a:t>
            </a:r>
            <a:r>
              <a:rPr lang="it-IT" dirty="0" smtClean="0"/>
              <a:t>cui costituiscono </a:t>
            </a:r>
            <a:r>
              <a:rPr lang="it-IT" dirty="0"/>
              <a:t>cessioni soggette a Iva le cessioni gratuite di beni per i quali è stata operata, all'atto dell'acquisto o dell'importazione, la detrazione dell'imposta: </a:t>
            </a:r>
            <a:endParaRPr lang="it-IT" dirty="0" smtClean="0"/>
          </a:p>
          <a:p>
            <a:pPr algn="just"/>
            <a:r>
              <a:rPr lang="it-IT" dirty="0"/>
              <a:t/>
            </a:r>
            <a:br>
              <a:rPr lang="it-IT" dirty="0"/>
            </a:br>
            <a:r>
              <a:rPr lang="it-IT" dirty="0"/>
              <a:t>a) la cui produzione o il cui commercio rientra nell'attività propria dell'impresa (beni merce), qualunque sia il loro </a:t>
            </a:r>
            <a:r>
              <a:rPr lang="it-IT" dirty="0" smtClean="0"/>
              <a:t>valore</a:t>
            </a:r>
            <a:endParaRPr lang="it-IT" dirty="0"/>
          </a:p>
          <a:p>
            <a:pPr algn="just"/>
            <a:r>
              <a:rPr lang="it-IT" dirty="0"/>
              <a:t/>
            </a:r>
            <a:br>
              <a:rPr lang="it-IT" dirty="0"/>
            </a:br>
            <a:r>
              <a:rPr lang="it-IT" dirty="0"/>
              <a:t>b) la cui produzione o il cui commercio non rientra nell'attività propria dell'impresa se di costo unitario superiore alla cifra di 25,82 euro (per quanto qui rileva, i </a:t>
            </a:r>
            <a:r>
              <a:rPr lang="it-IT" dirty="0" smtClean="0"/>
              <a:t>beni strumentali)</a:t>
            </a:r>
            <a:endParaRPr lang="it-IT" dirty="0"/>
          </a:p>
        </p:txBody>
      </p:sp>
    </p:spTree>
    <p:extLst>
      <p:ext uri="{BB962C8B-B14F-4D97-AF65-F5344CB8AC3E}">
        <p14:creationId xmlns:p14="http://schemas.microsoft.com/office/powerpoint/2010/main" val="22113105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31</a:t>
            </a:fld>
            <a:endParaRPr lang="it-IT"/>
          </a:p>
        </p:txBody>
      </p:sp>
      <p:sp>
        <p:nvSpPr>
          <p:cNvPr id="7" name="Titolo 1"/>
          <p:cNvSpPr txBox="1">
            <a:spLocks/>
          </p:cNvSpPr>
          <p:nvPr/>
        </p:nvSpPr>
        <p:spPr>
          <a:xfrm>
            <a:off x="251520" y="4221088"/>
            <a:ext cx="7920880" cy="1512168"/>
          </a:xfrm>
          <a:prstGeom prst="rect">
            <a:avLst/>
          </a:prstGeom>
        </p:spPr>
        <p:txBody>
          <a:bodyPr vert="horz" lIns="91440" tIns="45720" rIns="91440" bIns="45720" rtlCol="0" anchor="ctr">
            <a:noAutofit/>
          </a:bodyPr>
          <a:lstStyle>
            <a:lvl1pPr algn="ctr" rtl="0" eaLnBrk="1" fontAlgn="base" hangingPunct="1">
              <a:spcBef>
                <a:spcPct val="0"/>
              </a:spcBef>
              <a:spcAft>
                <a:spcPct val="0"/>
              </a:spcAft>
              <a:defRPr lang="en-US" sz="3600" kern="1200" spc="-100" dirty="0">
                <a:solidFill>
                  <a:schemeClr val="tx1">
                    <a:lumMod val="85000"/>
                    <a:lumOff val="15000"/>
                  </a:schemeClr>
                </a:solidFill>
                <a:effectLst>
                  <a:outerShdw blurRad="38100" dist="38100" dir="2700000" algn="tl">
                    <a:srgbClr val="000000">
                      <a:alpha val="43137"/>
                    </a:srgbClr>
                  </a:outerShdw>
                </a:effectLst>
                <a:latin typeface="+mj-lt"/>
                <a:ea typeface="+mn-ea"/>
                <a:cs typeface="+mn-cs"/>
              </a:defRPr>
            </a:lvl1pPr>
            <a:lvl2pPr algn="l" rtl="0" eaLnBrk="1" fontAlgn="base" hangingPunct="1">
              <a:spcBef>
                <a:spcPct val="0"/>
              </a:spcBef>
              <a:spcAft>
                <a:spcPct val="0"/>
              </a:spcAft>
              <a:defRPr sz="4600">
                <a:solidFill>
                  <a:schemeClr val="tx2"/>
                </a:solidFill>
                <a:latin typeface="Cambria" pitchFamily="18" charset="0"/>
              </a:defRPr>
            </a:lvl2pPr>
            <a:lvl3pPr algn="l" rtl="0" eaLnBrk="1" fontAlgn="base" hangingPunct="1">
              <a:spcBef>
                <a:spcPct val="0"/>
              </a:spcBef>
              <a:spcAft>
                <a:spcPct val="0"/>
              </a:spcAft>
              <a:defRPr sz="4600">
                <a:solidFill>
                  <a:schemeClr val="tx2"/>
                </a:solidFill>
                <a:latin typeface="Cambria" pitchFamily="18" charset="0"/>
              </a:defRPr>
            </a:lvl3pPr>
            <a:lvl4pPr algn="l" rtl="0" eaLnBrk="1" fontAlgn="base" hangingPunct="1">
              <a:spcBef>
                <a:spcPct val="0"/>
              </a:spcBef>
              <a:spcAft>
                <a:spcPct val="0"/>
              </a:spcAft>
              <a:defRPr sz="4600">
                <a:solidFill>
                  <a:schemeClr val="tx2"/>
                </a:solidFill>
                <a:latin typeface="Cambria" pitchFamily="18" charset="0"/>
              </a:defRPr>
            </a:lvl4pPr>
            <a:lvl5pPr algn="l" rtl="0" eaLnBrk="1" fontAlgn="base" hangingPunct="1">
              <a:spcBef>
                <a:spcPct val="0"/>
              </a:spcBef>
              <a:spcAft>
                <a:spcPct val="0"/>
              </a:spcAft>
              <a:defRPr sz="4600">
                <a:solidFill>
                  <a:schemeClr val="tx2"/>
                </a:solidFill>
                <a:latin typeface="Cambria" pitchFamily="18" charset="0"/>
              </a:defRPr>
            </a:lvl5pPr>
            <a:lvl6pPr marL="457200" algn="l" rtl="0" eaLnBrk="1" fontAlgn="base" hangingPunct="1">
              <a:spcBef>
                <a:spcPct val="0"/>
              </a:spcBef>
              <a:spcAft>
                <a:spcPct val="0"/>
              </a:spcAft>
              <a:defRPr sz="4600">
                <a:solidFill>
                  <a:schemeClr val="tx2"/>
                </a:solidFill>
                <a:latin typeface="Cambria" pitchFamily="18" charset="0"/>
              </a:defRPr>
            </a:lvl6pPr>
            <a:lvl7pPr marL="914400" algn="l" rtl="0" eaLnBrk="1" fontAlgn="base" hangingPunct="1">
              <a:spcBef>
                <a:spcPct val="0"/>
              </a:spcBef>
              <a:spcAft>
                <a:spcPct val="0"/>
              </a:spcAft>
              <a:defRPr sz="4600">
                <a:solidFill>
                  <a:schemeClr val="tx2"/>
                </a:solidFill>
                <a:latin typeface="Cambria" pitchFamily="18" charset="0"/>
              </a:defRPr>
            </a:lvl7pPr>
            <a:lvl8pPr marL="1371600" algn="l" rtl="0" eaLnBrk="1" fontAlgn="base" hangingPunct="1">
              <a:spcBef>
                <a:spcPct val="0"/>
              </a:spcBef>
              <a:spcAft>
                <a:spcPct val="0"/>
              </a:spcAft>
              <a:defRPr sz="4600">
                <a:solidFill>
                  <a:schemeClr val="tx2"/>
                </a:solidFill>
                <a:latin typeface="Cambria" pitchFamily="18" charset="0"/>
              </a:defRPr>
            </a:lvl8pPr>
            <a:lvl9pPr marL="1828800" algn="l" rtl="0" eaLnBrk="1" fontAlgn="base" hangingPunct="1">
              <a:spcBef>
                <a:spcPct val="0"/>
              </a:spcBef>
              <a:spcAft>
                <a:spcPct val="0"/>
              </a:spcAft>
              <a:defRPr sz="4600">
                <a:solidFill>
                  <a:schemeClr val="tx2"/>
                </a:solidFill>
                <a:latin typeface="Cambria" pitchFamily="18" charset="0"/>
              </a:defRPr>
            </a:lvl9pPr>
          </a:lstStyle>
          <a:p>
            <a:pPr algn="l"/>
            <a:r>
              <a:rPr lang="it-IT" sz="4000" dirty="0" smtClean="0"/>
              <a:t>METODO LIFO E FIFO</a:t>
            </a:r>
            <a:endParaRPr lang="it-IT" sz="4000" dirty="0" smtClean="0"/>
          </a:p>
        </p:txBody>
      </p:sp>
      <p:pic>
        <p:nvPicPr>
          <p:cNvPr id="17410"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7769"/>
          <a:stretch/>
        </p:blipFill>
        <p:spPr bwMode="auto">
          <a:xfrm>
            <a:off x="4499992" y="548680"/>
            <a:ext cx="3024336" cy="29481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4334295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51520" y="346646"/>
            <a:ext cx="7920880" cy="562074"/>
          </a:xfrm>
        </p:spPr>
        <p:txBody>
          <a:bodyPr/>
          <a:lstStyle/>
          <a:p>
            <a:r>
              <a:rPr lang="it-IT" dirty="0" smtClean="0"/>
              <a:t>La valorizzazione dei carichi e degli scarichi</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32</a:t>
            </a:fld>
            <a:endParaRPr lang="it-IT"/>
          </a:p>
        </p:txBody>
      </p:sp>
      <p:sp>
        <p:nvSpPr>
          <p:cNvPr id="5" name="Rettangolo 4"/>
          <p:cNvSpPr/>
          <p:nvPr/>
        </p:nvSpPr>
        <p:spPr>
          <a:xfrm>
            <a:off x="251520" y="1859340"/>
            <a:ext cx="7920880" cy="2585323"/>
          </a:xfrm>
          <a:prstGeom prst="rect">
            <a:avLst/>
          </a:prstGeom>
        </p:spPr>
        <p:txBody>
          <a:bodyPr wrap="square">
            <a:spAutoFit/>
          </a:bodyPr>
          <a:lstStyle/>
          <a:p>
            <a:pPr algn="ctr"/>
            <a:r>
              <a:rPr lang="it-IT" dirty="0"/>
              <a:t>Se la contabilità di magazzino è a quantità e a valori, occorre valorizzare i movimenti di magazzino e la scorta </a:t>
            </a:r>
            <a:r>
              <a:rPr lang="it-IT" dirty="0" smtClean="0"/>
              <a:t>esistente.</a:t>
            </a:r>
          </a:p>
          <a:p>
            <a:pPr algn="ctr"/>
            <a:endParaRPr lang="it-IT" dirty="0" smtClean="0"/>
          </a:p>
          <a:p>
            <a:pPr algn="ctr"/>
            <a:r>
              <a:rPr lang="it-IT" dirty="0" smtClean="0"/>
              <a:t>La </a:t>
            </a:r>
            <a:r>
              <a:rPr lang="it-IT" b="1" dirty="0"/>
              <a:t>valorizzazione dei carichi </a:t>
            </a:r>
            <a:r>
              <a:rPr lang="it-IT" dirty="0"/>
              <a:t>avviene al costo che può essere costo di acquisto o costo di produzione a seconda dell’origine esterna o interna dei </a:t>
            </a:r>
            <a:r>
              <a:rPr lang="it-IT" dirty="0" smtClean="0"/>
              <a:t>beni.</a:t>
            </a:r>
          </a:p>
          <a:p>
            <a:pPr algn="ctr"/>
            <a:endParaRPr lang="it-IT" dirty="0" smtClean="0"/>
          </a:p>
          <a:p>
            <a:pPr algn="ctr"/>
            <a:r>
              <a:rPr lang="it-IT" dirty="0" smtClean="0"/>
              <a:t>La </a:t>
            </a:r>
            <a:r>
              <a:rPr lang="it-IT" b="1" dirty="0"/>
              <a:t>valorizzazione degli scarichi</a:t>
            </a:r>
            <a:r>
              <a:rPr lang="it-IT" dirty="0"/>
              <a:t> è invece più complessa, poiché non è sempre possibile individuare con certezza la corrispondenza tra le unità entrate in magazzino e quelle uscite.</a:t>
            </a:r>
          </a:p>
        </p:txBody>
      </p:sp>
    </p:spTree>
    <p:extLst>
      <p:ext uri="{BB962C8B-B14F-4D97-AF65-F5344CB8AC3E}">
        <p14:creationId xmlns:p14="http://schemas.microsoft.com/office/powerpoint/2010/main" val="390630407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Valorizzazione degli scarichi</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33</a:t>
            </a:fld>
            <a:endParaRPr lang="it-IT"/>
          </a:p>
        </p:txBody>
      </p:sp>
      <p:sp>
        <p:nvSpPr>
          <p:cNvPr id="5" name="Rettangolo 4"/>
          <p:cNvSpPr/>
          <p:nvPr/>
        </p:nvSpPr>
        <p:spPr>
          <a:xfrm>
            <a:off x="251520" y="1198493"/>
            <a:ext cx="7920880" cy="646331"/>
          </a:xfrm>
          <a:prstGeom prst="rect">
            <a:avLst/>
          </a:prstGeom>
        </p:spPr>
        <p:txBody>
          <a:bodyPr wrap="square">
            <a:spAutoFit/>
          </a:bodyPr>
          <a:lstStyle/>
          <a:p>
            <a:pPr algn="ctr"/>
            <a:r>
              <a:rPr lang="it-IT" dirty="0"/>
              <a:t>In ogni caso gli scarichi si rilevano in base al criterio del costo e si effettuano di solito con i seguenti metodi</a:t>
            </a:r>
            <a:r>
              <a:rPr lang="it-IT" dirty="0" smtClean="0"/>
              <a:t>:</a:t>
            </a:r>
            <a:endParaRPr lang="it-IT" dirty="0"/>
          </a:p>
        </p:txBody>
      </p:sp>
      <p:graphicFrame>
        <p:nvGraphicFramePr>
          <p:cNvPr id="6" name="Diagramma 5"/>
          <p:cNvGraphicFramePr/>
          <p:nvPr>
            <p:extLst>
              <p:ext uri="{D42A27DB-BD31-4B8C-83A1-F6EECF244321}">
                <p14:modId xmlns:p14="http://schemas.microsoft.com/office/powerpoint/2010/main" val="4258949130"/>
              </p:ext>
            </p:extLst>
          </p:nvPr>
        </p:nvGraphicFramePr>
        <p:xfrm>
          <a:off x="611560" y="2245320"/>
          <a:ext cx="72008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433959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Metodo del costo medio ponderato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34</a:t>
            </a:fld>
            <a:endParaRPr lang="it-IT"/>
          </a:p>
        </p:txBody>
      </p:sp>
      <p:sp>
        <p:nvSpPr>
          <p:cNvPr id="5" name="Rettangolo 4"/>
          <p:cNvSpPr/>
          <p:nvPr/>
        </p:nvSpPr>
        <p:spPr>
          <a:xfrm>
            <a:off x="251520" y="1124744"/>
            <a:ext cx="7920880" cy="2308324"/>
          </a:xfrm>
          <a:prstGeom prst="rect">
            <a:avLst/>
          </a:prstGeom>
        </p:spPr>
        <p:txBody>
          <a:bodyPr wrap="square">
            <a:spAutoFit/>
          </a:bodyPr>
          <a:lstStyle/>
          <a:p>
            <a:pPr algn="ctr"/>
            <a:r>
              <a:rPr lang="it-IT" dirty="0"/>
              <a:t>Con il metodo del costo medio ponderato il valore di scarico dal magazzino </a:t>
            </a:r>
            <a:r>
              <a:rPr lang="it-IT" dirty="0" smtClean="0"/>
              <a:t>si ottiene </a:t>
            </a:r>
            <a:r>
              <a:rPr lang="it-IT" dirty="0"/>
              <a:t>calcolando la media aritmetica ponderata dei valori di carico, </a:t>
            </a:r>
            <a:r>
              <a:rPr lang="it-IT" dirty="0" smtClean="0"/>
              <a:t>senza distinguere </a:t>
            </a:r>
            <a:r>
              <a:rPr lang="it-IT" dirty="0"/>
              <a:t>tra i diversi lotti </a:t>
            </a:r>
            <a:r>
              <a:rPr lang="it-IT" dirty="0" smtClean="0"/>
              <a:t>ricevuti.</a:t>
            </a:r>
          </a:p>
          <a:p>
            <a:pPr algn="ctr"/>
            <a:endParaRPr lang="it-IT" dirty="0"/>
          </a:p>
          <a:p>
            <a:pPr algn="ctr"/>
            <a:r>
              <a:rPr lang="it-IT" dirty="0"/>
              <a:t>Tale metodo consente di equilibrare eventuali differenze nei prezzi di </a:t>
            </a:r>
            <a:r>
              <a:rPr lang="it-IT" dirty="0" smtClean="0"/>
              <a:t>acquisto, per esempio </a:t>
            </a:r>
            <a:r>
              <a:rPr lang="it-IT" dirty="0"/>
              <a:t>tra le quantità acquistate a inizio anno e quelle di fine esercizio</a:t>
            </a:r>
            <a:r>
              <a:rPr lang="it-IT" dirty="0" smtClean="0"/>
              <a:t>.</a:t>
            </a:r>
          </a:p>
          <a:p>
            <a:endParaRPr lang="it-IT" dirty="0"/>
          </a:p>
          <a:p>
            <a:r>
              <a:rPr lang="it-IT" dirty="0"/>
              <a:t>Il costo medio ponderato può essere calcolato:</a:t>
            </a:r>
            <a:endParaRPr lang="it-IT" dirty="0"/>
          </a:p>
        </p:txBody>
      </p:sp>
      <p:sp>
        <p:nvSpPr>
          <p:cNvPr id="6" name="Rettangolo arrotondato 5"/>
          <p:cNvSpPr/>
          <p:nvPr/>
        </p:nvSpPr>
        <p:spPr>
          <a:xfrm>
            <a:off x="971600" y="3861048"/>
            <a:ext cx="2880320" cy="2016224"/>
          </a:xfrm>
          <a:prstGeom prst="round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b="1" dirty="0" smtClean="0"/>
              <a:t>Per movimento: </a:t>
            </a:r>
          </a:p>
          <a:p>
            <a:pPr algn="ctr"/>
            <a:r>
              <a:rPr lang="it-IT" dirty="0" smtClean="0"/>
              <a:t>il </a:t>
            </a:r>
            <a:r>
              <a:rPr lang="it-IT" dirty="0"/>
              <a:t>valore delle scorte si determina ogni volta che si </a:t>
            </a:r>
            <a:r>
              <a:rPr lang="it-IT" dirty="0" smtClean="0"/>
              <a:t>verificano dei </a:t>
            </a:r>
            <a:r>
              <a:rPr lang="it-IT" dirty="0"/>
              <a:t>movimenti in </a:t>
            </a:r>
            <a:r>
              <a:rPr lang="it-IT" dirty="0" smtClean="0"/>
              <a:t>entrata</a:t>
            </a:r>
            <a:endParaRPr lang="it-IT" dirty="0"/>
          </a:p>
        </p:txBody>
      </p:sp>
      <p:sp>
        <p:nvSpPr>
          <p:cNvPr id="7" name="Rettangolo arrotondato 6"/>
          <p:cNvSpPr/>
          <p:nvPr/>
        </p:nvSpPr>
        <p:spPr>
          <a:xfrm>
            <a:off x="4572000" y="3861048"/>
            <a:ext cx="2880320" cy="2016224"/>
          </a:xfrm>
          <a:prstGeom prst="roundRect">
            <a:avLst/>
          </a:prstGeom>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b="1" dirty="0"/>
              <a:t>P</a:t>
            </a:r>
            <a:r>
              <a:rPr lang="it-IT" b="1" dirty="0" smtClean="0"/>
              <a:t>er </a:t>
            </a:r>
            <a:r>
              <a:rPr lang="it-IT" b="1" dirty="0"/>
              <a:t>periodo: </a:t>
            </a:r>
            <a:endParaRPr lang="it-IT" b="1" dirty="0" smtClean="0"/>
          </a:p>
          <a:p>
            <a:pPr algn="ctr"/>
            <a:r>
              <a:rPr lang="it-IT" dirty="0" smtClean="0"/>
              <a:t>il </a:t>
            </a:r>
            <a:r>
              <a:rPr lang="it-IT" dirty="0"/>
              <a:t>valore delle scorte si determina dopo un periodo prestabilito</a:t>
            </a:r>
          </a:p>
          <a:p>
            <a:pPr algn="ctr"/>
            <a:r>
              <a:rPr lang="it-IT" dirty="0"/>
              <a:t>(mese, anno, ecc.)</a:t>
            </a:r>
            <a:endParaRPr lang="it-IT" dirty="0"/>
          </a:p>
        </p:txBody>
      </p:sp>
    </p:spTree>
    <p:extLst>
      <p:ext uri="{BB962C8B-B14F-4D97-AF65-F5344CB8AC3E}">
        <p14:creationId xmlns:p14="http://schemas.microsoft.com/office/powerpoint/2010/main" val="25483119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Esempio costo medio ponderato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35</a:t>
            </a:fld>
            <a:endParaRPr lang="it-IT"/>
          </a:p>
        </p:txBody>
      </p:sp>
      <p:sp>
        <p:nvSpPr>
          <p:cNvPr id="5" name="Rettangolo 4"/>
          <p:cNvSpPr/>
          <p:nvPr/>
        </p:nvSpPr>
        <p:spPr>
          <a:xfrm>
            <a:off x="251520" y="1443841"/>
            <a:ext cx="7920880" cy="3139321"/>
          </a:xfrm>
          <a:prstGeom prst="rect">
            <a:avLst/>
          </a:prstGeom>
        </p:spPr>
        <p:txBody>
          <a:bodyPr wrap="square">
            <a:spAutoFit/>
          </a:bodyPr>
          <a:lstStyle/>
          <a:p>
            <a:pPr algn="just"/>
            <a:r>
              <a:rPr lang="it-IT" dirty="0"/>
              <a:t>La </a:t>
            </a:r>
            <a:r>
              <a:rPr lang="it-IT" dirty="0" smtClean="0"/>
              <a:t>Rossi </a:t>
            </a:r>
            <a:r>
              <a:rPr lang="it-IT" dirty="0"/>
              <a:t>spa di Genova ha in magazzino in data 1/10 scorte di schede video per complessive 3.500 unità, valorizzate al prezzo unitario di € 31,00. </a:t>
            </a:r>
            <a:endParaRPr lang="it-IT" dirty="0" smtClean="0"/>
          </a:p>
          <a:p>
            <a:pPr algn="just"/>
            <a:endParaRPr lang="it-IT" dirty="0" smtClean="0"/>
          </a:p>
          <a:p>
            <a:pPr algn="just"/>
            <a:r>
              <a:rPr lang="it-IT" dirty="0" smtClean="0"/>
              <a:t>Nel </a:t>
            </a:r>
            <a:r>
              <a:rPr lang="it-IT" dirty="0"/>
              <a:t>mese di ottobre si verificano i seguenti movimenti di </a:t>
            </a:r>
            <a:r>
              <a:rPr lang="it-IT" dirty="0" smtClean="0"/>
              <a:t>magazzino:</a:t>
            </a:r>
          </a:p>
          <a:p>
            <a:pPr marL="285750" indent="-285750" algn="just">
              <a:buFont typeface="Arial" panose="020B0604020202020204" pitchFamily="34" charset="0"/>
              <a:buChar char="•"/>
            </a:pPr>
            <a:r>
              <a:rPr lang="it-IT" dirty="0" smtClean="0"/>
              <a:t>10/10 </a:t>
            </a:r>
            <a:r>
              <a:rPr lang="it-IT" dirty="0"/>
              <a:t>scarico al reparto produzione di 1.400 </a:t>
            </a:r>
            <a:r>
              <a:rPr lang="it-IT" dirty="0" smtClean="0"/>
              <a:t>unità</a:t>
            </a:r>
          </a:p>
          <a:p>
            <a:pPr marL="285750" indent="-285750" algn="just">
              <a:buFont typeface="Arial" panose="020B0604020202020204" pitchFamily="34" charset="0"/>
              <a:buChar char="•"/>
            </a:pPr>
            <a:r>
              <a:rPr lang="it-IT" dirty="0" smtClean="0"/>
              <a:t>13/10 </a:t>
            </a:r>
            <a:r>
              <a:rPr lang="it-IT" dirty="0"/>
              <a:t>acquisto di 700 unità al costo unitario di € </a:t>
            </a:r>
            <a:r>
              <a:rPr lang="it-IT" dirty="0" smtClean="0"/>
              <a:t>32,00</a:t>
            </a:r>
          </a:p>
          <a:p>
            <a:pPr marL="285750" indent="-285750" algn="just">
              <a:buFont typeface="Arial" panose="020B0604020202020204" pitchFamily="34" charset="0"/>
              <a:buChar char="•"/>
            </a:pPr>
            <a:r>
              <a:rPr lang="it-IT" dirty="0" smtClean="0"/>
              <a:t>16/10 </a:t>
            </a:r>
            <a:r>
              <a:rPr lang="it-IT" dirty="0"/>
              <a:t>scarico al reparto produzione di 1.000 </a:t>
            </a:r>
            <a:r>
              <a:rPr lang="it-IT" dirty="0" smtClean="0"/>
              <a:t>unità</a:t>
            </a:r>
          </a:p>
          <a:p>
            <a:pPr marL="285750" indent="-285750" algn="just">
              <a:buFont typeface="Arial" panose="020B0604020202020204" pitchFamily="34" charset="0"/>
              <a:buChar char="•"/>
            </a:pPr>
            <a:r>
              <a:rPr lang="it-IT" dirty="0" smtClean="0"/>
              <a:t>20/10 </a:t>
            </a:r>
            <a:r>
              <a:rPr lang="it-IT" dirty="0"/>
              <a:t>acquisto di 500 unità al costo unitario di € </a:t>
            </a:r>
            <a:r>
              <a:rPr lang="it-IT" dirty="0" smtClean="0"/>
              <a:t>32,40</a:t>
            </a:r>
          </a:p>
          <a:p>
            <a:pPr marL="285750" indent="-285750" algn="just">
              <a:buFont typeface="Arial" panose="020B0604020202020204" pitchFamily="34" charset="0"/>
              <a:buChar char="•"/>
            </a:pPr>
            <a:r>
              <a:rPr lang="it-IT" dirty="0" smtClean="0"/>
              <a:t>23/10 </a:t>
            </a:r>
            <a:r>
              <a:rPr lang="it-IT" dirty="0"/>
              <a:t>scarico al reparto di produzione di 300 </a:t>
            </a:r>
            <a:r>
              <a:rPr lang="it-IT" dirty="0" smtClean="0"/>
              <a:t>unità</a:t>
            </a:r>
          </a:p>
          <a:p>
            <a:pPr marL="285750" indent="-285750" algn="just">
              <a:buFont typeface="Arial" panose="020B0604020202020204" pitchFamily="34" charset="0"/>
              <a:buChar char="•"/>
            </a:pPr>
            <a:r>
              <a:rPr lang="it-IT" dirty="0" smtClean="0"/>
              <a:t>28/10 </a:t>
            </a:r>
            <a:r>
              <a:rPr lang="it-IT" dirty="0"/>
              <a:t>scarico al reparto di produzione di 900 </a:t>
            </a:r>
            <a:r>
              <a:rPr lang="it-IT" dirty="0" smtClean="0"/>
              <a:t>unità</a:t>
            </a:r>
          </a:p>
          <a:p>
            <a:pPr marL="285750" indent="-285750" algn="just">
              <a:buFont typeface="Arial" panose="020B0604020202020204" pitchFamily="34" charset="0"/>
              <a:buChar char="•"/>
            </a:pPr>
            <a:r>
              <a:rPr lang="it-IT" dirty="0" smtClean="0"/>
              <a:t>30/10 </a:t>
            </a:r>
            <a:r>
              <a:rPr lang="it-IT" dirty="0"/>
              <a:t>carico di 300 unità al costo complessivo di € 9.750,00</a:t>
            </a:r>
          </a:p>
        </p:txBody>
      </p:sp>
    </p:spTree>
    <p:extLst>
      <p:ext uri="{BB962C8B-B14F-4D97-AF65-F5344CB8AC3E}">
        <p14:creationId xmlns:p14="http://schemas.microsoft.com/office/powerpoint/2010/main" val="36015957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36</a:t>
            </a:fld>
            <a:endParaRPr lang="it-IT"/>
          </a:p>
        </p:txBody>
      </p:sp>
      <p:pic>
        <p:nvPicPr>
          <p:cNvPr id="18434"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58242" y="1273100"/>
            <a:ext cx="8330182" cy="48922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itolo 1"/>
          <p:cNvSpPr>
            <a:spLocks noGrp="1"/>
          </p:cNvSpPr>
          <p:nvPr>
            <p:ph type="title"/>
          </p:nvPr>
        </p:nvSpPr>
        <p:spPr>
          <a:xfrm>
            <a:off x="251520" y="130622"/>
            <a:ext cx="7920880" cy="562074"/>
          </a:xfrm>
        </p:spPr>
        <p:txBody>
          <a:bodyPr/>
          <a:lstStyle/>
          <a:p>
            <a:r>
              <a:rPr lang="it-IT" dirty="0" smtClean="0"/>
              <a:t>Costo medio ponderato per movimento</a:t>
            </a:r>
            <a:endParaRPr lang="it-IT" dirty="0"/>
          </a:p>
        </p:txBody>
      </p:sp>
    </p:spTree>
    <p:extLst>
      <p:ext uri="{BB962C8B-B14F-4D97-AF65-F5344CB8AC3E}">
        <p14:creationId xmlns:p14="http://schemas.microsoft.com/office/powerpoint/2010/main" val="21822570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37</a:t>
            </a:fld>
            <a:endParaRPr lang="it-IT"/>
          </a:p>
        </p:txBody>
      </p:sp>
      <p:sp>
        <p:nvSpPr>
          <p:cNvPr id="5" name="Rettangolo 4"/>
          <p:cNvSpPr/>
          <p:nvPr/>
        </p:nvSpPr>
        <p:spPr>
          <a:xfrm>
            <a:off x="251520" y="305936"/>
            <a:ext cx="7920880" cy="5355312"/>
          </a:xfrm>
          <a:prstGeom prst="rect">
            <a:avLst/>
          </a:prstGeom>
        </p:spPr>
        <p:txBody>
          <a:bodyPr wrap="square">
            <a:spAutoFit/>
          </a:bodyPr>
          <a:lstStyle/>
          <a:p>
            <a:pPr algn="just"/>
            <a:r>
              <a:rPr lang="it-IT" dirty="0"/>
              <a:t>Ecco come si trovano i valori di </a:t>
            </a:r>
            <a:r>
              <a:rPr lang="it-IT" dirty="0" smtClean="0"/>
              <a:t>scarico:</a:t>
            </a:r>
          </a:p>
          <a:p>
            <a:pPr algn="just"/>
            <a:endParaRPr lang="it-IT" dirty="0"/>
          </a:p>
          <a:p>
            <a:pPr algn="just"/>
            <a:r>
              <a:rPr lang="it-IT" dirty="0"/>
              <a:t>Il costo medio del primo scarico è di € 31,00 per scheda video, e si trova così:</a:t>
            </a:r>
          </a:p>
          <a:p>
            <a:pPr algn="just"/>
            <a:r>
              <a:rPr lang="it-IT" dirty="0"/>
              <a:t>108.500/3.500 = </a:t>
            </a:r>
            <a:r>
              <a:rPr lang="it-IT" dirty="0" smtClean="0"/>
              <a:t>31,00</a:t>
            </a:r>
          </a:p>
          <a:p>
            <a:pPr algn="just"/>
            <a:endParaRPr lang="it-IT" dirty="0"/>
          </a:p>
          <a:p>
            <a:pPr algn="just"/>
            <a:r>
              <a:rPr lang="it-IT" dirty="0"/>
              <a:t>Per la valorizzazione dello scarico del 16 ottobre si procede nel modo seguente:</a:t>
            </a:r>
          </a:p>
          <a:p>
            <a:pPr algn="just"/>
            <a:r>
              <a:rPr lang="it-IT" b="1" i="1" dirty="0"/>
              <a:t>Valore della scorta esistente/scorta esistente </a:t>
            </a:r>
            <a:r>
              <a:rPr lang="it-IT" dirty="0"/>
              <a:t>= 87.500/2.800 = </a:t>
            </a:r>
            <a:r>
              <a:rPr lang="it-IT" dirty="0" smtClean="0"/>
              <a:t>31,25</a:t>
            </a:r>
          </a:p>
          <a:p>
            <a:pPr algn="just"/>
            <a:endParaRPr lang="it-IT" dirty="0"/>
          </a:p>
          <a:p>
            <a:pPr algn="just"/>
            <a:r>
              <a:rPr lang="it-IT" dirty="0"/>
              <a:t>Per gli scarichi del 23 e del 28 ottobre i calcoli sono i seguenti</a:t>
            </a:r>
            <a:r>
              <a:rPr lang="it-IT" dirty="0" smtClean="0"/>
              <a:t>:</a:t>
            </a:r>
            <a:endParaRPr lang="it-IT" dirty="0"/>
          </a:p>
          <a:p>
            <a:pPr algn="just"/>
            <a:r>
              <a:rPr lang="it-IT" dirty="0"/>
              <a:t>72.450/2.300 = 31,50 63.000/2.000 = </a:t>
            </a:r>
            <a:r>
              <a:rPr lang="it-IT" dirty="0" smtClean="0"/>
              <a:t>31,50</a:t>
            </a:r>
          </a:p>
          <a:p>
            <a:pPr algn="just"/>
            <a:endParaRPr lang="it-IT" dirty="0"/>
          </a:p>
          <a:p>
            <a:pPr algn="just"/>
            <a:r>
              <a:rPr lang="it-IT" dirty="0"/>
              <a:t>I valori di scarico delle due ultime operazioni coincidono in quanto non si </a:t>
            </a:r>
            <a:r>
              <a:rPr lang="it-IT" dirty="0" smtClean="0"/>
              <a:t>sono verificate </a:t>
            </a:r>
            <a:r>
              <a:rPr lang="it-IT" dirty="0"/>
              <a:t>operazioni di acquisto nel periodo intercorrente tra le due date.</a:t>
            </a:r>
          </a:p>
          <a:p>
            <a:pPr algn="just"/>
            <a:r>
              <a:rPr lang="it-IT" dirty="0"/>
              <a:t>Applicando il metodo del </a:t>
            </a:r>
            <a:r>
              <a:rPr lang="it-IT" b="1" dirty="0"/>
              <a:t>costo medio ponderato per movimento</a:t>
            </a:r>
            <a:r>
              <a:rPr lang="it-IT" dirty="0"/>
              <a:t>, </a:t>
            </a:r>
            <a:r>
              <a:rPr lang="it-IT" dirty="0" smtClean="0"/>
              <a:t>vengono parzialmente </a:t>
            </a:r>
            <a:r>
              <a:rPr lang="it-IT" dirty="0"/>
              <a:t>annullati eventuali effetti distorsivi derivanti da acquisti effettuati a</a:t>
            </a:r>
          </a:p>
          <a:p>
            <a:pPr algn="just"/>
            <a:r>
              <a:rPr lang="it-IT" dirty="0"/>
              <a:t>prezzi </a:t>
            </a:r>
            <a:r>
              <a:rPr lang="it-IT" dirty="0" smtClean="0"/>
              <a:t>diversi.</a:t>
            </a:r>
          </a:p>
          <a:p>
            <a:pPr algn="just"/>
            <a:endParaRPr lang="it-IT" dirty="0"/>
          </a:p>
          <a:p>
            <a:pPr algn="just"/>
            <a:r>
              <a:rPr lang="it-IT" dirty="0" smtClean="0"/>
              <a:t>Il </a:t>
            </a:r>
            <a:r>
              <a:rPr lang="it-IT" dirty="0"/>
              <a:t>metodo costringe tuttavia l’operatore a ricalcolare ogni volta </a:t>
            </a:r>
            <a:r>
              <a:rPr lang="it-IT" dirty="0" smtClean="0"/>
              <a:t>il costo </a:t>
            </a:r>
            <a:r>
              <a:rPr lang="it-IT" dirty="0"/>
              <a:t>medio di ogni bene in magazzino per determinare il valore di scarico.</a:t>
            </a:r>
            <a:endParaRPr lang="it-IT" dirty="0"/>
          </a:p>
        </p:txBody>
      </p:sp>
    </p:spTree>
    <p:extLst>
      <p:ext uri="{BB962C8B-B14F-4D97-AF65-F5344CB8AC3E}">
        <p14:creationId xmlns:p14="http://schemas.microsoft.com/office/powerpoint/2010/main" val="100609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38</a:t>
            </a:fld>
            <a:endParaRPr lang="it-IT"/>
          </a:p>
        </p:txBody>
      </p:sp>
      <p:sp>
        <p:nvSpPr>
          <p:cNvPr id="5" name="Titolo 1"/>
          <p:cNvSpPr>
            <a:spLocks noGrp="1"/>
          </p:cNvSpPr>
          <p:nvPr>
            <p:ph type="title"/>
          </p:nvPr>
        </p:nvSpPr>
        <p:spPr>
          <a:xfrm>
            <a:off x="251520" y="130622"/>
            <a:ext cx="7920880" cy="562074"/>
          </a:xfrm>
        </p:spPr>
        <p:txBody>
          <a:bodyPr/>
          <a:lstStyle/>
          <a:p>
            <a:r>
              <a:rPr lang="it-IT" dirty="0" smtClean="0"/>
              <a:t>Costo medio ponderato per periodo</a:t>
            </a:r>
            <a:endParaRPr lang="it-IT" dirty="0"/>
          </a:p>
        </p:txBody>
      </p:sp>
      <p:pic>
        <p:nvPicPr>
          <p:cNvPr id="19458"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35496" y="908720"/>
            <a:ext cx="8388424" cy="4115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ettangolo 5"/>
          <p:cNvSpPr/>
          <p:nvPr/>
        </p:nvSpPr>
        <p:spPr>
          <a:xfrm>
            <a:off x="251520" y="5445224"/>
            <a:ext cx="7920880" cy="923330"/>
          </a:xfrm>
          <a:prstGeom prst="rect">
            <a:avLst/>
          </a:prstGeom>
        </p:spPr>
        <p:txBody>
          <a:bodyPr wrap="square">
            <a:spAutoFit/>
          </a:bodyPr>
          <a:lstStyle/>
          <a:p>
            <a:pPr algn="ctr"/>
            <a:r>
              <a:rPr lang="it-IT" dirty="0"/>
              <a:t>Utilizzando il metodo del costo medio ponderato per periodo il valore delle scorte</a:t>
            </a:r>
          </a:p>
          <a:p>
            <a:pPr algn="ctr"/>
            <a:r>
              <a:rPr lang="it-IT" dirty="0"/>
              <a:t>viene aggiornato sulla base dell’intera quantità acquistata in un determinato</a:t>
            </a:r>
          </a:p>
          <a:p>
            <a:pPr algn="ctr"/>
            <a:r>
              <a:rPr lang="it-IT" dirty="0"/>
              <a:t>periodo</a:t>
            </a:r>
            <a:endParaRPr lang="it-IT" dirty="0"/>
          </a:p>
        </p:txBody>
      </p:sp>
    </p:spTree>
    <p:extLst>
      <p:ext uri="{BB962C8B-B14F-4D97-AF65-F5344CB8AC3E}">
        <p14:creationId xmlns:p14="http://schemas.microsoft.com/office/powerpoint/2010/main" val="29923776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Il metodo LIFO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39</a:t>
            </a:fld>
            <a:endParaRPr lang="it-IT"/>
          </a:p>
        </p:txBody>
      </p:sp>
      <p:sp>
        <p:nvSpPr>
          <p:cNvPr id="5" name="Rettangolo 4"/>
          <p:cNvSpPr/>
          <p:nvPr/>
        </p:nvSpPr>
        <p:spPr>
          <a:xfrm>
            <a:off x="251520" y="1268760"/>
            <a:ext cx="7920880" cy="1754326"/>
          </a:xfrm>
          <a:prstGeom prst="rect">
            <a:avLst/>
          </a:prstGeom>
        </p:spPr>
        <p:txBody>
          <a:bodyPr wrap="square">
            <a:spAutoFit/>
          </a:bodyPr>
          <a:lstStyle/>
          <a:p>
            <a:pPr algn="ctr"/>
            <a:r>
              <a:rPr lang="it-IT" dirty="0"/>
              <a:t>Il </a:t>
            </a:r>
            <a:r>
              <a:rPr lang="it-IT" b="1" dirty="0"/>
              <a:t>metodo LIFO </a:t>
            </a:r>
            <a:r>
              <a:rPr lang="it-IT" dirty="0"/>
              <a:t>(</a:t>
            </a:r>
            <a:r>
              <a:rPr lang="it-IT" i="1" dirty="0"/>
              <a:t>Last In First Out</a:t>
            </a:r>
            <a:r>
              <a:rPr lang="it-IT" dirty="0"/>
              <a:t>) ipotizza che le materie o le merci entrate per</a:t>
            </a:r>
          </a:p>
          <a:p>
            <a:pPr algn="ctr"/>
            <a:r>
              <a:rPr lang="it-IT" dirty="0"/>
              <a:t>ultime (</a:t>
            </a:r>
            <a:r>
              <a:rPr lang="it-IT" i="1" dirty="0"/>
              <a:t>last in</a:t>
            </a:r>
            <a:r>
              <a:rPr lang="it-IT" dirty="0"/>
              <a:t>) siano le prime a essere prelevate dal magazzino (</a:t>
            </a:r>
            <a:r>
              <a:rPr lang="it-IT" i="1" dirty="0"/>
              <a:t>first out</a:t>
            </a:r>
            <a:r>
              <a:rPr lang="it-IT" dirty="0" smtClean="0"/>
              <a:t>).</a:t>
            </a:r>
          </a:p>
          <a:p>
            <a:pPr algn="ctr"/>
            <a:endParaRPr lang="it-IT" dirty="0"/>
          </a:p>
          <a:p>
            <a:pPr algn="ctr"/>
            <a:r>
              <a:rPr lang="it-IT" dirty="0"/>
              <a:t>Con questo metodo </a:t>
            </a:r>
            <a:r>
              <a:rPr lang="it-IT" b="1" dirty="0"/>
              <a:t>gli scarichi sono valorizzati utilizzando gli ultimi prezzi pagati</a:t>
            </a:r>
            <a:r>
              <a:rPr lang="it-IT" dirty="0"/>
              <a:t>.</a:t>
            </a:r>
          </a:p>
          <a:p>
            <a:pPr algn="ctr"/>
            <a:r>
              <a:rPr lang="it-IT" dirty="0"/>
              <a:t>La scorta di magazzino viene valorizzata ai costi storici, perché il </a:t>
            </a:r>
            <a:r>
              <a:rPr lang="it-IT" b="1" dirty="0"/>
              <a:t>metodo considera</a:t>
            </a:r>
          </a:p>
          <a:p>
            <a:pPr algn="ctr"/>
            <a:r>
              <a:rPr lang="it-IT" b="1" dirty="0"/>
              <a:t>in rimanenza i pezzi entrati nei periodi più lontani</a:t>
            </a:r>
            <a:r>
              <a:rPr lang="it-IT" dirty="0"/>
              <a:t>.</a:t>
            </a:r>
            <a:endParaRPr lang="it-IT"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660" y="3447678"/>
            <a:ext cx="7848600" cy="3000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676784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Metodo di calcolo LIFO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40</a:t>
            </a:fld>
            <a:endParaRPr lang="it-IT"/>
          </a:p>
        </p:txBody>
      </p:sp>
      <p:sp>
        <p:nvSpPr>
          <p:cNvPr id="6" name="Rettangolo arrotondato 5"/>
          <p:cNvSpPr/>
          <p:nvPr/>
        </p:nvSpPr>
        <p:spPr>
          <a:xfrm>
            <a:off x="971600" y="1556792"/>
            <a:ext cx="2880320" cy="2448272"/>
          </a:xfrm>
          <a:prstGeom prst="roundRect">
            <a:avLst/>
          </a:prstGeom>
          <a:scene3d>
            <a:camera prst="orthographicFront"/>
            <a:lightRig rig="threePt" dir="t"/>
          </a:scene3d>
          <a:sp3d>
            <a:bevelT w="152400" h="50800" prst="softRound"/>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b="1" dirty="0" smtClean="0"/>
              <a:t>Modo continuo: </a:t>
            </a:r>
            <a:r>
              <a:rPr lang="it-IT" dirty="0"/>
              <a:t>aggiornando il valore </a:t>
            </a:r>
            <a:r>
              <a:rPr lang="it-IT" dirty="0" smtClean="0"/>
              <a:t>delle scorte </a:t>
            </a:r>
            <a:r>
              <a:rPr lang="it-IT" dirty="0"/>
              <a:t>e degli scarichi a ogni variazione del </a:t>
            </a:r>
            <a:r>
              <a:rPr lang="it-IT" dirty="0" smtClean="0"/>
              <a:t>magazzino </a:t>
            </a:r>
            <a:endParaRPr lang="it-IT" dirty="0"/>
          </a:p>
        </p:txBody>
      </p:sp>
      <p:sp>
        <p:nvSpPr>
          <p:cNvPr id="7" name="Rettangolo arrotondato 6"/>
          <p:cNvSpPr/>
          <p:nvPr/>
        </p:nvSpPr>
        <p:spPr>
          <a:xfrm>
            <a:off x="4572000" y="1556792"/>
            <a:ext cx="2880320" cy="2448272"/>
          </a:xfrm>
          <a:prstGeom prst="roundRect">
            <a:avLst/>
          </a:prstGeom>
          <a:scene3d>
            <a:camera prst="orthographicFront"/>
            <a:lightRig rig="threePt" dir="t"/>
          </a:scene3d>
          <a:sp3d>
            <a:bevelT w="152400" h="50800" prst="softRound"/>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b="1" dirty="0" smtClean="0"/>
              <a:t>A scatti: </a:t>
            </a:r>
          </a:p>
          <a:p>
            <a:pPr algn="ctr"/>
            <a:r>
              <a:rPr lang="it-IT" dirty="0"/>
              <a:t>con una metodologia contabile che calcola il</a:t>
            </a:r>
          </a:p>
          <a:p>
            <a:pPr algn="ctr"/>
            <a:r>
              <a:rPr lang="it-IT" dirty="0"/>
              <a:t>valore di scarico </a:t>
            </a:r>
            <a:r>
              <a:rPr lang="it-IT" dirty="0" smtClean="0"/>
              <a:t>con riferimento </a:t>
            </a:r>
            <a:r>
              <a:rPr lang="it-IT" dirty="0"/>
              <a:t>ai movimenti di magazzino avvenuti in un </a:t>
            </a:r>
            <a:r>
              <a:rPr lang="it-IT" dirty="0" smtClean="0"/>
              <a:t>certo periodo </a:t>
            </a:r>
            <a:r>
              <a:rPr lang="it-IT" dirty="0"/>
              <a:t>di tempo (in genere mese o anno)</a:t>
            </a:r>
          </a:p>
        </p:txBody>
      </p:sp>
    </p:spTree>
    <p:extLst>
      <p:ext uri="{BB962C8B-B14F-4D97-AF65-F5344CB8AC3E}">
        <p14:creationId xmlns:p14="http://schemas.microsoft.com/office/powerpoint/2010/main" val="13782406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Esempio metodo LIFO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41</a:t>
            </a:fld>
            <a:endParaRPr lang="it-IT"/>
          </a:p>
        </p:txBody>
      </p:sp>
      <p:pic>
        <p:nvPicPr>
          <p:cNvPr id="215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028278"/>
            <a:ext cx="5819775" cy="5353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265976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42</a:t>
            </a:fld>
            <a:endParaRPr lang="it-IT"/>
          </a:p>
        </p:txBody>
      </p:sp>
      <p:sp>
        <p:nvSpPr>
          <p:cNvPr id="5" name="Rettangolo 4"/>
          <p:cNvSpPr/>
          <p:nvPr/>
        </p:nvSpPr>
        <p:spPr>
          <a:xfrm>
            <a:off x="251520" y="548680"/>
            <a:ext cx="7920880" cy="5632311"/>
          </a:xfrm>
          <a:prstGeom prst="rect">
            <a:avLst/>
          </a:prstGeom>
        </p:spPr>
        <p:txBody>
          <a:bodyPr wrap="square">
            <a:spAutoFit/>
          </a:bodyPr>
          <a:lstStyle/>
          <a:p>
            <a:pPr algn="just"/>
            <a:r>
              <a:rPr lang="it-IT" dirty="0" smtClean="0"/>
              <a:t>Con </a:t>
            </a:r>
            <a:r>
              <a:rPr lang="it-IT" dirty="0"/>
              <a:t>il metodo LIFO si contabilizzano </a:t>
            </a:r>
            <a:r>
              <a:rPr lang="it-IT" dirty="0" smtClean="0"/>
              <a:t>gli scarichi </a:t>
            </a:r>
            <a:r>
              <a:rPr lang="it-IT" dirty="0"/>
              <a:t>al prezzo delle schede video entrate in magazzino più di recente. </a:t>
            </a:r>
            <a:r>
              <a:rPr lang="it-IT" dirty="0" smtClean="0"/>
              <a:t>In particolare</a:t>
            </a:r>
            <a:r>
              <a:rPr lang="it-IT" dirty="0"/>
              <a:t>:</a:t>
            </a:r>
          </a:p>
          <a:p>
            <a:pPr algn="just"/>
            <a:r>
              <a:rPr lang="it-IT" dirty="0"/>
              <a:t>Lo scarico del 10/10 è avvenuto a € 31,00 perché questo è il valore dell’esistenza</a:t>
            </a:r>
          </a:p>
          <a:p>
            <a:pPr algn="just"/>
            <a:r>
              <a:rPr lang="it-IT" dirty="0"/>
              <a:t>di inizio periodo</a:t>
            </a:r>
            <a:r>
              <a:rPr lang="it-IT" dirty="0" smtClean="0"/>
              <a:t>.</a:t>
            </a:r>
          </a:p>
          <a:p>
            <a:pPr algn="just"/>
            <a:endParaRPr lang="it-IT" dirty="0"/>
          </a:p>
          <a:p>
            <a:pPr algn="just"/>
            <a:r>
              <a:rPr lang="it-IT" dirty="0"/>
              <a:t>Lo scarico del 16/10 è stato valorizzato con due diversi importi: fino a 700 unità si</a:t>
            </a:r>
          </a:p>
          <a:p>
            <a:pPr algn="just"/>
            <a:r>
              <a:rPr lang="it-IT" dirty="0"/>
              <a:t>sono considerate le ultime schede entrate in magazzino, in carico a € 32,00. Per la</a:t>
            </a:r>
          </a:p>
          <a:p>
            <a:pPr algn="just"/>
            <a:r>
              <a:rPr lang="it-IT" dirty="0"/>
              <a:t>parte eccedente si è considerato il consumo dei beni prelevati dalle scorte più</a:t>
            </a:r>
          </a:p>
          <a:p>
            <a:pPr algn="just"/>
            <a:r>
              <a:rPr lang="it-IT" dirty="0"/>
              <a:t>vecchie, valorizzati a € 31,00</a:t>
            </a:r>
            <a:r>
              <a:rPr lang="it-IT" dirty="0" smtClean="0"/>
              <a:t>.</a:t>
            </a:r>
          </a:p>
          <a:p>
            <a:pPr algn="just"/>
            <a:endParaRPr lang="it-IT" dirty="0"/>
          </a:p>
          <a:p>
            <a:pPr algn="just"/>
            <a:r>
              <a:rPr lang="it-IT" dirty="0"/>
              <a:t>Lo scarico del 23/10 è stato integralmente valorizzato al prezzo degli ultimi</a:t>
            </a:r>
          </a:p>
          <a:p>
            <a:pPr algn="just"/>
            <a:r>
              <a:rPr lang="it-IT" dirty="0"/>
              <a:t>ingranaggi entrati in magazzino, € 32,40</a:t>
            </a:r>
            <a:r>
              <a:rPr lang="it-IT" dirty="0" smtClean="0"/>
              <a:t>.</a:t>
            </a:r>
          </a:p>
          <a:p>
            <a:pPr algn="just"/>
            <a:endParaRPr lang="it-IT" dirty="0" smtClean="0"/>
          </a:p>
          <a:p>
            <a:pPr algn="just"/>
            <a:r>
              <a:rPr lang="it-IT" dirty="0"/>
              <a:t>Lo scarico del 28/10 è stato integralmente valorizzato, fin dove possibile, secondo</a:t>
            </a:r>
          </a:p>
          <a:p>
            <a:pPr algn="just"/>
            <a:r>
              <a:rPr lang="it-IT" dirty="0"/>
              <a:t>il prezzo degli ultimi beni entrati in magazzino (€ 32,40); per la parte eccedente si</a:t>
            </a:r>
          </a:p>
          <a:p>
            <a:pPr algn="just"/>
            <a:r>
              <a:rPr lang="it-IT" dirty="0"/>
              <a:t>sono utilizzate le scorte presenti in azienda da più tempo (€ 31,00</a:t>
            </a:r>
            <a:r>
              <a:rPr lang="it-IT" dirty="0" smtClean="0"/>
              <a:t>).</a:t>
            </a:r>
          </a:p>
          <a:p>
            <a:pPr algn="just"/>
            <a:endParaRPr lang="it-IT" dirty="0"/>
          </a:p>
          <a:p>
            <a:pPr algn="just"/>
            <a:r>
              <a:rPr lang="it-IT" dirty="0"/>
              <a:t>Si noti come il valore delle 1.400 unità rimaste in magazzino (€ 43.850,00) sia pari</a:t>
            </a:r>
          </a:p>
          <a:p>
            <a:pPr algn="just"/>
            <a:r>
              <a:rPr lang="it-IT" dirty="0"/>
              <a:t>al valore della parte rimanente della scorta iniziale (€ 31 x 1.100 = € 34.100,00)</a:t>
            </a:r>
          </a:p>
          <a:p>
            <a:pPr algn="just"/>
            <a:r>
              <a:rPr lang="it-IT" dirty="0"/>
              <a:t>sommato al valore delle 300 schede caricate il 30/10 (€ 9.750,00).</a:t>
            </a:r>
            <a:endParaRPr lang="it-IT" dirty="0"/>
          </a:p>
        </p:txBody>
      </p:sp>
    </p:spTree>
    <p:extLst>
      <p:ext uri="{BB962C8B-B14F-4D97-AF65-F5344CB8AC3E}">
        <p14:creationId xmlns:p14="http://schemas.microsoft.com/office/powerpoint/2010/main" val="2383240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Il metodo FIFO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43</a:t>
            </a:fld>
            <a:endParaRPr lang="it-IT"/>
          </a:p>
        </p:txBody>
      </p:sp>
      <p:sp>
        <p:nvSpPr>
          <p:cNvPr id="5" name="Rettangolo 4"/>
          <p:cNvSpPr/>
          <p:nvPr/>
        </p:nvSpPr>
        <p:spPr>
          <a:xfrm>
            <a:off x="251520" y="908720"/>
            <a:ext cx="7920880" cy="2308324"/>
          </a:xfrm>
          <a:prstGeom prst="rect">
            <a:avLst/>
          </a:prstGeom>
        </p:spPr>
        <p:txBody>
          <a:bodyPr wrap="square">
            <a:spAutoFit/>
          </a:bodyPr>
          <a:lstStyle/>
          <a:p>
            <a:pPr algn="ctr"/>
            <a:r>
              <a:rPr lang="it-IT" b="1" dirty="0"/>
              <a:t>Il metodo FIFO </a:t>
            </a:r>
            <a:r>
              <a:rPr lang="it-IT" i="1" dirty="0"/>
              <a:t>(First In First Out) </a:t>
            </a:r>
            <a:r>
              <a:rPr lang="it-IT" dirty="0"/>
              <a:t>ipotizza che le materie o le merci entrate per</a:t>
            </a:r>
          </a:p>
          <a:p>
            <a:pPr algn="ctr"/>
            <a:r>
              <a:rPr lang="it-IT" dirty="0"/>
              <a:t>prime </a:t>
            </a:r>
            <a:r>
              <a:rPr lang="it-IT" i="1" dirty="0"/>
              <a:t>(first in) </a:t>
            </a:r>
            <a:r>
              <a:rPr lang="it-IT" dirty="0"/>
              <a:t>siano le prime a essere prelevate dal magazzino </a:t>
            </a:r>
            <a:r>
              <a:rPr lang="it-IT" i="1" dirty="0"/>
              <a:t>(first out</a:t>
            </a:r>
            <a:r>
              <a:rPr lang="it-IT" i="1" dirty="0" smtClean="0"/>
              <a:t>).</a:t>
            </a:r>
            <a:endParaRPr lang="it-IT" i="1" dirty="0"/>
          </a:p>
          <a:p>
            <a:pPr algn="ctr"/>
            <a:r>
              <a:rPr lang="it-IT" dirty="0"/>
              <a:t>Con questo metodo gli scarichi sono valorizzati utilizzando i prezzi delle partite</a:t>
            </a:r>
          </a:p>
          <a:p>
            <a:pPr algn="ctr"/>
            <a:r>
              <a:rPr lang="it-IT" dirty="0"/>
              <a:t>acquistate per prime fino alloro esaurimento.</a:t>
            </a:r>
          </a:p>
          <a:p>
            <a:pPr algn="ctr"/>
            <a:r>
              <a:rPr lang="it-IT" dirty="0"/>
              <a:t>La scorta di magazzino </a:t>
            </a:r>
            <a:r>
              <a:rPr lang="it-IT" b="1" dirty="0"/>
              <a:t>viene invece valorizzata a costi correnti</a:t>
            </a:r>
            <a:r>
              <a:rPr lang="it-IT" dirty="0"/>
              <a:t>, perché </a:t>
            </a:r>
            <a:r>
              <a:rPr lang="it-IT" b="1" dirty="0"/>
              <a:t>il metodo</a:t>
            </a:r>
          </a:p>
          <a:p>
            <a:pPr algn="ctr"/>
            <a:r>
              <a:rPr lang="it-IT" b="1" dirty="0"/>
              <a:t>considera in rimanenza i pezzi entrati più recentemente</a:t>
            </a:r>
            <a:r>
              <a:rPr lang="it-IT" dirty="0" smtClean="0"/>
              <a:t>.</a:t>
            </a:r>
            <a:endParaRPr lang="it-IT" dirty="0"/>
          </a:p>
          <a:p>
            <a:pPr algn="ctr"/>
            <a:r>
              <a:rPr lang="it-IT" dirty="0"/>
              <a:t>Il metodo FIFO è applicato in modo continuo, cioè aggiornando scorte e scarichi a</a:t>
            </a:r>
          </a:p>
          <a:p>
            <a:pPr algn="ctr"/>
            <a:r>
              <a:rPr lang="it-IT" dirty="0"/>
              <a:t>ogni variazione di magazzino.</a:t>
            </a:r>
            <a:endParaRPr lang="it-IT" dirty="0"/>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308922"/>
            <a:ext cx="5904656" cy="3432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673081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Esempio metodo FIFO</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44</a:t>
            </a:fld>
            <a:endParaRPr lang="it-IT"/>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9238" y="1107529"/>
            <a:ext cx="6105525" cy="5057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8682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45</a:t>
            </a:fld>
            <a:endParaRPr lang="it-IT"/>
          </a:p>
        </p:txBody>
      </p:sp>
      <p:sp>
        <p:nvSpPr>
          <p:cNvPr id="5" name="Rettangolo 4"/>
          <p:cNvSpPr/>
          <p:nvPr/>
        </p:nvSpPr>
        <p:spPr>
          <a:xfrm>
            <a:off x="251520" y="704885"/>
            <a:ext cx="7920880" cy="4524315"/>
          </a:xfrm>
          <a:prstGeom prst="rect">
            <a:avLst/>
          </a:prstGeom>
        </p:spPr>
        <p:txBody>
          <a:bodyPr wrap="square">
            <a:spAutoFit/>
          </a:bodyPr>
          <a:lstStyle/>
          <a:p>
            <a:pPr algn="just"/>
            <a:r>
              <a:rPr lang="it-IT" dirty="0"/>
              <a:t>Con il metodo FIFO gli scarichi si contabilizzano al prezzo delle schede entrate </a:t>
            </a:r>
            <a:r>
              <a:rPr lang="it-IT" dirty="0" smtClean="0"/>
              <a:t>per prime </a:t>
            </a:r>
            <a:r>
              <a:rPr lang="it-IT" dirty="0"/>
              <a:t>in magazzino. In particolare:</a:t>
            </a:r>
          </a:p>
          <a:p>
            <a:pPr algn="just"/>
            <a:r>
              <a:rPr lang="it-IT" dirty="0"/>
              <a:t>Gli scarichi del 10, 16 e 23 ottobre sono stati effettuati al prezzo delle scorte iniziali</a:t>
            </a:r>
          </a:p>
          <a:p>
            <a:pPr algn="just"/>
            <a:r>
              <a:rPr lang="it-IT" dirty="0"/>
              <a:t>(€ 31,00</a:t>
            </a:r>
            <a:r>
              <a:rPr lang="it-IT" dirty="0" smtClean="0"/>
              <a:t>).</a:t>
            </a:r>
          </a:p>
          <a:p>
            <a:pPr algn="just"/>
            <a:endParaRPr lang="it-IT" dirty="0"/>
          </a:p>
          <a:p>
            <a:pPr algn="just"/>
            <a:r>
              <a:rPr lang="it-IT" dirty="0"/>
              <a:t>Lo scarico del 28/10 è stato in parte effettuato al valore delle scorte più </a:t>
            </a:r>
            <a:r>
              <a:rPr lang="it-IT" dirty="0" smtClean="0"/>
              <a:t>vecchie, mentre per la parte eccedente si è fatto ricorso al prezzo del primo acquisto.</a:t>
            </a:r>
          </a:p>
          <a:p>
            <a:pPr algn="just"/>
            <a:endParaRPr lang="it-IT" dirty="0"/>
          </a:p>
          <a:p>
            <a:pPr algn="just"/>
            <a:r>
              <a:rPr lang="it-IT" dirty="0"/>
              <a:t>Si noti come il valore delle 1.400 unità rimaste in magazzino (€ 45.150,00) sia </a:t>
            </a:r>
            <a:r>
              <a:rPr lang="it-IT" dirty="0" smtClean="0"/>
              <a:t>pari al </a:t>
            </a:r>
            <a:r>
              <a:rPr lang="it-IT" dirty="0"/>
              <a:t>valore delle schede video acquistate in data 13/10 e non scaricati (€ 32,00 x </a:t>
            </a:r>
            <a:r>
              <a:rPr lang="it-IT" dirty="0" smtClean="0"/>
              <a:t>600 = </a:t>
            </a:r>
            <a:r>
              <a:rPr lang="it-IT" dirty="0"/>
              <a:t>€ 19.200) aggiunto a quello delle schede acquistate il 20/10 (€ 16.200) e </a:t>
            </a:r>
            <a:r>
              <a:rPr lang="it-IT" dirty="0" smtClean="0"/>
              <a:t>a quello </a:t>
            </a:r>
            <a:r>
              <a:rPr lang="it-IT" dirty="0"/>
              <a:t>delle schede acquistate il 30/10 (€ 9.750). </a:t>
            </a:r>
            <a:endParaRPr lang="it-IT" dirty="0" smtClean="0"/>
          </a:p>
          <a:p>
            <a:pPr algn="just"/>
            <a:endParaRPr lang="it-IT" dirty="0"/>
          </a:p>
          <a:p>
            <a:pPr algn="just"/>
            <a:endParaRPr lang="it-IT" dirty="0" smtClean="0"/>
          </a:p>
          <a:p>
            <a:pPr algn="just"/>
            <a:r>
              <a:rPr lang="it-IT" dirty="0" smtClean="0"/>
              <a:t>Si </a:t>
            </a:r>
            <a:r>
              <a:rPr lang="it-IT" dirty="0"/>
              <a:t>dimostra quindi che </a:t>
            </a:r>
            <a:r>
              <a:rPr lang="it-IT" dirty="0" smtClean="0"/>
              <a:t>sono rimaste </a:t>
            </a:r>
            <a:r>
              <a:rPr lang="it-IT" dirty="0"/>
              <a:t>in magazzino le ultime schede acquistate dalla </a:t>
            </a:r>
            <a:r>
              <a:rPr lang="it-IT" dirty="0" smtClean="0"/>
              <a:t>Rossi </a:t>
            </a:r>
            <a:r>
              <a:rPr lang="it-IT" dirty="0"/>
              <a:t>spa</a:t>
            </a:r>
            <a:endParaRPr lang="it-IT" dirty="0"/>
          </a:p>
        </p:txBody>
      </p:sp>
    </p:spTree>
    <p:extLst>
      <p:ext uri="{BB962C8B-B14F-4D97-AF65-F5344CB8AC3E}">
        <p14:creationId xmlns:p14="http://schemas.microsoft.com/office/powerpoint/2010/main" val="28712496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Esame dei tre metodi</a:t>
            </a:r>
            <a:endParaRPr lang="it-IT" dirty="0"/>
          </a:p>
        </p:txBody>
      </p:sp>
      <p:sp>
        <p:nvSpPr>
          <p:cNvPr id="4" name="Segnaposto numero diapositiva 3"/>
          <p:cNvSpPr>
            <a:spLocks noGrp="1"/>
          </p:cNvSpPr>
          <p:nvPr>
            <p:ph type="sldNum" sz="quarter" idx="10"/>
          </p:nvPr>
        </p:nvSpPr>
        <p:spPr/>
        <p:txBody>
          <a:bodyPr/>
          <a:lstStyle/>
          <a:p>
            <a:fld id="{7186D87E-6BCC-4852-A0F4-880991C1B137}" type="slidenum">
              <a:rPr lang="it-IT" smtClean="0"/>
              <a:t>46</a:t>
            </a:fld>
            <a:endParaRPr lang="it-IT"/>
          </a:p>
        </p:txBody>
      </p:sp>
      <p:sp>
        <p:nvSpPr>
          <p:cNvPr id="5" name="Rettangolo 4"/>
          <p:cNvSpPr/>
          <p:nvPr/>
        </p:nvSpPr>
        <p:spPr>
          <a:xfrm>
            <a:off x="251520" y="1484784"/>
            <a:ext cx="7920880" cy="3970318"/>
          </a:xfrm>
          <a:prstGeom prst="rect">
            <a:avLst/>
          </a:prstGeom>
        </p:spPr>
        <p:txBody>
          <a:bodyPr wrap="square">
            <a:spAutoFit/>
          </a:bodyPr>
          <a:lstStyle/>
          <a:p>
            <a:pPr algn="just"/>
            <a:r>
              <a:rPr lang="it-IT" dirty="0"/>
              <a:t>L’esame dei tre metodi di valutazione degli scarichi di magazzino consente </a:t>
            </a:r>
            <a:r>
              <a:rPr lang="it-IT" dirty="0" smtClean="0"/>
              <a:t>di formulare </a:t>
            </a:r>
            <a:r>
              <a:rPr lang="it-IT" dirty="0"/>
              <a:t>le seguenti osservazioni</a:t>
            </a:r>
            <a:r>
              <a:rPr lang="it-IT" dirty="0" smtClean="0"/>
              <a:t>:</a:t>
            </a:r>
          </a:p>
          <a:p>
            <a:pPr algn="just"/>
            <a:endParaRPr lang="it-IT" dirty="0"/>
          </a:p>
          <a:p>
            <a:pPr algn="just"/>
            <a:r>
              <a:rPr lang="it-IT" dirty="0"/>
              <a:t>• In presenza di </a:t>
            </a:r>
            <a:r>
              <a:rPr lang="it-IT" i="1" dirty="0"/>
              <a:t>prezzi costanti i tre metodi generano risultati uguali </a:t>
            </a:r>
            <a:r>
              <a:rPr lang="it-IT" dirty="0"/>
              <a:t>in termini </a:t>
            </a:r>
            <a:r>
              <a:rPr lang="it-IT" dirty="0" smtClean="0"/>
              <a:t>di valore </a:t>
            </a:r>
            <a:r>
              <a:rPr lang="it-IT" dirty="0"/>
              <a:t>dei beni scaricati e di scorta di </a:t>
            </a:r>
            <a:r>
              <a:rPr lang="it-IT" dirty="0" smtClean="0"/>
              <a:t>magazzino</a:t>
            </a:r>
          </a:p>
          <a:p>
            <a:pPr algn="just"/>
            <a:endParaRPr lang="it-IT" dirty="0"/>
          </a:p>
          <a:p>
            <a:pPr algn="just"/>
            <a:r>
              <a:rPr lang="it-IT" dirty="0"/>
              <a:t>• In presenza di </a:t>
            </a:r>
            <a:r>
              <a:rPr lang="it-IT" i="1" dirty="0"/>
              <a:t>prezzi crescenti </a:t>
            </a:r>
            <a:r>
              <a:rPr lang="it-IT" dirty="0"/>
              <a:t>il </a:t>
            </a:r>
            <a:r>
              <a:rPr lang="it-IT" i="1" dirty="0"/>
              <a:t>metodo LIFO porta a un valore </a:t>
            </a:r>
            <a:r>
              <a:rPr lang="it-IT" i="1" dirty="0" smtClean="0"/>
              <a:t>delle rimanenze </a:t>
            </a:r>
            <a:r>
              <a:rPr lang="it-IT" i="1" dirty="0"/>
              <a:t>inferiore </a:t>
            </a:r>
            <a:r>
              <a:rPr lang="it-IT" dirty="0"/>
              <a:t>rispetto al metodo FIFO: con il LIFO, infatti, gli ultimi </a:t>
            </a:r>
            <a:r>
              <a:rPr lang="it-IT" dirty="0" smtClean="0"/>
              <a:t>beni acquistati </a:t>
            </a:r>
            <a:r>
              <a:rPr lang="it-IT" dirty="0"/>
              <a:t>(a prezzi più alti) risultano scaricati. Il LIFO può pertanto </a:t>
            </a:r>
            <a:r>
              <a:rPr lang="it-IT" dirty="0" smtClean="0"/>
              <a:t>comportare la </a:t>
            </a:r>
            <a:r>
              <a:rPr lang="it-IT" dirty="0"/>
              <a:t>sottovalutazione delle scorte mentre, con il metodo FIFO, le </a:t>
            </a:r>
            <a:r>
              <a:rPr lang="it-IT" dirty="0" smtClean="0"/>
              <a:t>rimanenze presentano </a:t>
            </a:r>
            <a:r>
              <a:rPr lang="it-IT" dirty="0"/>
              <a:t>un valore </a:t>
            </a:r>
            <a:r>
              <a:rPr lang="it-IT" dirty="0" smtClean="0"/>
              <a:t>maggiore</a:t>
            </a:r>
          </a:p>
          <a:p>
            <a:pPr algn="just"/>
            <a:endParaRPr lang="it-IT" dirty="0"/>
          </a:p>
          <a:p>
            <a:pPr algn="just"/>
            <a:r>
              <a:rPr lang="it-IT" dirty="0"/>
              <a:t>• In periodi di </a:t>
            </a:r>
            <a:r>
              <a:rPr lang="it-IT" i="1" dirty="0"/>
              <a:t>prezzi decrescenti</a:t>
            </a:r>
            <a:r>
              <a:rPr lang="it-IT" dirty="0"/>
              <a:t>, invece, </a:t>
            </a:r>
            <a:r>
              <a:rPr lang="it-IT" i="1" dirty="0"/>
              <a:t>le rimanenze di magazzino </a:t>
            </a:r>
            <a:r>
              <a:rPr lang="it-IT" i="1" dirty="0" smtClean="0"/>
              <a:t>presentano un </a:t>
            </a:r>
            <a:r>
              <a:rPr lang="it-IT" i="1" dirty="0"/>
              <a:t>valore maggiore se valutate con il metodo </a:t>
            </a:r>
            <a:r>
              <a:rPr lang="it-IT" i="1" dirty="0" smtClean="0"/>
              <a:t>LIFO</a:t>
            </a:r>
            <a:endParaRPr lang="it-IT" dirty="0"/>
          </a:p>
        </p:txBody>
      </p:sp>
    </p:spTree>
    <p:extLst>
      <p:ext uri="{BB962C8B-B14F-4D97-AF65-F5344CB8AC3E}">
        <p14:creationId xmlns:p14="http://schemas.microsoft.com/office/powerpoint/2010/main" val="15507789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7186D87E-6BCC-4852-A0F4-880991C1B137}" type="slidenum">
              <a:rPr lang="it-IT" smtClean="0"/>
              <a:t>47</a:t>
            </a:fld>
            <a:endParaRPr lang="it-IT"/>
          </a:p>
        </p:txBody>
      </p:sp>
      <p:sp>
        <p:nvSpPr>
          <p:cNvPr id="5" name="Rettangolo 4"/>
          <p:cNvSpPr/>
          <p:nvPr/>
        </p:nvSpPr>
        <p:spPr>
          <a:xfrm>
            <a:off x="251520" y="1020792"/>
            <a:ext cx="7920880" cy="3693319"/>
          </a:xfrm>
          <a:prstGeom prst="rect">
            <a:avLst/>
          </a:prstGeom>
        </p:spPr>
        <p:txBody>
          <a:bodyPr wrap="square">
            <a:spAutoFit/>
          </a:bodyPr>
          <a:lstStyle/>
          <a:p>
            <a:pPr algn="just"/>
            <a:r>
              <a:rPr lang="it-IT" dirty="0"/>
              <a:t>• Con il </a:t>
            </a:r>
            <a:r>
              <a:rPr lang="it-IT" i="1" dirty="0"/>
              <a:t>metodo del costo medio ponderato </a:t>
            </a:r>
            <a:r>
              <a:rPr lang="it-IT" dirty="0"/>
              <a:t>il </a:t>
            </a:r>
            <a:r>
              <a:rPr lang="it-IT" i="1" dirty="0"/>
              <a:t>valore del magazzino </a:t>
            </a:r>
            <a:r>
              <a:rPr lang="it-IT" dirty="0" smtClean="0"/>
              <a:t>risulta </a:t>
            </a:r>
            <a:r>
              <a:rPr lang="it-IT" i="1" dirty="0" smtClean="0"/>
              <a:t>compreso </a:t>
            </a:r>
            <a:r>
              <a:rPr lang="it-IT" i="1" dirty="0"/>
              <a:t>tra i valori ottenuti con i metodi LIFO e </a:t>
            </a:r>
            <a:r>
              <a:rPr lang="it-IT" i="1" dirty="0" smtClean="0"/>
              <a:t>FIFO</a:t>
            </a:r>
            <a:endParaRPr lang="it-IT" dirty="0"/>
          </a:p>
          <a:p>
            <a:pPr algn="just"/>
            <a:endParaRPr lang="it-IT" dirty="0"/>
          </a:p>
          <a:p>
            <a:pPr algn="just"/>
            <a:r>
              <a:rPr lang="it-IT" dirty="0"/>
              <a:t>• Ai fini della determinazione del costo di produzione, il </a:t>
            </a:r>
            <a:r>
              <a:rPr lang="it-IT" i="1" dirty="0"/>
              <a:t>metodo LIFO</a:t>
            </a:r>
            <a:r>
              <a:rPr lang="it-IT" dirty="0"/>
              <a:t>, </a:t>
            </a:r>
            <a:r>
              <a:rPr lang="it-IT" dirty="0" smtClean="0"/>
              <a:t>scaricando a </a:t>
            </a:r>
            <a:r>
              <a:rPr lang="it-IT" dirty="0"/>
              <a:t>prezzi più recenti, </a:t>
            </a:r>
            <a:r>
              <a:rPr lang="it-IT" i="1" dirty="0"/>
              <a:t>determina un valore più realistico </a:t>
            </a:r>
            <a:r>
              <a:rPr lang="it-IT" dirty="0"/>
              <a:t>di quello calcolato con </a:t>
            </a:r>
            <a:r>
              <a:rPr lang="it-IT" dirty="0" smtClean="0"/>
              <a:t>il metodo </a:t>
            </a:r>
            <a:r>
              <a:rPr lang="it-IT" dirty="0"/>
              <a:t>FIFO, che imputa i costi delle materie utilizzate nel processo </a:t>
            </a:r>
            <a:r>
              <a:rPr lang="it-IT" dirty="0" smtClean="0"/>
              <a:t>produttivo sulla </a:t>
            </a:r>
            <a:r>
              <a:rPr lang="it-IT" dirty="0"/>
              <a:t>base dei prezzi più </a:t>
            </a:r>
            <a:r>
              <a:rPr lang="it-IT" dirty="0" smtClean="0"/>
              <a:t>remoti</a:t>
            </a:r>
          </a:p>
          <a:p>
            <a:pPr algn="just"/>
            <a:endParaRPr lang="it-IT" dirty="0"/>
          </a:p>
          <a:p>
            <a:pPr algn="just"/>
            <a:r>
              <a:rPr lang="it-IT" dirty="0"/>
              <a:t>• I metodi LIFO e FIFO presentano </a:t>
            </a:r>
            <a:r>
              <a:rPr lang="it-IT" i="1" dirty="0"/>
              <a:t>l’inconveniente di scaricare a prezzi </a:t>
            </a:r>
            <a:r>
              <a:rPr lang="it-IT" i="1" dirty="0" smtClean="0"/>
              <a:t>diversi quantità </a:t>
            </a:r>
            <a:r>
              <a:rPr lang="it-IT" i="1" dirty="0"/>
              <a:t>di materie prelevate nello stesso momento e per la stessa </a:t>
            </a:r>
            <a:r>
              <a:rPr lang="it-IT" i="1" dirty="0" smtClean="0"/>
              <a:t>commessa </a:t>
            </a:r>
            <a:r>
              <a:rPr lang="it-IT" dirty="0" smtClean="0"/>
              <a:t>(come avviene </a:t>
            </a:r>
            <a:r>
              <a:rPr lang="it-IT" dirty="0"/>
              <a:t>nelle operazioni del 16/10 per il LIFO e </a:t>
            </a:r>
            <a:r>
              <a:rPr lang="it-IT" dirty="0" smtClean="0"/>
              <a:t>del 28/10 </a:t>
            </a:r>
            <a:r>
              <a:rPr lang="it-IT" dirty="0"/>
              <a:t>per il FIFO per entrambi i metodi). In questi casi, talvolta, </a:t>
            </a:r>
            <a:r>
              <a:rPr lang="it-IT" dirty="0" smtClean="0"/>
              <a:t>l’intero prelievo </a:t>
            </a:r>
            <a:r>
              <a:rPr lang="it-IT" dirty="0"/>
              <a:t>viene scaricato a un unico valore, senza tenere conto della </a:t>
            </a:r>
            <a:r>
              <a:rPr lang="it-IT" dirty="0" smtClean="0"/>
              <a:t>consistenza effettiva </a:t>
            </a:r>
            <a:r>
              <a:rPr lang="it-IT" dirty="0"/>
              <a:t>dei lotti </a:t>
            </a:r>
            <a:r>
              <a:rPr lang="it-IT" dirty="0" smtClean="0"/>
              <a:t>utilizzati</a:t>
            </a:r>
            <a:endParaRPr lang="it-IT" dirty="0"/>
          </a:p>
        </p:txBody>
      </p:sp>
    </p:spTree>
    <p:extLst>
      <p:ext uri="{BB962C8B-B14F-4D97-AF65-F5344CB8AC3E}">
        <p14:creationId xmlns:p14="http://schemas.microsoft.com/office/powerpoint/2010/main" val="36545671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48</a:t>
            </a:fld>
            <a:endParaRPr lang="it-IT"/>
          </a:p>
        </p:txBody>
      </p:sp>
      <p:sp>
        <p:nvSpPr>
          <p:cNvPr id="7" name="Titolo 1"/>
          <p:cNvSpPr txBox="1">
            <a:spLocks/>
          </p:cNvSpPr>
          <p:nvPr/>
        </p:nvSpPr>
        <p:spPr>
          <a:xfrm>
            <a:off x="251520" y="4221088"/>
            <a:ext cx="7920880" cy="1512168"/>
          </a:xfrm>
          <a:prstGeom prst="rect">
            <a:avLst/>
          </a:prstGeom>
        </p:spPr>
        <p:txBody>
          <a:bodyPr vert="horz" lIns="91440" tIns="45720" rIns="91440" bIns="45720" rtlCol="0" anchor="ctr">
            <a:noAutofit/>
          </a:bodyPr>
          <a:lstStyle>
            <a:lvl1pPr algn="ctr" rtl="0" eaLnBrk="1" fontAlgn="base" hangingPunct="1">
              <a:spcBef>
                <a:spcPct val="0"/>
              </a:spcBef>
              <a:spcAft>
                <a:spcPct val="0"/>
              </a:spcAft>
              <a:defRPr lang="en-US" sz="3600" kern="1200" spc="-100" dirty="0">
                <a:solidFill>
                  <a:schemeClr val="tx1">
                    <a:lumMod val="85000"/>
                    <a:lumOff val="15000"/>
                  </a:schemeClr>
                </a:solidFill>
                <a:effectLst>
                  <a:outerShdw blurRad="38100" dist="38100" dir="2700000" algn="tl">
                    <a:srgbClr val="000000">
                      <a:alpha val="43137"/>
                    </a:srgbClr>
                  </a:outerShdw>
                </a:effectLst>
                <a:latin typeface="+mj-lt"/>
                <a:ea typeface="+mn-ea"/>
                <a:cs typeface="+mn-cs"/>
              </a:defRPr>
            </a:lvl1pPr>
            <a:lvl2pPr algn="l" rtl="0" eaLnBrk="1" fontAlgn="base" hangingPunct="1">
              <a:spcBef>
                <a:spcPct val="0"/>
              </a:spcBef>
              <a:spcAft>
                <a:spcPct val="0"/>
              </a:spcAft>
              <a:defRPr sz="4600">
                <a:solidFill>
                  <a:schemeClr val="tx2"/>
                </a:solidFill>
                <a:latin typeface="Cambria" pitchFamily="18" charset="0"/>
              </a:defRPr>
            </a:lvl2pPr>
            <a:lvl3pPr algn="l" rtl="0" eaLnBrk="1" fontAlgn="base" hangingPunct="1">
              <a:spcBef>
                <a:spcPct val="0"/>
              </a:spcBef>
              <a:spcAft>
                <a:spcPct val="0"/>
              </a:spcAft>
              <a:defRPr sz="4600">
                <a:solidFill>
                  <a:schemeClr val="tx2"/>
                </a:solidFill>
                <a:latin typeface="Cambria" pitchFamily="18" charset="0"/>
              </a:defRPr>
            </a:lvl3pPr>
            <a:lvl4pPr algn="l" rtl="0" eaLnBrk="1" fontAlgn="base" hangingPunct="1">
              <a:spcBef>
                <a:spcPct val="0"/>
              </a:spcBef>
              <a:spcAft>
                <a:spcPct val="0"/>
              </a:spcAft>
              <a:defRPr sz="4600">
                <a:solidFill>
                  <a:schemeClr val="tx2"/>
                </a:solidFill>
                <a:latin typeface="Cambria" pitchFamily="18" charset="0"/>
              </a:defRPr>
            </a:lvl4pPr>
            <a:lvl5pPr algn="l" rtl="0" eaLnBrk="1" fontAlgn="base" hangingPunct="1">
              <a:spcBef>
                <a:spcPct val="0"/>
              </a:spcBef>
              <a:spcAft>
                <a:spcPct val="0"/>
              </a:spcAft>
              <a:defRPr sz="4600">
                <a:solidFill>
                  <a:schemeClr val="tx2"/>
                </a:solidFill>
                <a:latin typeface="Cambria" pitchFamily="18" charset="0"/>
              </a:defRPr>
            </a:lvl5pPr>
            <a:lvl6pPr marL="457200" algn="l" rtl="0" eaLnBrk="1" fontAlgn="base" hangingPunct="1">
              <a:spcBef>
                <a:spcPct val="0"/>
              </a:spcBef>
              <a:spcAft>
                <a:spcPct val="0"/>
              </a:spcAft>
              <a:defRPr sz="4600">
                <a:solidFill>
                  <a:schemeClr val="tx2"/>
                </a:solidFill>
                <a:latin typeface="Cambria" pitchFamily="18" charset="0"/>
              </a:defRPr>
            </a:lvl6pPr>
            <a:lvl7pPr marL="914400" algn="l" rtl="0" eaLnBrk="1" fontAlgn="base" hangingPunct="1">
              <a:spcBef>
                <a:spcPct val="0"/>
              </a:spcBef>
              <a:spcAft>
                <a:spcPct val="0"/>
              </a:spcAft>
              <a:defRPr sz="4600">
                <a:solidFill>
                  <a:schemeClr val="tx2"/>
                </a:solidFill>
                <a:latin typeface="Cambria" pitchFamily="18" charset="0"/>
              </a:defRPr>
            </a:lvl7pPr>
            <a:lvl8pPr marL="1371600" algn="l" rtl="0" eaLnBrk="1" fontAlgn="base" hangingPunct="1">
              <a:spcBef>
                <a:spcPct val="0"/>
              </a:spcBef>
              <a:spcAft>
                <a:spcPct val="0"/>
              </a:spcAft>
              <a:defRPr sz="4600">
                <a:solidFill>
                  <a:schemeClr val="tx2"/>
                </a:solidFill>
                <a:latin typeface="Cambria" pitchFamily="18" charset="0"/>
              </a:defRPr>
            </a:lvl8pPr>
            <a:lvl9pPr marL="1828800" algn="l" rtl="0" eaLnBrk="1" fontAlgn="base" hangingPunct="1">
              <a:spcBef>
                <a:spcPct val="0"/>
              </a:spcBef>
              <a:spcAft>
                <a:spcPct val="0"/>
              </a:spcAft>
              <a:defRPr sz="4600">
                <a:solidFill>
                  <a:schemeClr val="tx2"/>
                </a:solidFill>
                <a:latin typeface="Cambria" pitchFamily="18" charset="0"/>
              </a:defRPr>
            </a:lvl9pPr>
          </a:lstStyle>
          <a:p>
            <a:pPr algn="l"/>
            <a:r>
              <a:rPr lang="it-IT" sz="4000" dirty="0" smtClean="0"/>
              <a:t>IL CALCOLO QUANTITATIVO DELLE SCORTE</a:t>
            </a:r>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859" y="332656"/>
            <a:ext cx="3799309" cy="3681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0488953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51520" y="130622"/>
            <a:ext cx="7920880" cy="562074"/>
          </a:xfrm>
        </p:spPr>
        <p:txBody>
          <a:bodyPr vert="horz" lIns="91440" tIns="45720" rIns="91440" bIns="45720" rtlCol="0" anchor="ctr">
            <a:noAutofit/>
          </a:bodyPr>
          <a:lstStyle/>
          <a:p>
            <a:pPr algn="ctr"/>
            <a:r>
              <a:rPr lang="it-IT" sz="3600" dirty="0">
                <a:solidFill>
                  <a:schemeClr val="tx1">
                    <a:lumMod val="85000"/>
                    <a:lumOff val="15000"/>
                  </a:schemeClr>
                </a:solidFill>
                <a:effectLst>
                  <a:outerShdw blurRad="38100" dist="38100" dir="2700000" algn="tl">
                    <a:srgbClr val="000000">
                      <a:alpha val="43137"/>
                    </a:srgbClr>
                  </a:outerShdw>
                </a:effectLst>
                <a:ea typeface="+mn-ea"/>
                <a:cs typeface="+mn-cs"/>
              </a:rPr>
              <a:t>La giacenza media</a:t>
            </a:r>
            <a:endParaRPr lang="it-IT" sz="3600" dirty="0">
              <a:solidFill>
                <a:schemeClr val="tx1">
                  <a:lumMod val="85000"/>
                  <a:lumOff val="15000"/>
                </a:schemeClr>
              </a:solidFill>
              <a:effectLst>
                <a:outerShdw blurRad="38100" dist="38100" dir="2700000" algn="tl">
                  <a:srgbClr val="000000">
                    <a:alpha val="43137"/>
                  </a:srgbClr>
                </a:outerShdw>
              </a:effectLst>
              <a:ea typeface="+mn-ea"/>
              <a:cs typeface="+mn-cs"/>
            </a:endParaRPr>
          </a:p>
        </p:txBody>
      </p:sp>
      <p:sp>
        <p:nvSpPr>
          <p:cNvPr id="4" name="Segnaposto numero diapositiva 3"/>
          <p:cNvSpPr>
            <a:spLocks noGrp="1"/>
          </p:cNvSpPr>
          <p:nvPr>
            <p:ph type="sldNum" sz="quarter" idx="10"/>
          </p:nvPr>
        </p:nvSpPr>
        <p:spPr/>
        <p:txBody>
          <a:bodyPr/>
          <a:lstStyle/>
          <a:p>
            <a:fld id="{30CBDE56-E48C-48A4-B194-2EABD40F63DF}" type="slidenum">
              <a:rPr lang="it-IT" smtClean="0"/>
              <a:t>49</a:t>
            </a:fld>
            <a:endParaRPr lang="it-IT"/>
          </a:p>
        </p:txBody>
      </p:sp>
      <p:sp>
        <p:nvSpPr>
          <p:cNvPr id="5" name="CasellaDiTesto 4"/>
          <p:cNvSpPr txBox="1"/>
          <p:nvPr/>
        </p:nvSpPr>
        <p:spPr>
          <a:xfrm>
            <a:off x="3203848" y="2766407"/>
            <a:ext cx="5040560" cy="2246769"/>
          </a:xfrm>
          <a:prstGeom prst="rect">
            <a:avLst/>
          </a:prstGeom>
          <a:noFill/>
        </p:spPr>
        <p:txBody>
          <a:bodyPr wrap="square" rtlCol="0">
            <a:spAutoFit/>
          </a:bodyPr>
          <a:lstStyle/>
          <a:p>
            <a:pPr algn="ctr"/>
            <a:r>
              <a:rPr lang="it-IT" sz="2000" dirty="0" smtClean="0"/>
              <a:t>Si intende la quantità (o il valore a seconda che si discuta di «pesi» o di «capitale») di merce che è mediamente presente in ogni istante a magazzino.</a:t>
            </a:r>
          </a:p>
          <a:p>
            <a:pPr algn="ctr"/>
            <a:r>
              <a:rPr lang="it-IT" sz="2000" dirty="0" smtClean="0"/>
              <a:t>La giacenza non è mai costante: essa aumenta ad ogni entrata e diminuisce ad ogni uscita della merce dal magazzino</a:t>
            </a:r>
            <a:endParaRPr lang="it-IT" sz="2000" dirty="0"/>
          </a:p>
        </p:txBody>
      </p:sp>
      <p:pic>
        <p:nvPicPr>
          <p:cNvPr id="9220" name="Picture 4" descr="C:\Users\Silvia\AppData\Local\Microsoft\Windows\Temporary Internet Files\Content.IE5\P6SE5J1B\MC900056505[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1520" y="1476620"/>
            <a:ext cx="2736304" cy="2096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89378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Metodi per quantizzare le giacenze</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50</a:t>
            </a:fld>
            <a:endParaRPr lang="it-IT"/>
          </a:p>
        </p:txBody>
      </p:sp>
      <p:graphicFrame>
        <p:nvGraphicFramePr>
          <p:cNvPr id="5" name="Diagramma 4"/>
          <p:cNvGraphicFramePr/>
          <p:nvPr>
            <p:extLst>
              <p:ext uri="{D42A27DB-BD31-4B8C-83A1-F6EECF244321}">
                <p14:modId xmlns:p14="http://schemas.microsoft.com/office/powerpoint/2010/main" val="424944998"/>
              </p:ext>
            </p:extLst>
          </p:nvPr>
        </p:nvGraphicFramePr>
        <p:xfrm>
          <a:off x="251520" y="1340768"/>
          <a:ext cx="7920880" cy="496855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60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Prevedibilità e imprevedibilità</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51</a:t>
            </a:fld>
            <a:endParaRPr lang="it-IT"/>
          </a:p>
        </p:txBody>
      </p:sp>
      <p:sp>
        <p:nvSpPr>
          <p:cNvPr id="5" name="CasellaDiTesto 4"/>
          <p:cNvSpPr txBox="1"/>
          <p:nvPr/>
        </p:nvSpPr>
        <p:spPr>
          <a:xfrm>
            <a:off x="611560" y="1268760"/>
            <a:ext cx="7128792" cy="646331"/>
          </a:xfrm>
          <a:prstGeom prst="rect">
            <a:avLst/>
          </a:prstGeom>
          <a:noFill/>
        </p:spPr>
        <p:txBody>
          <a:bodyPr wrap="square" rtlCol="0">
            <a:spAutoFit/>
          </a:bodyPr>
          <a:lstStyle/>
          <a:p>
            <a:pPr algn="ctr"/>
            <a:r>
              <a:rPr lang="it-IT" dirty="0" smtClean="0"/>
              <a:t>Ogni scorta (materie prime, semilavorati, prodotti finiti, ecc) è composta (virtualmente) da due componenti</a:t>
            </a:r>
            <a:endParaRPr lang="it-IT" dirty="0"/>
          </a:p>
        </p:txBody>
      </p:sp>
      <p:graphicFrame>
        <p:nvGraphicFramePr>
          <p:cNvPr id="10" name="Diagramma 9"/>
          <p:cNvGraphicFramePr/>
          <p:nvPr>
            <p:extLst>
              <p:ext uri="{D42A27DB-BD31-4B8C-83A1-F6EECF244321}">
                <p14:modId xmlns:p14="http://schemas.microsoft.com/office/powerpoint/2010/main" val="963883115"/>
              </p:ext>
            </p:extLst>
          </p:nvPr>
        </p:nvGraphicFramePr>
        <p:xfrm>
          <a:off x="971600" y="2348880"/>
          <a:ext cx="6480720" cy="3816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Freccia a destra 10"/>
          <p:cNvSpPr/>
          <p:nvPr/>
        </p:nvSpPr>
        <p:spPr>
          <a:xfrm>
            <a:off x="3491880" y="3356992"/>
            <a:ext cx="576064" cy="360040"/>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2" name="Freccia a destra 11"/>
          <p:cNvSpPr/>
          <p:nvPr/>
        </p:nvSpPr>
        <p:spPr>
          <a:xfrm>
            <a:off x="4355976" y="4869160"/>
            <a:ext cx="576064" cy="360040"/>
          </a:xfrm>
          <a:prstGeom prst="rightArrow">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13507821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Componente prevedibile</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52</a:t>
            </a:fld>
            <a:endParaRPr lang="it-IT"/>
          </a:p>
        </p:txBody>
      </p:sp>
      <p:sp>
        <p:nvSpPr>
          <p:cNvPr id="8" name="CasellaDiTesto 7"/>
          <p:cNvSpPr txBox="1"/>
          <p:nvPr/>
        </p:nvSpPr>
        <p:spPr>
          <a:xfrm>
            <a:off x="251520" y="5662989"/>
            <a:ext cx="7920880" cy="646331"/>
          </a:xfrm>
          <a:prstGeom prst="rect">
            <a:avLst/>
          </a:prstGeom>
          <a:noFill/>
        </p:spPr>
        <p:txBody>
          <a:bodyPr wrap="square" rtlCol="0">
            <a:spAutoFit/>
          </a:bodyPr>
          <a:lstStyle/>
          <a:p>
            <a:pPr algn="ctr"/>
            <a:r>
              <a:rPr lang="it-IT" dirty="0" smtClean="0"/>
              <a:t>In pratica l’azienda «si organizza» con uno stock per far fronte ad una situazione che conosce, che ha in precedenza deciso o che prevede</a:t>
            </a:r>
            <a:endParaRPr lang="it-IT" dirty="0"/>
          </a:p>
        </p:txBody>
      </p:sp>
      <p:graphicFrame>
        <p:nvGraphicFramePr>
          <p:cNvPr id="10" name="Diagramma 9"/>
          <p:cNvGraphicFramePr/>
          <p:nvPr>
            <p:extLst>
              <p:ext uri="{D42A27DB-BD31-4B8C-83A1-F6EECF244321}">
                <p14:modId xmlns:p14="http://schemas.microsoft.com/office/powerpoint/2010/main" val="4195724675"/>
              </p:ext>
            </p:extLst>
          </p:nvPr>
        </p:nvGraphicFramePr>
        <p:xfrm>
          <a:off x="251520" y="1268760"/>
          <a:ext cx="792088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45937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Componente imprevedibile</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53</a:t>
            </a:fld>
            <a:endParaRPr lang="it-IT"/>
          </a:p>
        </p:txBody>
      </p:sp>
      <p:sp>
        <p:nvSpPr>
          <p:cNvPr id="5" name="CasellaDiTesto 4"/>
          <p:cNvSpPr txBox="1"/>
          <p:nvPr/>
        </p:nvSpPr>
        <p:spPr>
          <a:xfrm>
            <a:off x="2519772" y="1846566"/>
            <a:ext cx="3096344" cy="923330"/>
          </a:xfrm>
          <a:prstGeom prst="rect">
            <a:avLst/>
          </a:prstGeom>
          <a:solidFill>
            <a:schemeClr val="accent3">
              <a:lumMod val="20000"/>
              <a:lumOff val="80000"/>
            </a:schemeClr>
          </a:solidFill>
          <a:ln>
            <a:solidFill>
              <a:schemeClr val="accent3"/>
            </a:solidFill>
          </a:ln>
          <a:scene3d>
            <a:camera prst="orthographicFront"/>
            <a:lightRig rig="threePt" dir="t"/>
          </a:scene3d>
          <a:sp3d>
            <a:bevelT w="139700" prst="cross"/>
          </a:sp3d>
        </p:spPr>
        <p:txBody>
          <a:bodyPr wrap="square" rtlCol="0">
            <a:spAutoFit/>
          </a:bodyPr>
          <a:lstStyle/>
          <a:p>
            <a:pPr algn="ctr"/>
            <a:r>
              <a:rPr lang="it-IT" dirty="0" smtClean="0"/>
              <a:t>LE COSE NON VANNO QUASI MAI ESATTAMENTE COME PREVISTO</a:t>
            </a:r>
            <a:endParaRPr lang="it-IT" dirty="0"/>
          </a:p>
        </p:txBody>
      </p:sp>
      <p:pic>
        <p:nvPicPr>
          <p:cNvPr id="10242" name="Picture 2" descr="C:\Users\Silvia\AppData\Local\Microsoft\Windows\Temporary Internet Files\Content.IE5\Z3DOXSXX\MC900411320[1].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7863" y="2062590"/>
            <a:ext cx="1080120" cy="862354"/>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p:cNvSpPr txBox="1"/>
          <p:nvPr/>
        </p:nvSpPr>
        <p:spPr>
          <a:xfrm>
            <a:off x="611560" y="3585790"/>
            <a:ext cx="7272808" cy="923330"/>
          </a:xfrm>
          <a:prstGeom prst="rect">
            <a:avLst/>
          </a:prstGeom>
          <a:noFill/>
        </p:spPr>
        <p:txBody>
          <a:bodyPr wrap="square" rtlCol="0">
            <a:spAutoFit/>
          </a:bodyPr>
          <a:lstStyle/>
          <a:p>
            <a:pPr algn="ctr"/>
            <a:r>
              <a:rPr lang="it-IT" dirty="0" smtClean="0"/>
              <a:t>Introdurre un «fattore legato all’incertezza» della situazione che si sta gestendo, modificando opportunamente le scorte:</a:t>
            </a:r>
            <a:br>
              <a:rPr lang="it-IT" dirty="0" smtClean="0"/>
            </a:br>
            <a:r>
              <a:rPr lang="it-IT" dirty="0" smtClean="0"/>
              <a:t> tale fattore è </a:t>
            </a:r>
            <a:r>
              <a:rPr lang="it-IT" b="1" dirty="0" smtClean="0"/>
              <a:t>la scorta di sicurezza</a:t>
            </a:r>
            <a:endParaRPr lang="it-IT" b="1" dirty="0"/>
          </a:p>
        </p:txBody>
      </p:sp>
    </p:spTree>
    <p:extLst>
      <p:ext uri="{BB962C8B-B14F-4D97-AF65-F5344CB8AC3E}">
        <p14:creationId xmlns:p14="http://schemas.microsoft.com/office/powerpoint/2010/main" val="34909309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Calcolo della componente prevedibile</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54</a:t>
            </a:fld>
            <a:endParaRPr lang="it-IT"/>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772816"/>
            <a:ext cx="4536504" cy="3170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sellaDiTesto 2"/>
          <p:cNvSpPr txBox="1"/>
          <p:nvPr/>
        </p:nvSpPr>
        <p:spPr>
          <a:xfrm>
            <a:off x="44970" y="869811"/>
            <a:ext cx="8415462" cy="830997"/>
          </a:xfrm>
          <a:prstGeom prst="rect">
            <a:avLst/>
          </a:prstGeom>
          <a:noFill/>
        </p:spPr>
        <p:txBody>
          <a:bodyPr wrap="square" rtlCol="0">
            <a:spAutoFit/>
          </a:bodyPr>
          <a:lstStyle/>
          <a:p>
            <a:pPr algn="ctr"/>
            <a:r>
              <a:rPr lang="it-IT" sz="1600" dirty="0" smtClean="0"/>
              <a:t>Si immagini di dover ordinare della merce presso un fornitore. Bisognerà ordinare la quantità giusta al prezzo giusto. Bisognerà tenere conto dei tempi del riordino, tenendo conto anche dei tempi che intercorrono tra la necessità delle merci e il momento in cui avviene la consegna (Lead time totale).</a:t>
            </a:r>
            <a:endParaRPr lang="it-IT" sz="1600" dirty="0"/>
          </a:p>
        </p:txBody>
      </p:sp>
      <p:sp>
        <p:nvSpPr>
          <p:cNvPr id="5" name="CasellaDiTesto 4"/>
          <p:cNvSpPr txBox="1"/>
          <p:nvPr/>
        </p:nvSpPr>
        <p:spPr>
          <a:xfrm>
            <a:off x="5004048" y="2465601"/>
            <a:ext cx="3168352" cy="1323439"/>
          </a:xfrm>
          <a:prstGeom prst="rect">
            <a:avLst/>
          </a:prstGeom>
          <a:noFill/>
        </p:spPr>
        <p:txBody>
          <a:bodyPr wrap="square" rtlCol="0">
            <a:spAutoFit/>
          </a:bodyPr>
          <a:lstStyle/>
          <a:p>
            <a:pPr algn="ctr"/>
            <a:r>
              <a:rPr lang="it-IT" sz="1600" dirty="0" smtClean="0"/>
              <a:t>Il Lead Time è quello che consente di determinare il </a:t>
            </a:r>
            <a:r>
              <a:rPr lang="it-IT" sz="1600" b="1" i="1" dirty="0" smtClean="0"/>
              <a:t>punto di riordino</a:t>
            </a:r>
            <a:r>
              <a:rPr lang="it-IT" sz="1600" dirty="0" smtClean="0"/>
              <a:t>, di stabilire cioè quando è il momento di far partire l’ordine di acquisto per il fornitore</a:t>
            </a:r>
            <a:endParaRPr lang="it-IT" sz="1600" dirty="0"/>
          </a:p>
        </p:txBody>
      </p:sp>
      <p:sp>
        <p:nvSpPr>
          <p:cNvPr id="6" name="CasellaDiTesto 5"/>
          <p:cNvSpPr txBox="1"/>
          <p:nvPr/>
        </p:nvSpPr>
        <p:spPr>
          <a:xfrm>
            <a:off x="251520" y="5085184"/>
            <a:ext cx="7920880" cy="1569660"/>
          </a:xfrm>
          <a:prstGeom prst="rect">
            <a:avLst/>
          </a:prstGeom>
          <a:noFill/>
        </p:spPr>
        <p:txBody>
          <a:bodyPr wrap="square" rtlCol="0">
            <a:spAutoFit/>
          </a:bodyPr>
          <a:lstStyle/>
          <a:p>
            <a:pPr algn="just"/>
            <a:r>
              <a:rPr lang="it-IT" sz="1600" dirty="0" smtClean="0"/>
              <a:t>Il tempo fra i punti 1 e 2 corrisponde al Lead Time totale e la X è il punto di riordino del materiale. Tutto ciò si basa sui consumi che vengono previsti; nel caso di consumi maggiori si farà ricorso alla scorta di sicurezza.</a:t>
            </a:r>
          </a:p>
          <a:p>
            <a:pPr algn="just"/>
            <a:r>
              <a:rPr lang="it-IT" sz="1600" dirty="0" smtClean="0"/>
              <a:t>Le linee rappresentano le vendite ed il punto di riordino si riferisce al momento in cui si deve lanciare la produzione di quel materiale per non andare fuori scorta (stock out) e quindi causare un cattivo servizio.</a:t>
            </a:r>
            <a:endParaRPr lang="it-IT" sz="1600" dirty="0"/>
          </a:p>
        </p:txBody>
      </p:sp>
    </p:spTree>
    <p:extLst>
      <p:ext uri="{BB962C8B-B14F-4D97-AF65-F5344CB8AC3E}">
        <p14:creationId xmlns:p14="http://schemas.microsoft.com/office/powerpoint/2010/main" val="8481330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Il lotto economico</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55</a:t>
            </a:fld>
            <a:endParaRPr lang="it-IT"/>
          </a:p>
        </p:txBody>
      </p:sp>
      <p:sp>
        <p:nvSpPr>
          <p:cNvPr id="5" name="Rettangolo arrotondato 4"/>
          <p:cNvSpPr/>
          <p:nvPr/>
        </p:nvSpPr>
        <p:spPr>
          <a:xfrm>
            <a:off x="251520" y="836712"/>
            <a:ext cx="7920880" cy="648072"/>
          </a:xfrm>
          <a:prstGeom prst="roundRect">
            <a:avLst/>
          </a:prstGeom>
          <a:solidFill>
            <a:schemeClr val="accent4">
              <a:lumMod val="20000"/>
              <a:lumOff val="80000"/>
            </a:schemeClr>
          </a:solidFill>
          <a:ln>
            <a:solidFill>
              <a:schemeClr val="accent5"/>
            </a:solid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sz="1400" dirty="0" smtClean="0"/>
              <a:t>Per lotto economico si intende quella quantità d’acquisto (o di produzione) che minimizza i costi totali di acquisto (o di produzione) e di tenuta stock (inventario).</a:t>
            </a:r>
            <a:endParaRPr lang="it-IT" sz="1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8597" y="1509936"/>
            <a:ext cx="4464496" cy="34524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asellaDiTesto 5"/>
          <p:cNvSpPr txBox="1"/>
          <p:nvPr/>
        </p:nvSpPr>
        <p:spPr>
          <a:xfrm>
            <a:off x="4568552" y="2082014"/>
            <a:ext cx="3891880" cy="2308324"/>
          </a:xfrm>
          <a:prstGeom prst="rect">
            <a:avLst/>
          </a:prstGeom>
          <a:noFill/>
        </p:spPr>
        <p:txBody>
          <a:bodyPr wrap="square" rtlCol="0">
            <a:spAutoFit/>
          </a:bodyPr>
          <a:lstStyle/>
          <a:p>
            <a:pPr algn="ctr"/>
            <a:r>
              <a:rPr lang="it-IT" sz="1600" dirty="0" smtClean="0"/>
              <a:t>Il costo totale di acquisto è la somma dei costi per la gestione stessa dell’acquisto ed il costo di tenuta stock. I due costi hanno andamenti inversi: maggiore è la quantità che si acquista e minore sarà il numero di ordini quindi minori spese per la gestione acquisti; dall’altra parte di avrà un aumento delle spese inventario e quindi di capitale immobilizzato.</a:t>
            </a:r>
            <a:endParaRPr lang="it-IT" sz="1600" dirty="0"/>
          </a:p>
        </p:txBody>
      </p:sp>
      <p:sp>
        <p:nvSpPr>
          <p:cNvPr id="7" name="CasellaDiTesto 6"/>
          <p:cNvSpPr txBox="1"/>
          <p:nvPr/>
        </p:nvSpPr>
        <p:spPr>
          <a:xfrm>
            <a:off x="238597" y="5157192"/>
            <a:ext cx="7933803" cy="1569660"/>
          </a:xfrm>
          <a:prstGeom prst="rect">
            <a:avLst/>
          </a:prstGeom>
          <a:noFill/>
        </p:spPr>
        <p:txBody>
          <a:bodyPr wrap="square" rtlCol="0">
            <a:spAutoFit/>
          </a:bodyPr>
          <a:lstStyle/>
          <a:p>
            <a:pPr algn="just"/>
            <a:r>
              <a:rPr lang="it-IT" sz="1600" dirty="0" smtClean="0"/>
              <a:t>Bisogna quindi bilanciare i costi derivanti dall’acquisto della merce o dal lancio della sua produzione (</a:t>
            </a:r>
            <a:r>
              <a:rPr lang="it-IT" sz="1600" b="1" i="1" dirty="0" smtClean="0"/>
              <a:t>linea curva tratteggiata</a:t>
            </a:r>
            <a:r>
              <a:rPr lang="it-IT" sz="1600" dirty="0" smtClean="0"/>
              <a:t>) con quello di tenuta stock a magazzino (</a:t>
            </a:r>
            <a:r>
              <a:rPr lang="it-IT" sz="1600" b="1" i="1" dirty="0" smtClean="0"/>
              <a:t>linea retta tratteggiata</a:t>
            </a:r>
            <a:r>
              <a:rPr lang="it-IT" sz="1600" dirty="0" smtClean="0"/>
              <a:t>); considerando una quantità (lotto) di acquisto (o produzione) tali costi avranno un andamento diverso a seconda della dimensione del «lotto» stesso: crescendo il lotto calano i costi di acquisto (o produzione) ma aumenta quello dei costi di tenuta stock a magazzino. Questa è rappresentata dalla </a:t>
            </a:r>
            <a:r>
              <a:rPr lang="it-IT" sz="1600" b="1" i="1" dirty="0" smtClean="0"/>
              <a:t>linea curva continua</a:t>
            </a:r>
            <a:r>
              <a:rPr lang="it-IT" sz="1600" dirty="0" smtClean="0"/>
              <a:t>.</a:t>
            </a:r>
            <a:endParaRPr lang="it-IT" sz="1600" dirty="0"/>
          </a:p>
        </p:txBody>
      </p:sp>
    </p:spTree>
    <p:extLst>
      <p:ext uri="{BB962C8B-B14F-4D97-AF65-F5344CB8AC3E}">
        <p14:creationId xmlns:p14="http://schemas.microsoft.com/office/powerpoint/2010/main" val="116519073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La formula di Wilson</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56</a:t>
            </a:fld>
            <a:endParaRPr lang="it-IT"/>
          </a:p>
        </p:txBody>
      </p:sp>
      <p:sp>
        <p:nvSpPr>
          <p:cNvPr id="5" name="CasellaDiTesto 4"/>
          <p:cNvSpPr txBox="1"/>
          <p:nvPr/>
        </p:nvSpPr>
        <p:spPr>
          <a:xfrm>
            <a:off x="251520" y="1248430"/>
            <a:ext cx="7920880" cy="4893647"/>
          </a:xfrm>
          <a:prstGeom prst="rect">
            <a:avLst/>
          </a:prstGeom>
          <a:noFill/>
        </p:spPr>
        <p:txBody>
          <a:bodyPr wrap="square" rtlCol="0">
            <a:spAutoFit/>
          </a:bodyPr>
          <a:lstStyle/>
          <a:p>
            <a:pPr algn="just"/>
            <a:r>
              <a:rPr lang="it-IT" dirty="0" smtClean="0"/>
              <a:t>La formula di Wilson fornisce un facile metodo di determinazione di questo «lotto economico» (sia di acquisto che di produzione)</a:t>
            </a:r>
          </a:p>
          <a:p>
            <a:pPr algn="just"/>
            <a:endParaRPr lang="it-IT" dirty="0"/>
          </a:p>
          <a:p>
            <a:pPr algn="just"/>
            <a:r>
              <a:rPr lang="it-IT" sz="2400" b="1" dirty="0" smtClean="0"/>
              <a:t>Q = √ 2*c*a / p*i</a:t>
            </a:r>
          </a:p>
          <a:p>
            <a:pPr algn="just"/>
            <a:r>
              <a:rPr lang="it-IT" dirty="0" smtClean="0"/>
              <a:t>Dove:</a:t>
            </a:r>
          </a:p>
          <a:p>
            <a:pPr algn="just"/>
            <a:r>
              <a:rPr lang="it-IT" b="1" dirty="0" smtClean="0"/>
              <a:t>Q= </a:t>
            </a:r>
            <a:r>
              <a:rPr lang="it-IT" dirty="0" smtClean="0"/>
              <a:t>quantità «economica»</a:t>
            </a:r>
          </a:p>
          <a:p>
            <a:pPr algn="just"/>
            <a:r>
              <a:rPr lang="it-IT" b="1" dirty="0" smtClean="0"/>
              <a:t>c= </a:t>
            </a:r>
            <a:r>
              <a:rPr lang="it-IT" dirty="0" smtClean="0"/>
              <a:t>consumo (o quantità prodotta) del materiale in un certo periodo (es. 1 anno o 1 mese)</a:t>
            </a:r>
          </a:p>
          <a:p>
            <a:pPr algn="just"/>
            <a:r>
              <a:rPr lang="it-IT" b="1" dirty="0"/>
              <a:t>a</a:t>
            </a:r>
            <a:r>
              <a:rPr lang="it-IT" b="1" dirty="0" smtClean="0"/>
              <a:t>= </a:t>
            </a:r>
            <a:r>
              <a:rPr lang="it-IT" dirty="0" smtClean="0"/>
              <a:t>spese per la gestione dell’acquisto (spese per la creazione dell’ordine, ricevimento merce, controllo qualità al ricevimento, liquidazione fattura, trasporto, operazioni di magazzino, ecc); se si tratta invece di merce prodotta, tali costi saranno quelli di avviamento macchine, produzione iniziale persa per scarsa qualità, ecc.</a:t>
            </a:r>
          </a:p>
          <a:p>
            <a:pPr algn="just"/>
            <a:r>
              <a:rPr lang="it-IT" b="1" dirty="0" smtClean="0"/>
              <a:t>p= </a:t>
            </a:r>
            <a:r>
              <a:rPr lang="it-IT" dirty="0" smtClean="0"/>
              <a:t>prezzo unitario del materiale</a:t>
            </a:r>
          </a:p>
          <a:p>
            <a:pPr algn="just"/>
            <a:r>
              <a:rPr lang="it-IT" b="1" dirty="0" smtClean="0"/>
              <a:t>i= </a:t>
            </a:r>
            <a:r>
              <a:rPr lang="it-IT" dirty="0" smtClean="0"/>
              <a:t>interesse percentuale (nel periodo) sul capitale immobilizzato</a:t>
            </a:r>
          </a:p>
          <a:p>
            <a:pPr algn="just"/>
            <a:endParaRPr lang="it-IT" dirty="0"/>
          </a:p>
          <a:p>
            <a:pPr algn="just"/>
            <a:r>
              <a:rPr lang="it-IT" b="1" dirty="0" smtClean="0"/>
              <a:t>Q</a:t>
            </a:r>
            <a:r>
              <a:rPr lang="it-IT" dirty="0" smtClean="0"/>
              <a:t> è la quantità che minimizza i costi totali (di acquisto o di tenuta stock) </a:t>
            </a:r>
            <a:endParaRPr lang="it-IT" dirty="0"/>
          </a:p>
        </p:txBody>
      </p:sp>
    </p:spTree>
    <p:extLst>
      <p:ext uri="{BB962C8B-B14F-4D97-AF65-F5344CB8AC3E}">
        <p14:creationId xmlns:p14="http://schemas.microsoft.com/office/powerpoint/2010/main" val="16881286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Esempio formula</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57</a:t>
            </a:fld>
            <a:endParaRPr lang="it-IT"/>
          </a:p>
        </p:txBody>
      </p:sp>
      <p:sp>
        <p:nvSpPr>
          <p:cNvPr id="5" name="CasellaDiTesto 4"/>
          <p:cNvSpPr txBox="1"/>
          <p:nvPr/>
        </p:nvSpPr>
        <p:spPr>
          <a:xfrm>
            <a:off x="251520" y="1268760"/>
            <a:ext cx="7920880" cy="923330"/>
          </a:xfrm>
          <a:prstGeom prst="rect">
            <a:avLst/>
          </a:prstGeom>
          <a:noFill/>
        </p:spPr>
        <p:txBody>
          <a:bodyPr wrap="square" rtlCol="0">
            <a:spAutoFit/>
          </a:bodyPr>
          <a:lstStyle/>
          <a:p>
            <a:pPr algn="ctr"/>
            <a:r>
              <a:rPr lang="it-IT" dirty="0" smtClean="0"/>
              <a:t>Si abbia un materiale che costa € 18 al pezzo, se ne consumino 2222 pezzi l’anno; si abbia un costo totale di € 50 per la gestione complessiva di ogni singolo ordine ed un interesse passivo annuo del 10% sul capitale immobilizzato.</a:t>
            </a:r>
          </a:p>
        </p:txBody>
      </p:sp>
      <p:sp>
        <p:nvSpPr>
          <p:cNvPr id="6" name="CasellaDiTesto 5"/>
          <p:cNvSpPr txBox="1"/>
          <p:nvPr/>
        </p:nvSpPr>
        <p:spPr>
          <a:xfrm>
            <a:off x="251520" y="2708920"/>
            <a:ext cx="7920880" cy="923330"/>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it-IT" dirty="0" smtClean="0"/>
              <a:t>√ 2*2222*50 / 18*10%</a:t>
            </a:r>
          </a:p>
          <a:p>
            <a:r>
              <a:rPr lang="it-IT" dirty="0" smtClean="0"/>
              <a:t>√ 222200 / 1,8</a:t>
            </a:r>
          </a:p>
          <a:p>
            <a:r>
              <a:rPr lang="it-IT" dirty="0" smtClean="0"/>
              <a:t>√ 123444 = </a:t>
            </a:r>
            <a:r>
              <a:rPr lang="it-IT" b="1" dirty="0" smtClean="0"/>
              <a:t>351</a:t>
            </a:r>
          </a:p>
        </p:txBody>
      </p:sp>
      <p:sp>
        <p:nvSpPr>
          <p:cNvPr id="7" name="CasellaDiTesto 6"/>
          <p:cNvSpPr txBox="1"/>
          <p:nvPr/>
        </p:nvSpPr>
        <p:spPr>
          <a:xfrm>
            <a:off x="251520" y="4149080"/>
            <a:ext cx="7920880" cy="1200329"/>
          </a:xfrm>
          <a:prstGeom prst="rect">
            <a:avLst/>
          </a:prstGeom>
          <a:noFill/>
        </p:spPr>
        <p:txBody>
          <a:bodyPr wrap="square" rtlCol="0">
            <a:spAutoFit/>
          </a:bodyPr>
          <a:lstStyle/>
          <a:p>
            <a:pPr algn="ctr"/>
            <a:r>
              <a:rPr lang="it-IT" dirty="0" smtClean="0"/>
              <a:t>Dalla formula si ricava che a queste condizioni, e supponendo un consumo regolare durante tutto l’anno, il lotto economico d’acquisto è di 351 pezzi, </a:t>
            </a:r>
            <a:r>
              <a:rPr lang="it-IT" b="1" dirty="0" smtClean="0"/>
              <a:t>indipendentemente</a:t>
            </a:r>
            <a:r>
              <a:rPr lang="it-IT" dirty="0" smtClean="0"/>
              <a:t> dal quantitativo consumato nel mese (probabilmente 2222/12 = </a:t>
            </a:r>
            <a:r>
              <a:rPr lang="it-IT" b="1" dirty="0" smtClean="0"/>
              <a:t>185</a:t>
            </a:r>
            <a:r>
              <a:rPr lang="it-IT" dirty="0" smtClean="0"/>
              <a:t>)</a:t>
            </a:r>
            <a:endParaRPr lang="it-IT" dirty="0"/>
          </a:p>
        </p:txBody>
      </p:sp>
    </p:spTree>
    <p:extLst>
      <p:ext uri="{BB962C8B-B14F-4D97-AF65-F5344CB8AC3E}">
        <p14:creationId xmlns:p14="http://schemas.microsoft.com/office/powerpoint/2010/main" val="28537484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Costi totali</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58</a:t>
            </a:fld>
            <a:endParaRPr lang="it-IT"/>
          </a:p>
        </p:txBody>
      </p:sp>
      <p:sp>
        <p:nvSpPr>
          <p:cNvPr id="5" name="CasellaDiTesto 4"/>
          <p:cNvSpPr txBox="1"/>
          <p:nvPr/>
        </p:nvSpPr>
        <p:spPr>
          <a:xfrm>
            <a:off x="251520" y="1268760"/>
            <a:ext cx="7920880" cy="4585871"/>
          </a:xfrm>
          <a:prstGeom prst="rect">
            <a:avLst/>
          </a:prstGeom>
          <a:noFill/>
        </p:spPr>
        <p:txBody>
          <a:bodyPr wrap="square" rtlCol="0">
            <a:spAutoFit/>
          </a:bodyPr>
          <a:lstStyle/>
          <a:p>
            <a:pPr algn="just"/>
            <a:r>
              <a:rPr lang="it-IT" sz="1600" dirty="0" smtClean="0"/>
              <a:t>I costi totali minimi C in corrispondenza del lotto economico, sono dati dalla formula:</a:t>
            </a:r>
          </a:p>
          <a:p>
            <a:pPr algn="just"/>
            <a:endParaRPr lang="it-IT" sz="1600" dirty="0"/>
          </a:p>
          <a:p>
            <a:pPr algn="just"/>
            <a:r>
              <a:rPr lang="it-IT" sz="2000" b="1" dirty="0" smtClean="0"/>
              <a:t>C = √ 2*a*c*p*i</a:t>
            </a:r>
          </a:p>
          <a:p>
            <a:pPr algn="just"/>
            <a:r>
              <a:rPr lang="it-IT" sz="1600" dirty="0" smtClean="0"/>
              <a:t>Dove:</a:t>
            </a:r>
          </a:p>
          <a:p>
            <a:pPr algn="just"/>
            <a:r>
              <a:rPr lang="it-IT" sz="1600" i="1" dirty="0" smtClean="0"/>
              <a:t>C</a:t>
            </a:r>
            <a:r>
              <a:rPr lang="it-IT" sz="1600" dirty="0" smtClean="0"/>
              <a:t> = costi ottimali (minimi) di acquisto</a:t>
            </a:r>
          </a:p>
          <a:p>
            <a:pPr algn="just"/>
            <a:endParaRPr lang="it-IT" sz="1600" dirty="0" smtClean="0"/>
          </a:p>
          <a:p>
            <a:pPr algn="just"/>
            <a:r>
              <a:rPr lang="it-IT" sz="1600" dirty="0" smtClean="0"/>
              <a:t>La quantità Q di cui alla formula di Wilson è la quantità d’acquisto che minimizza i costi totali.</a:t>
            </a:r>
          </a:p>
          <a:p>
            <a:pPr algn="just"/>
            <a:r>
              <a:rPr lang="it-IT" sz="1600" dirty="0" smtClean="0"/>
              <a:t>Riferendoci all’esempio di prima si avrà:</a:t>
            </a:r>
          </a:p>
          <a:p>
            <a:pPr algn="just"/>
            <a:endParaRPr lang="it-IT" sz="1600" dirty="0"/>
          </a:p>
          <a:p>
            <a:pPr algn="just"/>
            <a:r>
              <a:rPr lang="it-IT" sz="1600" i="1" dirty="0" smtClean="0"/>
              <a:t>C</a:t>
            </a:r>
            <a:r>
              <a:rPr lang="it-IT" sz="1600" dirty="0" smtClean="0"/>
              <a:t> = √ 2*50*2222*18*0,1 = </a:t>
            </a:r>
            <a:r>
              <a:rPr lang="it-IT" sz="1600" b="1" dirty="0" smtClean="0"/>
              <a:t>632</a:t>
            </a:r>
            <a:r>
              <a:rPr lang="it-IT" sz="1600" dirty="0" smtClean="0"/>
              <a:t> </a:t>
            </a:r>
            <a:r>
              <a:rPr lang="it-IT" sz="1600" b="1" dirty="0" smtClean="0"/>
              <a:t>€</a:t>
            </a:r>
          </a:p>
          <a:p>
            <a:pPr algn="just"/>
            <a:endParaRPr lang="it-IT" sz="1600" b="1" dirty="0"/>
          </a:p>
          <a:p>
            <a:pPr algn="just"/>
            <a:r>
              <a:rPr lang="it-IT" sz="1600" b="1" i="1" dirty="0" smtClean="0"/>
              <a:t>Questo costo non include il costo della quantità di materiale acquistato</a:t>
            </a:r>
            <a:r>
              <a:rPr lang="it-IT" sz="1600" dirty="0" smtClean="0"/>
              <a:t>, che è costante qualunque sia l’entità del lotto d’acquisto.</a:t>
            </a:r>
          </a:p>
          <a:p>
            <a:pPr algn="just"/>
            <a:r>
              <a:rPr lang="it-IT" sz="1600" dirty="0" smtClean="0"/>
              <a:t>Si può facilmente verificare che ogni altra quantità acquistata diversa da </a:t>
            </a:r>
            <a:r>
              <a:rPr lang="it-IT" sz="1600" i="1" dirty="0" smtClean="0"/>
              <a:t>Q</a:t>
            </a:r>
            <a:r>
              <a:rPr lang="it-IT" sz="1600" dirty="0" smtClean="0"/>
              <a:t> genera costi totali </a:t>
            </a:r>
            <a:r>
              <a:rPr lang="it-IT" sz="1600" i="1" dirty="0" smtClean="0"/>
              <a:t>C</a:t>
            </a:r>
            <a:r>
              <a:rPr lang="it-IT" sz="1600" dirty="0" smtClean="0"/>
              <a:t> maggiori.</a:t>
            </a:r>
          </a:p>
          <a:p>
            <a:pPr algn="just"/>
            <a:endParaRPr lang="it-IT" sz="1600" dirty="0"/>
          </a:p>
          <a:p>
            <a:pPr algn="just"/>
            <a:r>
              <a:rPr lang="it-IT" sz="1600" dirty="0" smtClean="0"/>
              <a:t>Tale approccio è applicabile anche nel caso in cui il materiale debba essere prodotto in azienda; al posto dei costi di acquisto si avranno i costi d’attrezzaggio della produzione.</a:t>
            </a:r>
          </a:p>
        </p:txBody>
      </p:sp>
    </p:spTree>
    <p:extLst>
      <p:ext uri="{BB962C8B-B14F-4D97-AF65-F5344CB8AC3E}">
        <p14:creationId xmlns:p14="http://schemas.microsoft.com/office/powerpoint/2010/main" val="34268049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Eliminazione dei costi di riordino</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59</a:t>
            </a:fld>
            <a:endParaRPr lang="it-IT"/>
          </a:p>
        </p:txBody>
      </p:sp>
      <p:sp>
        <p:nvSpPr>
          <p:cNvPr id="5" name="CasellaDiTesto 4"/>
          <p:cNvSpPr txBox="1"/>
          <p:nvPr/>
        </p:nvSpPr>
        <p:spPr>
          <a:xfrm>
            <a:off x="251520" y="1268760"/>
            <a:ext cx="7920880" cy="3970318"/>
          </a:xfrm>
          <a:prstGeom prst="rect">
            <a:avLst/>
          </a:prstGeom>
          <a:noFill/>
        </p:spPr>
        <p:txBody>
          <a:bodyPr wrap="square" rtlCol="0">
            <a:spAutoFit/>
          </a:bodyPr>
          <a:lstStyle/>
          <a:p>
            <a:pPr algn="ctr"/>
            <a:r>
              <a:rPr lang="it-IT" dirty="0" smtClean="0"/>
              <a:t>Spesso si tende a non considerare i costi di acquisto nella politica della gestione delle scorte.</a:t>
            </a:r>
          </a:p>
          <a:p>
            <a:pPr algn="ctr"/>
            <a:endParaRPr lang="it-IT" dirty="0" smtClean="0"/>
          </a:p>
          <a:p>
            <a:pPr algn="ctr"/>
            <a:r>
              <a:rPr lang="it-IT" dirty="0" smtClean="0"/>
              <a:t>Spesso non si emettono ordini per un solo materiale, ma si ordinano congiuntamente vari materiali che sono prossimi al punto di riordino, per cui i costo andrebbero ripartiti opportunamente.</a:t>
            </a:r>
          </a:p>
          <a:p>
            <a:pPr algn="ctr"/>
            <a:r>
              <a:rPr lang="it-IT" dirty="0" smtClean="0"/>
              <a:t>Per questo si tende a considerare i costi di riordino come costi </a:t>
            </a:r>
            <a:r>
              <a:rPr lang="it-IT" b="1" i="1" dirty="0" smtClean="0"/>
              <a:t>«comunque fissi» </a:t>
            </a:r>
            <a:r>
              <a:rPr lang="it-IT" dirty="0" smtClean="0"/>
              <a:t>e quindi non di diretto impatto sulla quantità ottimale da ordinare; come conseguenza diretta, si tende a trascurare il valore di </a:t>
            </a:r>
            <a:r>
              <a:rPr lang="it-IT" b="1" i="1" dirty="0" smtClean="0"/>
              <a:t>a</a:t>
            </a:r>
            <a:r>
              <a:rPr lang="it-IT" dirty="0" smtClean="0"/>
              <a:t> sia nella formula di Wilson (per il calcolo di </a:t>
            </a:r>
            <a:r>
              <a:rPr lang="it-IT" b="1" i="1" dirty="0" smtClean="0"/>
              <a:t>Q</a:t>
            </a:r>
            <a:r>
              <a:rPr lang="it-IT" dirty="0" smtClean="0"/>
              <a:t>) che in quella dei costi </a:t>
            </a:r>
            <a:r>
              <a:rPr lang="it-IT" b="1" i="1" dirty="0" smtClean="0"/>
              <a:t>C</a:t>
            </a:r>
            <a:r>
              <a:rPr lang="it-IT" dirty="0" smtClean="0"/>
              <a:t>.</a:t>
            </a:r>
          </a:p>
          <a:p>
            <a:pPr algn="ctr"/>
            <a:endParaRPr lang="it-IT" dirty="0"/>
          </a:p>
          <a:p>
            <a:pPr algn="ctr"/>
            <a:endParaRPr lang="it-IT" dirty="0" smtClean="0"/>
          </a:p>
          <a:p>
            <a:pPr algn="ctr"/>
            <a:r>
              <a:rPr lang="it-IT" dirty="0" smtClean="0"/>
              <a:t>Non è così invece per i costi di produzione: non sono infatti costi «fissi» in quanto sono legati al «se» e «quanto spesso» viene avviata la produzione.</a:t>
            </a:r>
            <a:endParaRPr lang="it-IT" dirty="0"/>
          </a:p>
        </p:txBody>
      </p:sp>
    </p:spTree>
    <p:extLst>
      <p:ext uri="{BB962C8B-B14F-4D97-AF65-F5344CB8AC3E}">
        <p14:creationId xmlns:p14="http://schemas.microsoft.com/office/powerpoint/2010/main" val="396627468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Quantità da ordinare, costi e sconti</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60</a:t>
            </a:fld>
            <a:endParaRPr lang="it-IT"/>
          </a:p>
        </p:txBody>
      </p:sp>
      <p:sp>
        <p:nvSpPr>
          <p:cNvPr id="5" name="CasellaDiTesto 4"/>
          <p:cNvSpPr txBox="1"/>
          <p:nvPr/>
        </p:nvSpPr>
        <p:spPr>
          <a:xfrm>
            <a:off x="251520" y="1268760"/>
            <a:ext cx="7920880" cy="3139321"/>
          </a:xfrm>
          <a:prstGeom prst="rect">
            <a:avLst/>
          </a:prstGeom>
          <a:noFill/>
        </p:spPr>
        <p:txBody>
          <a:bodyPr wrap="square" rtlCol="0">
            <a:spAutoFit/>
          </a:bodyPr>
          <a:lstStyle/>
          <a:p>
            <a:r>
              <a:rPr lang="it-IT" dirty="0" smtClean="0"/>
              <a:t>Supponiamo che un fornitore proponga uno sconto sul prezzo a fronte di una maggiore quantità acquistata.</a:t>
            </a:r>
          </a:p>
          <a:p>
            <a:r>
              <a:rPr lang="it-IT" dirty="0" smtClean="0"/>
              <a:t>Accettata comunque la politica del «punto di riordino», per dimensionare il lotto da ordinare si dovranno allora considerare:</a:t>
            </a:r>
          </a:p>
          <a:p>
            <a:pPr marL="285750" indent="-285750">
              <a:buClr>
                <a:schemeClr val="accent1"/>
              </a:buClr>
              <a:buFont typeface="Wingdings" panose="05000000000000000000" pitchFamily="2" charset="2"/>
              <a:buChar char="Ø"/>
            </a:pPr>
            <a:r>
              <a:rPr lang="it-IT" dirty="0" smtClean="0"/>
              <a:t>Il costo di giacenza (proporzionale alla quantità ed al tempo di permanenza in magazzino)</a:t>
            </a:r>
          </a:p>
          <a:p>
            <a:pPr marL="285750" indent="-285750">
              <a:buClr>
                <a:schemeClr val="accent1"/>
              </a:buClr>
              <a:buFont typeface="Wingdings" panose="05000000000000000000" pitchFamily="2" charset="2"/>
              <a:buChar char="Ø"/>
            </a:pPr>
            <a:r>
              <a:rPr lang="it-IT" dirty="0" smtClean="0"/>
              <a:t>La dimensione del lotto da ordinare, legata questa anche al prezzo che il fornitore è disposto ad applicare (maggiore il lotto, minore il prezzo)</a:t>
            </a:r>
          </a:p>
          <a:p>
            <a:pPr marL="285750" indent="-285750">
              <a:buClr>
                <a:schemeClr val="accent1"/>
              </a:buClr>
              <a:buFont typeface="Wingdings" panose="05000000000000000000" pitchFamily="2" charset="2"/>
              <a:buChar char="Ø"/>
            </a:pPr>
            <a:endParaRPr lang="it-IT" dirty="0"/>
          </a:p>
          <a:p>
            <a:pPr marL="285750" indent="-285750">
              <a:buClr>
                <a:schemeClr val="accent1"/>
              </a:buClr>
              <a:buFont typeface="Wingdings" panose="05000000000000000000" pitchFamily="2" charset="2"/>
              <a:buChar char="Ø"/>
            </a:pPr>
            <a:endParaRPr lang="it-IT" dirty="0" smtClean="0"/>
          </a:p>
          <a:p>
            <a:pPr>
              <a:buClr>
                <a:schemeClr val="accent1"/>
              </a:buClr>
            </a:pPr>
            <a:r>
              <a:rPr lang="it-IT" dirty="0" smtClean="0"/>
              <a:t>Occorrerà quindi bilanciare queste due grandezze.</a:t>
            </a:r>
            <a:endParaRPr lang="it-IT" dirty="0"/>
          </a:p>
        </p:txBody>
      </p:sp>
    </p:spTree>
    <p:extLst>
      <p:ext uri="{BB962C8B-B14F-4D97-AF65-F5344CB8AC3E}">
        <p14:creationId xmlns:p14="http://schemas.microsoft.com/office/powerpoint/2010/main" val="1524546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Esempio</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61</a:t>
            </a:fld>
            <a:endParaRPr lang="it-IT"/>
          </a:p>
        </p:txBody>
      </p:sp>
      <p:sp>
        <p:nvSpPr>
          <p:cNvPr id="5" name="CasellaDiTesto 4"/>
          <p:cNvSpPr txBox="1"/>
          <p:nvPr/>
        </p:nvSpPr>
        <p:spPr>
          <a:xfrm>
            <a:off x="251520" y="836712"/>
            <a:ext cx="7920880" cy="5755422"/>
          </a:xfrm>
          <a:prstGeom prst="rect">
            <a:avLst/>
          </a:prstGeom>
          <a:noFill/>
        </p:spPr>
        <p:txBody>
          <a:bodyPr wrap="square" rtlCol="0">
            <a:spAutoFit/>
          </a:bodyPr>
          <a:lstStyle/>
          <a:p>
            <a:pPr algn="just"/>
            <a:r>
              <a:rPr lang="it-IT" sz="1600" dirty="0" smtClean="0"/>
              <a:t>Si abbia un prodotto con le seguenti caratteristiche:</a:t>
            </a:r>
          </a:p>
          <a:p>
            <a:pPr marL="285750" indent="-285750" algn="just">
              <a:buFont typeface="Arial" panose="020B0604020202020204" pitchFamily="34" charset="0"/>
              <a:buChar char="•"/>
            </a:pPr>
            <a:r>
              <a:rPr lang="it-IT" sz="1600" dirty="0" smtClean="0"/>
              <a:t>Consumo giornaliero: 5 unità</a:t>
            </a:r>
          </a:p>
          <a:p>
            <a:pPr marL="285750" indent="-285750" algn="just">
              <a:buFont typeface="Arial" panose="020B0604020202020204" pitchFamily="34" charset="0"/>
              <a:buChar char="•"/>
            </a:pPr>
            <a:r>
              <a:rPr lang="it-IT" sz="1600" dirty="0" smtClean="0"/>
              <a:t>Costi di ordinazione e di acquisto: trascurabili</a:t>
            </a:r>
          </a:p>
          <a:p>
            <a:pPr marL="285750" indent="-285750" algn="just">
              <a:buFont typeface="Arial" panose="020B0604020202020204" pitchFamily="34" charset="0"/>
              <a:buChar char="•"/>
            </a:pPr>
            <a:r>
              <a:rPr lang="it-IT" sz="1600" dirty="0" smtClean="0"/>
              <a:t>Costi di magazzino: 1% mensile del valore della giacenza media</a:t>
            </a:r>
          </a:p>
          <a:p>
            <a:pPr marL="285750" indent="-285750" algn="just">
              <a:buFont typeface="Arial" panose="020B0604020202020204" pitchFamily="34" charset="0"/>
              <a:buChar char="•"/>
            </a:pPr>
            <a:r>
              <a:rPr lang="it-IT" sz="1600" dirty="0" smtClean="0"/>
              <a:t>Lotto minimo di acquisto (imposto dal fornitore): 50 unità</a:t>
            </a:r>
          </a:p>
          <a:p>
            <a:pPr marL="285750" indent="-285750" algn="just">
              <a:buFont typeface="Arial" panose="020B0604020202020204" pitchFamily="34" charset="0"/>
              <a:buChar char="•"/>
            </a:pPr>
            <a:r>
              <a:rPr lang="it-IT" sz="1600" dirty="0" smtClean="0"/>
              <a:t>Prezzo unitario corrente: 100 €</a:t>
            </a:r>
          </a:p>
          <a:p>
            <a:pPr marL="285750" indent="-285750" algn="just">
              <a:buFont typeface="Arial" panose="020B0604020202020204" pitchFamily="34" charset="0"/>
              <a:buChar char="•"/>
            </a:pPr>
            <a:r>
              <a:rPr lang="it-IT" sz="1600" dirty="0" smtClean="0"/>
              <a:t>Acquistando 100 o più unità il fornitore concede uno sconto del 2%</a:t>
            </a:r>
          </a:p>
          <a:p>
            <a:pPr marL="285750" indent="-285750" algn="just">
              <a:buFont typeface="Arial" panose="020B0604020202020204" pitchFamily="34" charset="0"/>
              <a:buChar char="•"/>
            </a:pPr>
            <a:endParaRPr lang="it-IT" sz="1600" dirty="0"/>
          </a:p>
          <a:p>
            <a:pPr algn="just"/>
            <a:r>
              <a:rPr lang="it-IT" sz="1600" dirty="0" smtClean="0"/>
              <a:t>Supponendo che non esistano vincoli di capitale da spendere e di spazio per immagazzinare, per vedere se convenga o no accettare l’offerta del fornitore basterà verificare </a:t>
            </a:r>
            <a:r>
              <a:rPr lang="it-IT" sz="1600" b="1" i="1" dirty="0" smtClean="0"/>
              <a:t>se il risparmio derivante dal minor prezzo è maggiore dei costi di immagazzinaggio</a:t>
            </a:r>
            <a:r>
              <a:rPr lang="it-IT" sz="1600" dirty="0" smtClean="0"/>
              <a:t>, che aumentano al crescere della quantità acquistata.</a:t>
            </a:r>
          </a:p>
          <a:p>
            <a:pPr algn="just"/>
            <a:endParaRPr lang="it-IT" sz="1600" dirty="0"/>
          </a:p>
          <a:p>
            <a:pPr algn="just"/>
            <a:endParaRPr lang="it-IT" sz="1600" dirty="0" smtClean="0"/>
          </a:p>
          <a:p>
            <a:pPr algn="just"/>
            <a:r>
              <a:rPr lang="it-IT" sz="1600" dirty="0" smtClean="0"/>
              <a:t>Se si acquistano 100 unità, si ha un risparmio di: 2% x 100 x 100 = 200 €</a:t>
            </a:r>
          </a:p>
          <a:p>
            <a:pPr algn="just"/>
            <a:r>
              <a:rPr lang="it-IT" sz="1600" dirty="0" smtClean="0"/>
              <a:t>Acquistando 50 unità in più del normale lotto minimo, si ha un incremento di </a:t>
            </a:r>
            <a:r>
              <a:rPr lang="it-IT" sz="1600" b="1" dirty="0" smtClean="0"/>
              <a:t>giacenza media di 25 unità </a:t>
            </a:r>
            <a:r>
              <a:rPr lang="it-IT" sz="1600" dirty="0" smtClean="0"/>
              <a:t>(la metà tra 0 e 50) che conservata per </a:t>
            </a:r>
            <a:r>
              <a:rPr lang="it-IT" sz="1600" b="1" dirty="0" smtClean="0"/>
              <a:t>20 giorni </a:t>
            </a:r>
            <a:r>
              <a:rPr lang="it-IT" sz="1600" dirty="0" smtClean="0"/>
              <a:t>(tempo per utilizzare tutte le 100 unità del nuovo ordine di acquisto), all’1% mensile di costi di magazzino dà questo maggior onere:</a:t>
            </a:r>
          </a:p>
          <a:p>
            <a:pPr algn="just"/>
            <a:endParaRPr lang="it-IT" sz="1600" dirty="0"/>
          </a:p>
          <a:p>
            <a:pPr algn="just"/>
            <a:r>
              <a:rPr lang="it-IT" sz="1600" dirty="0" smtClean="0"/>
              <a:t>1% x 25 x 2/3 x 98 =16,33 €</a:t>
            </a:r>
          </a:p>
          <a:p>
            <a:pPr algn="just"/>
            <a:r>
              <a:rPr lang="it-IT" sz="1600" dirty="0" smtClean="0"/>
              <a:t>Dove 2/3 sono i 20 giorni – 2/3 di mese – di tempo di conservazione e 98 l’effettivo prezzo unitario pagato.</a:t>
            </a:r>
          </a:p>
        </p:txBody>
      </p:sp>
      <p:sp>
        <p:nvSpPr>
          <p:cNvPr id="6" name="Freccia a destra 5"/>
          <p:cNvSpPr/>
          <p:nvPr/>
        </p:nvSpPr>
        <p:spPr>
          <a:xfrm>
            <a:off x="7884368" y="6412114"/>
            <a:ext cx="360040" cy="360040"/>
          </a:xfrm>
          <a:prstGeom prst="rightArrow">
            <a:avLst/>
          </a:prstGeom>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a:p>
        </p:txBody>
      </p:sp>
    </p:spTree>
    <p:extLst>
      <p:ext uri="{BB962C8B-B14F-4D97-AF65-F5344CB8AC3E}">
        <p14:creationId xmlns:p14="http://schemas.microsoft.com/office/powerpoint/2010/main" val="19772720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62</a:t>
            </a:fld>
            <a:endParaRPr lang="it-IT"/>
          </a:p>
        </p:txBody>
      </p:sp>
      <p:sp>
        <p:nvSpPr>
          <p:cNvPr id="5" name="CasellaDiTesto 4"/>
          <p:cNvSpPr txBox="1"/>
          <p:nvPr/>
        </p:nvSpPr>
        <p:spPr>
          <a:xfrm>
            <a:off x="251520" y="44624"/>
            <a:ext cx="8136904" cy="3539430"/>
          </a:xfrm>
          <a:prstGeom prst="rect">
            <a:avLst/>
          </a:prstGeom>
          <a:noFill/>
        </p:spPr>
        <p:txBody>
          <a:bodyPr wrap="square" rtlCol="0">
            <a:spAutoFit/>
          </a:bodyPr>
          <a:lstStyle/>
          <a:p>
            <a:pPr algn="just"/>
            <a:r>
              <a:rPr lang="it-IT" sz="1600" dirty="0" smtClean="0"/>
              <a:t>Per cui portando il lotto a 100 unità si risparmiano 200 - 16,33 = 183,67 €</a:t>
            </a:r>
          </a:p>
          <a:p>
            <a:pPr algn="just"/>
            <a:endParaRPr lang="it-IT" sz="1600" dirty="0"/>
          </a:p>
          <a:p>
            <a:pPr algn="just"/>
            <a:r>
              <a:rPr lang="it-IT" sz="1600" dirty="0" smtClean="0"/>
              <a:t>Poiché ci si «guadagna», si potrebbe pensare di calcolare fino a che punto convenga aumentare il lotto di acquisto per controbilanciare gli extra costi di tenuta stock e quando invece si comincia a «perdere».</a:t>
            </a:r>
          </a:p>
          <a:p>
            <a:pPr algn="just"/>
            <a:endParaRPr lang="it-IT" sz="1600" dirty="0"/>
          </a:p>
          <a:p>
            <a:pPr algn="just"/>
            <a:r>
              <a:rPr lang="it-IT" sz="1600" dirty="0" smtClean="0"/>
              <a:t>Detta </a:t>
            </a:r>
            <a:r>
              <a:rPr lang="it-IT" sz="1600" b="1" i="1" dirty="0" smtClean="0"/>
              <a:t>X</a:t>
            </a:r>
            <a:r>
              <a:rPr lang="it-IT" sz="1600" dirty="0" smtClean="0"/>
              <a:t> la dimensione di questo lotto limite, essa servirà a coprire la domanda per un tempo:</a:t>
            </a:r>
          </a:p>
          <a:p>
            <a:pPr algn="just"/>
            <a:endParaRPr lang="it-IT" sz="1600" dirty="0"/>
          </a:p>
          <a:p>
            <a:pPr algn="just"/>
            <a:r>
              <a:rPr lang="it-IT" sz="1600" b="1" dirty="0"/>
              <a:t>t</a:t>
            </a:r>
            <a:r>
              <a:rPr lang="it-IT" sz="1600" b="1" dirty="0" smtClean="0"/>
              <a:t>= X / 150 </a:t>
            </a:r>
            <a:r>
              <a:rPr lang="it-IT" sz="1600" dirty="0" smtClean="0"/>
              <a:t>(infatti si ha: 5 : 1/30 = X : t) (riferendo tutto a un mese)</a:t>
            </a:r>
          </a:p>
          <a:p>
            <a:pPr algn="just"/>
            <a:endParaRPr lang="it-IT" sz="1600" dirty="0" smtClean="0"/>
          </a:p>
          <a:p>
            <a:pPr algn="just"/>
            <a:r>
              <a:rPr lang="it-IT" sz="1600" dirty="0" smtClean="0"/>
              <a:t>Il risparmio sul prezzo di acquisto è:</a:t>
            </a:r>
            <a:endParaRPr lang="it-IT" sz="1600" dirty="0"/>
          </a:p>
          <a:p>
            <a:pPr algn="just"/>
            <a:r>
              <a:rPr lang="it-IT" sz="1600" dirty="0" smtClean="0"/>
              <a:t>2% x 100 x </a:t>
            </a:r>
            <a:r>
              <a:rPr lang="it-IT" sz="1600" b="1" i="1" dirty="0" err="1" smtClean="0"/>
              <a:t>X</a:t>
            </a:r>
            <a:r>
              <a:rPr lang="it-IT" sz="1600" dirty="0" smtClean="0"/>
              <a:t> = 2X</a:t>
            </a:r>
          </a:p>
          <a:p>
            <a:pPr algn="just"/>
            <a:endParaRPr lang="it-IT" sz="1600" dirty="0" smtClean="0"/>
          </a:p>
          <a:p>
            <a:pPr algn="just"/>
            <a:r>
              <a:rPr lang="it-IT" sz="1600" dirty="0" smtClean="0"/>
              <a:t>Il maggior costo mensile di magazzino è:</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328" y="3542244"/>
            <a:ext cx="5065315" cy="199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CasellaDiTesto 10"/>
          <p:cNvSpPr txBox="1"/>
          <p:nvPr/>
        </p:nvSpPr>
        <p:spPr>
          <a:xfrm>
            <a:off x="247328" y="5702484"/>
            <a:ext cx="7925072" cy="338554"/>
          </a:xfrm>
          <a:prstGeom prst="rect">
            <a:avLst/>
          </a:prstGeom>
          <a:noFill/>
        </p:spPr>
        <p:txBody>
          <a:bodyPr wrap="square" rtlCol="0">
            <a:spAutoFit/>
          </a:bodyPr>
          <a:lstStyle/>
          <a:p>
            <a:r>
              <a:rPr lang="it-IT" sz="1600" dirty="0" smtClean="0"/>
              <a:t>Quindi la differenza tra il risparmio d’acquisto e la maggiore spesa di tenuta stock è:</a:t>
            </a:r>
            <a:endParaRPr lang="it-IT" sz="1600" dirty="0"/>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6019743"/>
            <a:ext cx="2913849" cy="793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Freccia a destra 13"/>
          <p:cNvSpPr/>
          <p:nvPr/>
        </p:nvSpPr>
        <p:spPr>
          <a:xfrm>
            <a:off x="7884368" y="6412114"/>
            <a:ext cx="360040" cy="360040"/>
          </a:xfrm>
          <a:prstGeom prst="rightArrow">
            <a:avLst/>
          </a:prstGeom>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a:solidFill>
                <a:schemeClr val="dk1"/>
              </a:solidFill>
            </a:endParaRPr>
          </a:p>
        </p:txBody>
      </p:sp>
    </p:spTree>
    <p:extLst>
      <p:ext uri="{BB962C8B-B14F-4D97-AF65-F5344CB8AC3E}">
        <p14:creationId xmlns:p14="http://schemas.microsoft.com/office/powerpoint/2010/main" val="24114698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63</a:t>
            </a:fld>
            <a:endParaRPr lang="it-IT"/>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5143" y="1843927"/>
            <a:ext cx="4713634" cy="26680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asellaDiTesto 4"/>
          <p:cNvSpPr txBox="1"/>
          <p:nvPr/>
        </p:nvSpPr>
        <p:spPr>
          <a:xfrm>
            <a:off x="251520" y="404664"/>
            <a:ext cx="7920880" cy="1077218"/>
          </a:xfrm>
          <a:prstGeom prst="rect">
            <a:avLst/>
          </a:prstGeom>
          <a:noFill/>
        </p:spPr>
        <p:txBody>
          <a:bodyPr wrap="square" rtlCol="0">
            <a:spAutoFit/>
          </a:bodyPr>
          <a:lstStyle/>
          <a:p>
            <a:pPr algn="just"/>
            <a:r>
              <a:rPr lang="it-IT" sz="1600" dirty="0" smtClean="0"/>
              <a:t>Questa espressione rappresenta l’equazione di una parabola che passa per l’origine secondo il grafico sotto riportato. Seguendo il grafico si può notare che il guadagno aumenta fino ad un massimo (x = 327), dopodiché il vantaggio, pur continuando ad esserci, diminuisce fino al valore di x = 655, limite oltre il quale il guadagno cessa e si va invece in perdita.</a:t>
            </a:r>
            <a:endParaRPr lang="it-IT" sz="1600" dirty="0"/>
          </a:p>
        </p:txBody>
      </p:sp>
      <p:sp>
        <p:nvSpPr>
          <p:cNvPr id="6" name="CasellaDiTesto 5"/>
          <p:cNvSpPr txBox="1"/>
          <p:nvPr/>
        </p:nvSpPr>
        <p:spPr>
          <a:xfrm>
            <a:off x="251520" y="5016078"/>
            <a:ext cx="7920880" cy="1077218"/>
          </a:xfrm>
          <a:prstGeom prst="rect">
            <a:avLst/>
          </a:prstGeom>
          <a:noFill/>
        </p:spPr>
        <p:txBody>
          <a:bodyPr wrap="square" rtlCol="0">
            <a:spAutoFit/>
          </a:bodyPr>
          <a:lstStyle/>
          <a:p>
            <a:pPr algn="just"/>
            <a:r>
              <a:rPr lang="it-IT" sz="1600" dirty="0" smtClean="0"/>
              <a:t>Questa differenza è massima per X =327 e si annulla per X = 655.</a:t>
            </a:r>
          </a:p>
          <a:p>
            <a:pPr algn="just"/>
            <a:r>
              <a:rPr lang="it-IT" sz="1600" dirty="0" smtClean="0"/>
              <a:t>Quindi il lotto ottimale è di </a:t>
            </a:r>
            <a:r>
              <a:rPr lang="it-IT" sz="1600" b="1" dirty="0" smtClean="0"/>
              <a:t>327 pezzi</a:t>
            </a:r>
            <a:r>
              <a:rPr lang="it-IT" sz="1600" dirty="0" smtClean="0"/>
              <a:t>; se si ordinano 655 pezzi il vantaggio del minor prezzo è annullato dal maggior costo di magazzinaggio; tutti gli altri valori comportano situazioni intermedie.</a:t>
            </a:r>
            <a:endParaRPr lang="it-IT" sz="1600" dirty="0"/>
          </a:p>
        </p:txBody>
      </p:sp>
    </p:spTree>
    <p:extLst>
      <p:ext uri="{BB962C8B-B14F-4D97-AF65-F5344CB8AC3E}">
        <p14:creationId xmlns:p14="http://schemas.microsoft.com/office/powerpoint/2010/main" val="259565336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07504" y="58614"/>
            <a:ext cx="8208912" cy="634082"/>
          </a:xfrm>
        </p:spPr>
        <p:txBody>
          <a:bodyPr/>
          <a:lstStyle/>
          <a:p>
            <a:r>
              <a:rPr lang="it-IT" dirty="0" smtClean="0"/>
              <a:t>Dimensioni del lotto e frequenza di riordino</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64</a:t>
            </a:fld>
            <a:endParaRPr lang="it-IT"/>
          </a:p>
        </p:txBody>
      </p:sp>
      <p:pic>
        <p:nvPicPr>
          <p:cNvPr id="102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72"/>
          <a:stretch/>
        </p:blipFill>
        <p:spPr bwMode="auto">
          <a:xfrm>
            <a:off x="128017" y="2174620"/>
            <a:ext cx="4155951" cy="1830444"/>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946" y="4149080"/>
            <a:ext cx="4216030" cy="21602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CasellaDiTesto 2"/>
          <p:cNvSpPr txBox="1"/>
          <p:nvPr/>
        </p:nvSpPr>
        <p:spPr>
          <a:xfrm>
            <a:off x="251520" y="860519"/>
            <a:ext cx="7920880" cy="1200329"/>
          </a:xfrm>
          <a:prstGeom prst="rect">
            <a:avLst/>
          </a:prstGeom>
          <a:noFill/>
        </p:spPr>
        <p:txBody>
          <a:bodyPr wrap="square" rtlCol="0">
            <a:spAutoFit/>
          </a:bodyPr>
          <a:lstStyle/>
          <a:p>
            <a:pPr algn="ctr"/>
            <a:r>
              <a:rPr lang="it-IT" dirty="0" smtClean="0"/>
              <a:t>Per capire meglio l’esempio precedente è minimizzare il quantitativo d’acquisto (se questo non incide sul prezzo unitario e sui costi di trasporto e magazzinaggio) ed aumentare invece la frequenza delle consegne. Questa tecnica, non sempre applicabile, fa diminuire parecchio la «giacenza media»</a:t>
            </a:r>
            <a:endParaRPr lang="fr-FR" dirty="0"/>
          </a:p>
        </p:txBody>
      </p:sp>
      <p:sp>
        <p:nvSpPr>
          <p:cNvPr id="5" name="CasellaDiTesto 4"/>
          <p:cNvSpPr txBox="1"/>
          <p:nvPr/>
        </p:nvSpPr>
        <p:spPr>
          <a:xfrm>
            <a:off x="4427984" y="2695853"/>
            <a:ext cx="3960440" cy="877163"/>
          </a:xfrm>
          <a:prstGeom prst="rect">
            <a:avLst/>
          </a:prstGeom>
          <a:noFill/>
        </p:spPr>
        <p:txBody>
          <a:bodyPr wrap="square" rtlCol="0">
            <a:spAutoFit/>
          </a:bodyPr>
          <a:lstStyle/>
          <a:p>
            <a:pPr algn="ctr"/>
            <a:r>
              <a:rPr lang="it-IT" sz="1700" dirty="0" smtClean="0"/>
              <a:t>Questa figura riporta la frequenza di consegna (linea spezzata) e l’inventario medio che ne deriva (linea orizzontale)</a:t>
            </a:r>
            <a:endParaRPr lang="fr-FR" sz="1700" dirty="0"/>
          </a:p>
        </p:txBody>
      </p:sp>
      <p:sp>
        <p:nvSpPr>
          <p:cNvPr id="6" name="CasellaDiTesto 5"/>
          <p:cNvSpPr txBox="1"/>
          <p:nvPr/>
        </p:nvSpPr>
        <p:spPr>
          <a:xfrm>
            <a:off x="4427984" y="4313708"/>
            <a:ext cx="3960440" cy="1923604"/>
          </a:xfrm>
          <a:prstGeom prst="rect">
            <a:avLst/>
          </a:prstGeom>
          <a:noFill/>
        </p:spPr>
        <p:txBody>
          <a:bodyPr wrap="square" rtlCol="0">
            <a:spAutoFit/>
          </a:bodyPr>
          <a:lstStyle/>
          <a:p>
            <a:pPr algn="ctr"/>
            <a:r>
              <a:rPr lang="it-IT" sz="1700" dirty="0" smtClean="0"/>
              <a:t>Questa figura riporta invece la giacenza media (linea orizzontale continua) a fronte di una frequenza di consegna doppia rispetto alla precedente (linea spezzata continua): si nota che la nuova giacenza media è la metà della precedente (linee tratteggiate)</a:t>
            </a:r>
            <a:endParaRPr lang="fr-FR" sz="1700" dirty="0"/>
          </a:p>
        </p:txBody>
      </p:sp>
      <p:sp>
        <p:nvSpPr>
          <p:cNvPr id="10" name="Freccia a destra 9"/>
          <p:cNvSpPr/>
          <p:nvPr/>
        </p:nvSpPr>
        <p:spPr>
          <a:xfrm>
            <a:off x="7884368" y="6412114"/>
            <a:ext cx="360040" cy="360040"/>
          </a:xfrm>
          <a:prstGeom prst="rightArrow">
            <a:avLst/>
          </a:prstGeom>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a:solidFill>
                <a:schemeClr val="dk1"/>
              </a:solidFill>
            </a:endParaRPr>
          </a:p>
        </p:txBody>
      </p:sp>
    </p:spTree>
    <p:extLst>
      <p:ext uri="{BB962C8B-B14F-4D97-AF65-F5344CB8AC3E}">
        <p14:creationId xmlns:p14="http://schemas.microsoft.com/office/powerpoint/2010/main" val="10648136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65</a:t>
            </a:fld>
            <a:endParaRPr lang="it-IT"/>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188640"/>
            <a:ext cx="5871639" cy="3096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asellaDiTesto 4"/>
          <p:cNvSpPr txBox="1"/>
          <p:nvPr/>
        </p:nvSpPr>
        <p:spPr>
          <a:xfrm>
            <a:off x="107504" y="3579981"/>
            <a:ext cx="8280920" cy="2585323"/>
          </a:xfrm>
          <a:prstGeom prst="rect">
            <a:avLst/>
          </a:prstGeom>
          <a:noFill/>
        </p:spPr>
        <p:txBody>
          <a:bodyPr wrap="square" rtlCol="0">
            <a:spAutoFit/>
          </a:bodyPr>
          <a:lstStyle/>
          <a:p>
            <a:pPr algn="just"/>
            <a:r>
              <a:rPr lang="it-IT" dirty="0" smtClean="0"/>
              <a:t>Questa figura riporta la situazione a fronte di una frequenza quadrupla:</a:t>
            </a:r>
          </a:p>
          <a:p>
            <a:pPr marL="285750" indent="-285750" algn="just">
              <a:buFont typeface="Arial" panose="020B0604020202020204" pitchFamily="34" charset="0"/>
              <a:buChar char="•"/>
            </a:pPr>
            <a:r>
              <a:rPr lang="it-IT" dirty="0" smtClean="0"/>
              <a:t>Frequenza «normale»: linee tratteggiate sottili (frequenza di consegna: linea spezzata, giacenza media: linea orizzontale)</a:t>
            </a:r>
          </a:p>
          <a:p>
            <a:pPr marL="285750" indent="-285750" algn="just">
              <a:buFont typeface="Arial" panose="020B0604020202020204" pitchFamily="34" charset="0"/>
              <a:buChar char="•"/>
            </a:pPr>
            <a:r>
              <a:rPr lang="it-IT" dirty="0" smtClean="0"/>
              <a:t>Frequenza doppia: linee tratteggiate grosse</a:t>
            </a:r>
          </a:p>
          <a:p>
            <a:pPr marL="285750" indent="-285750" algn="just">
              <a:buFont typeface="Arial" panose="020B0604020202020204" pitchFamily="34" charset="0"/>
              <a:buChar char="•"/>
            </a:pPr>
            <a:r>
              <a:rPr lang="it-IT" dirty="0" smtClean="0"/>
              <a:t>Frequenza quadrupla: linee continue</a:t>
            </a:r>
          </a:p>
          <a:p>
            <a:pPr marL="285750" indent="-285750" algn="just">
              <a:buFont typeface="Arial" panose="020B0604020202020204" pitchFamily="34" charset="0"/>
              <a:buChar char="•"/>
            </a:pPr>
            <a:endParaRPr lang="it-IT" dirty="0"/>
          </a:p>
          <a:p>
            <a:pPr algn="just"/>
            <a:r>
              <a:rPr lang="it-IT" dirty="0" smtClean="0"/>
              <a:t>Si può notare che la giacenza media si abbassa man mano che aumenta la frequenza delle consegne, ma non si modifica invece lo stock di sicurezza, dato che esso è legato alle variazioni del consumo di materiale durante il </a:t>
            </a:r>
            <a:r>
              <a:rPr lang="it-IT" dirty="0"/>
              <a:t>L</a:t>
            </a:r>
            <a:r>
              <a:rPr lang="it-IT" dirty="0" smtClean="0"/>
              <a:t>ead Time di rifornimento</a:t>
            </a:r>
            <a:endParaRPr lang="fr-FR" dirty="0"/>
          </a:p>
        </p:txBody>
      </p:sp>
      <p:sp>
        <p:nvSpPr>
          <p:cNvPr id="7" name="Freccia a destra 6"/>
          <p:cNvSpPr/>
          <p:nvPr/>
        </p:nvSpPr>
        <p:spPr>
          <a:xfrm>
            <a:off x="7884368" y="6412114"/>
            <a:ext cx="360040" cy="360040"/>
          </a:xfrm>
          <a:prstGeom prst="rightArrow">
            <a:avLst/>
          </a:prstGeom>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rtlCol="0" anchor="ctr"/>
          <a:lstStyle/>
          <a:p>
            <a:pPr algn="ctr"/>
            <a:endParaRPr lang="it-IT">
              <a:solidFill>
                <a:schemeClr val="dk1"/>
              </a:solidFill>
            </a:endParaRPr>
          </a:p>
        </p:txBody>
      </p:sp>
    </p:spTree>
    <p:extLst>
      <p:ext uri="{BB962C8B-B14F-4D97-AF65-F5344CB8AC3E}">
        <p14:creationId xmlns:p14="http://schemas.microsoft.com/office/powerpoint/2010/main" val="17669147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66</a:t>
            </a:fld>
            <a:endParaRPr lang="it-IT"/>
          </a:p>
        </p:txBody>
      </p:sp>
      <p:sp>
        <p:nvSpPr>
          <p:cNvPr id="5" name="CasellaDiTesto 4"/>
          <p:cNvSpPr txBox="1"/>
          <p:nvPr/>
        </p:nvSpPr>
        <p:spPr>
          <a:xfrm>
            <a:off x="251520" y="1505104"/>
            <a:ext cx="7920880" cy="3724096"/>
          </a:xfrm>
          <a:prstGeom prst="rect">
            <a:avLst/>
          </a:prstGeom>
          <a:noFill/>
        </p:spPr>
        <p:txBody>
          <a:bodyPr wrap="square" rtlCol="0">
            <a:spAutoFit/>
          </a:bodyPr>
          <a:lstStyle/>
          <a:p>
            <a:pPr algn="just"/>
            <a:r>
              <a:rPr lang="it-IT" sz="2000" b="1" u="sng" dirty="0" smtClean="0">
                <a:solidFill>
                  <a:schemeClr val="accent1">
                    <a:lumMod val="75000"/>
                  </a:schemeClr>
                </a:solidFill>
              </a:rPr>
              <a:t>CONCLUSIONI:</a:t>
            </a:r>
          </a:p>
          <a:p>
            <a:pPr algn="just"/>
            <a:endParaRPr lang="it-IT" dirty="0"/>
          </a:p>
          <a:p>
            <a:pPr marL="285750" indent="-285750" algn="just">
              <a:buFont typeface="Arial" panose="020B0604020202020204" pitchFamily="34" charset="0"/>
              <a:buChar char="•"/>
            </a:pPr>
            <a:r>
              <a:rPr lang="it-IT" dirty="0" smtClean="0"/>
              <a:t>Per ciò che riguarda le materie prime basterà tenere a scorta la quantità corrispondente ai consumi (medi) durante il «</a:t>
            </a:r>
            <a:r>
              <a:rPr lang="it-IT" dirty="0"/>
              <a:t>L</a:t>
            </a:r>
            <a:r>
              <a:rPr lang="it-IT" dirty="0" smtClean="0"/>
              <a:t>ead </a:t>
            </a:r>
            <a:r>
              <a:rPr lang="it-IT" dirty="0"/>
              <a:t>T</a:t>
            </a:r>
            <a:r>
              <a:rPr lang="it-IT" dirty="0" smtClean="0"/>
              <a:t>ime» di fornitura, in modo da essere «coperti» durante il tempo dell’approvvigionamento</a:t>
            </a:r>
          </a:p>
          <a:p>
            <a:pPr marL="285750" indent="-285750" algn="just">
              <a:buFont typeface="Arial" panose="020B0604020202020204" pitchFamily="34" charset="0"/>
              <a:buChar char="•"/>
            </a:pPr>
            <a:r>
              <a:rPr lang="it-IT" dirty="0" smtClean="0"/>
              <a:t>Per ciò che riguarda i prodotti finiti le quantità corrispondenti alle vendite (medie) durante il tempo di produzione e/o fra due cicli consecutivi di produzione, oppure secondo il profilo «storico» della domanda</a:t>
            </a:r>
          </a:p>
          <a:p>
            <a:pPr marL="285750" indent="-285750" algn="just">
              <a:buFont typeface="Arial" panose="020B0604020202020204" pitchFamily="34" charset="0"/>
              <a:buChar char="•"/>
            </a:pPr>
            <a:endParaRPr lang="it-IT" dirty="0"/>
          </a:p>
          <a:p>
            <a:pPr marL="285750" indent="-285750" algn="just">
              <a:buFont typeface="Arial" panose="020B0604020202020204" pitchFamily="34" charset="0"/>
              <a:buChar char="•"/>
            </a:pPr>
            <a:endParaRPr lang="it-IT" dirty="0" smtClean="0"/>
          </a:p>
          <a:p>
            <a:pPr algn="just"/>
            <a:endParaRPr lang="it-IT" dirty="0"/>
          </a:p>
          <a:p>
            <a:pPr algn="just"/>
            <a:r>
              <a:rPr lang="it-IT" dirty="0" smtClean="0"/>
              <a:t>Tutto ciò serve per calcolare le scorte (prevedibili) da mantenere facendo affidamento che le cose vadano esattamente come previsto.</a:t>
            </a:r>
          </a:p>
        </p:txBody>
      </p:sp>
    </p:spTree>
    <p:extLst>
      <p:ext uri="{BB962C8B-B14F-4D97-AF65-F5344CB8AC3E}">
        <p14:creationId xmlns:p14="http://schemas.microsoft.com/office/powerpoint/2010/main" val="23363400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Esempi di calcolo della scorta corrente</a:t>
            </a:r>
            <a:endParaRPr lang="it-IT"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67</a:t>
            </a:fld>
            <a:endParaRPr lang="it-IT"/>
          </a:p>
        </p:txBody>
      </p:sp>
      <p:sp>
        <p:nvSpPr>
          <p:cNvPr id="5" name="CasellaDiTesto 4"/>
          <p:cNvSpPr txBox="1"/>
          <p:nvPr/>
        </p:nvSpPr>
        <p:spPr>
          <a:xfrm>
            <a:off x="251520" y="1430775"/>
            <a:ext cx="7920880" cy="1754326"/>
          </a:xfrm>
          <a:prstGeom prst="rect">
            <a:avLst/>
          </a:prstGeom>
          <a:noFill/>
        </p:spPr>
        <p:txBody>
          <a:bodyPr wrap="square" rtlCol="0">
            <a:spAutoFit/>
          </a:bodyPr>
          <a:lstStyle/>
          <a:p>
            <a:pPr algn="just"/>
            <a:r>
              <a:rPr lang="it-IT" dirty="0" smtClean="0"/>
              <a:t>Viene qui di seguito riportato un metodo semplice per calcolare lo stock (prevedibile) da tenere per un materiale prodotto in azienda. Si considerano due casi:</a:t>
            </a:r>
          </a:p>
          <a:p>
            <a:pPr marL="342900" indent="-342900" algn="just">
              <a:buFont typeface="+mj-lt"/>
              <a:buAutoNum type="arabicPeriod"/>
            </a:pPr>
            <a:r>
              <a:rPr lang="it-IT" dirty="0" smtClean="0"/>
              <a:t>Si dispone di previsioni di vendita mensili (caso ideale)</a:t>
            </a:r>
          </a:p>
          <a:p>
            <a:pPr marL="342900" indent="-342900" algn="just">
              <a:buFont typeface="+mj-lt"/>
              <a:buAutoNum type="arabicPeriod"/>
            </a:pPr>
            <a:r>
              <a:rPr lang="it-IT" dirty="0" smtClean="0"/>
              <a:t>Non si dispone di previsioni di vendita mensili, ma solo di un valore aggregato (volume annuale di vendite previsto o che si vuole raggiungere)</a:t>
            </a:r>
            <a:endParaRPr lang="fr-FR" dirty="0"/>
          </a:p>
        </p:txBody>
      </p:sp>
      <p:sp>
        <p:nvSpPr>
          <p:cNvPr id="6" name="CasellaDiTesto 5"/>
          <p:cNvSpPr txBox="1"/>
          <p:nvPr/>
        </p:nvSpPr>
        <p:spPr>
          <a:xfrm>
            <a:off x="251520" y="3701931"/>
            <a:ext cx="7920880" cy="2031325"/>
          </a:xfrm>
          <a:prstGeom prst="rect">
            <a:avLst/>
          </a:prstGeom>
          <a:noFill/>
        </p:spPr>
        <p:txBody>
          <a:bodyPr wrap="square" rtlCol="0">
            <a:spAutoFit/>
          </a:bodyPr>
          <a:lstStyle/>
          <a:p>
            <a:r>
              <a:rPr lang="it-IT" b="1" u="sng" dirty="0" smtClean="0">
                <a:solidFill>
                  <a:schemeClr val="accent1">
                    <a:lumMod val="75000"/>
                  </a:schemeClr>
                </a:solidFill>
              </a:rPr>
              <a:t>CON PREVISIONI DI VENDITA</a:t>
            </a:r>
          </a:p>
          <a:p>
            <a:r>
              <a:rPr lang="it-IT" dirty="0" smtClean="0"/>
              <a:t>Si può ad esempio decidere di tenere a scorta un mese «medio» di vendite, oppure una quantità pari al volume di vendite del mese successivo.</a:t>
            </a:r>
          </a:p>
          <a:p>
            <a:endParaRPr lang="it-IT" dirty="0" smtClean="0"/>
          </a:p>
          <a:p>
            <a:pPr algn="ctr"/>
            <a:r>
              <a:rPr lang="it-IT" dirty="0" smtClean="0"/>
              <a:t>(avendo però a disposizione le previsioni di vendita e probabilmente anche quelli sia di previsione che effettivi degli anni precedenti, una trattazione matematico-statistica è preferibile, in quanto garantisce risultati più sicuri)</a:t>
            </a:r>
            <a:endParaRPr lang="it-IT" dirty="0"/>
          </a:p>
        </p:txBody>
      </p:sp>
    </p:spTree>
    <p:extLst>
      <p:ext uri="{BB962C8B-B14F-4D97-AF65-F5344CB8AC3E}">
        <p14:creationId xmlns:p14="http://schemas.microsoft.com/office/powerpoint/2010/main" val="40265784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68</a:t>
            </a:fld>
            <a:endParaRPr lang="it-IT"/>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2240979"/>
            <a:ext cx="7315200"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asellaDiTesto 5"/>
          <p:cNvSpPr txBox="1"/>
          <p:nvPr/>
        </p:nvSpPr>
        <p:spPr>
          <a:xfrm>
            <a:off x="251520" y="388402"/>
            <a:ext cx="7920880" cy="1600438"/>
          </a:xfrm>
          <a:prstGeom prst="rect">
            <a:avLst/>
          </a:prstGeom>
          <a:noFill/>
        </p:spPr>
        <p:txBody>
          <a:bodyPr wrap="square" rtlCol="0">
            <a:spAutoFit/>
          </a:bodyPr>
          <a:lstStyle/>
          <a:p>
            <a:pPr algn="just"/>
            <a:r>
              <a:rPr lang="it-IT" b="1" u="sng" dirty="0" smtClean="0">
                <a:solidFill>
                  <a:schemeClr val="accent1">
                    <a:lumMod val="75000"/>
                  </a:schemeClr>
                </a:solidFill>
              </a:rPr>
              <a:t>SENZA PREVISIONI DI VENDITA</a:t>
            </a:r>
          </a:p>
          <a:p>
            <a:pPr algn="just"/>
            <a:r>
              <a:rPr lang="it-IT" sz="1600" dirty="0" smtClean="0"/>
              <a:t>Occorre:</a:t>
            </a:r>
          </a:p>
          <a:p>
            <a:pPr marL="285750" indent="-285750" algn="just">
              <a:buFont typeface="Arial" panose="020B0604020202020204" pitchFamily="34" charset="0"/>
              <a:buChar char="•"/>
            </a:pPr>
            <a:r>
              <a:rPr lang="it-IT" sz="1600" dirty="0" smtClean="0"/>
              <a:t>Disporre almeno dei dati di vendita (effettiva) dell’anno precedente, meglio ancora se degli anni precedenti per poterli mediare</a:t>
            </a:r>
          </a:p>
          <a:p>
            <a:pPr marL="285750" indent="-285750" algn="just">
              <a:buFont typeface="Arial" panose="020B0604020202020204" pitchFamily="34" charset="0"/>
              <a:buChar char="•"/>
            </a:pPr>
            <a:r>
              <a:rPr lang="it-IT" sz="1600" dirty="0" smtClean="0"/>
              <a:t>Supporre che, in assenza di altre informazioni contrarie o differenti, l’andamento del profilo delle vendite sia lo stesso dell’anno (o della media degli anni) precedenti.</a:t>
            </a:r>
            <a:endParaRPr lang="it-IT" sz="1600" dirty="0"/>
          </a:p>
        </p:txBody>
      </p:sp>
      <p:sp>
        <p:nvSpPr>
          <p:cNvPr id="5" name="CasellaDiTesto 4"/>
          <p:cNvSpPr txBox="1"/>
          <p:nvPr/>
        </p:nvSpPr>
        <p:spPr>
          <a:xfrm>
            <a:off x="251520" y="3560817"/>
            <a:ext cx="7920880" cy="3108543"/>
          </a:xfrm>
          <a:prstGeom prst="rect">
            <a:avLst/>
          </a:prstGeom>
          <a:noFill/>
        </p:spPr>
        <p:txBody>
          <a:bodyPr wrap="square" rtlCol="0">
            <a:spAutoFit/>
          </a:bodyPr>
          <a:lstStyle/>
          <a:p>
            <a:pPr algn="just"/>
            <a:r>
              <a:rPr lang="it-IT" sz="1600" b="1" dirty="0" smtClean="0"/>
              <a:t>Esempio tabella:</a:t>
            </a:r>
          </a:p>
          <a:p>
            <a:pPr algn="just"/>
            <a:r>
              <a:rPr lang="it-IT" sz="1600" dirty="0" smtClean="0"/>
              <a:t>Si suppone che il volume totale di vendite «effettive» dell’anno 2012 sia stato di 3610 unità, ripartite come nella seconda riga; la terza riga riporta i dati in percentuale.</a:t>
            </a:r>
          </a:p>
          <a:p>
            <a:pPr algn="just"/>
            <a:r>
              <a:rPr lang="it-IT" sz="1600" dirty="0" smtClean="0"/>
              <a:t>Sia il volume totale di vendite previsto per il 2013 di 6700 unità, ma senza avere idea della distribuzione dei volumi nei vari mesi.</a:t>
            </a:r>
          </a:p>
          <a:p>
            <a:pPr algn="just"/>
            <a:r>
              <a:rPr lang="it-IT" sz="1600" dirty="0" smtClean="0"/>
              <a:t>Si può a questo punto ipotizzare che il trend delle vendite sia lo stesso del 2012, ovvero i volumi siano quelli riportati nella quarta riga (in grassetto).</a:t>
            </a:r>
          </a:p>
          <a:p>
            <a:pPr algn="just"/>
            <a:r>
              <a:rPr lang="it-IT" sz="1600" dirty="0" smtClean="0"/>
              <a:t>A questi volumi si potranno applicare i criteri sopra discussi (un mese medio di vendite, o una quantità pari al valore delle vendite del mese successivo) ed ottenere così un inventario «previsto e prevedibile» di prodotti finiti da tenere.</a:t>
            </a:r>
          </a:p>
          <a:p>
            <a:pPr algn="just"/>
            <a:r>
              <a:rPr lang="it-IT" sz="1600" dirty="0" smtClean="0"/>
              <a:t>Questo metodo («l’analisi dei dati storici») non è preciso ma può servire a dare buone indicazioni.</a:t>
            </a:r>
            <a:endParaRPr lang="fr-FR" sz="1600" dirty="0"/>
          </a:p>
        </p:txBody>
      </p:sp>
    </p:spTree>
    <p:extLst>
      <p:ext uri="{BB962C8B-B14F-4D97-AF65-F5344CB8AC3E}">
        <p14:creationId xmlns:p14="http://schemas.microsoft.com/office/powerpoint/2010/main" val="183211848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51520" y="58614"/>
            <a:ext cx="7920880" cy="1210146"/>
          </a:xfrm>
        </p:spPr>
        <p:txBody>
          <a:bodyPr/>
          <a:lstStyle/>
          <a:p>
            <a:r>
              <a:rPr lang="it-IT" dirty="0" smtClean="0"/>
              <a:t>Componente imprevedibile:</a:t>
            </a:r>
            <a:br>
              <a:rPr lang="it-IT" dirty="0" smtClean="0"/>
            </a:br>
            <a:r>
              <a:rPr lang="it-IT" dirty="0" smtClean="0"/>
              <a:t>la scorta di sicurezza</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69</a:t>
            </a:fld>
            <a:endParaRPr lang="it-IT"/>
          </a:p>
        </p:txBody>
      </p:sp>
      <p:sp>
        <p:nvSpPr>
          <p:cNvPr id="5" name="Rettangolo 4"/>
          <p:cNvSpPr/>
          <p:nvPr/>
        </p:nvSpPr>
        <p:spPr>
          <a:xfrm>
            <a:off x="251520" y="1556792"/>
            <a:ext cx="7920880" cy="360040"/>
          </a:xfrm>
          <a:prstGeom prst="rect">
            <a:avLst/>
          </a:prstGeom>
          <a:noFill/>
          <a:ln>
            <a:noFill/>
          </a:ln>
          <a:scene3d>
            <a:camera prst="orthographicFront"/>
            <a:lightRig rig="threePt" dir="t"/>
          </a:scene3d>
          <a:sp3d>
            <a:bevelT/>
          </a:sp3d>
        </p:spPr>
        <p:style>
          <a:lnRef idx="1">
            <a:schemeClr val="accent4"/>
          </a:lnRef>
          <a:fillRef idx="2">
            <a:schemeClr val="accent4"/>
          </a:fillRef>
          <a:effectRef idx="1">
            <a:schemeClr val="accent4"/>
          </a:effectRef>
          <a:fontRef idx="minor">
            <a:schemeClr val="dk1"/>
          </a:fontRef>
        </p:style>
        <p:txBody>
          <a:bodyPr rtlCol="0" anchor="ctr"/>
          <a:lstStyle/>
          <a:p>
            <a:pPr algn="ctr"/>
            <a:r>
              <a:rPr lang="it-IT" dirty="0" smtClean="0"/>
              <a:t>La scorta di sicurezza serve a coprire situazioni impreviste </a:t>
            </a:r>
            <a:endParaRPr lang="fr-FR" dirty="0"/>
          </a:p>
        </p:txBody>
      </p:sp>
      <p:sp>
        <p:nvSpPr>
          <p:cNvPr id="7" name="Rettangolo 6"/>
          <p:cNvSpPr/>
          <p:nvPr/>
        </p:nvSpPr>
        <p:spPr>
          <a:xfrm>
            <a:off x="971600" y="2708920"/>
            <a:ext cx="2088232" cy="1440160"/>
          </a:xfrm>
          <a:prstGeom prst="rect">
            <a:avLst/>
          </a:prstGeom>
          <a:solidFill>
            <a:srgbClr val="CCDECF"/>
          </a:solidFill>
          <a:ln>
            <a:solidFill>
              <a:srgbClr val="AFCDB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dirty="0" smtClean="0">
                <a:solidFill>
                  <a:schemeClr val="tx1"/>
                </a:solidFill>
              </a:rPr>
              <a:t>Maggiori sono gli scostamenti delle singole situazioni rispetto alla situazione «media» prevista</a:t>
            </a:r>
            <a:endParaRPr lang="fr-FR" sz="1600" dirty="0">
              <a:solidFill>
                <a:schemeClr val="tx1"/>
              </a:solidFill>
            </a:endParaRPr>
          </a:p>
        </p:txBody>
      </p:sp>
      <p:sp>
        <p:nvSpPr>
          <p:cNvPr id="8" name="Freccia a destra 7"/>
          <p:cNvSpPr/>
          <p:nvPr/>
        </p:nvSpPr>
        <p:spPr>
          <a:xfrm>
            <a:off x="3923928" y="3176972"/>
            <a:ext cx="576064" cy="504056"/>
          </a:xfrm>
          <a:prstGeom prst="rightArrow">
            <a:avLst/>
          </a:prstGeom>
          <a:solidFill>
            <a:srgbClr val="CCDECF"/>
          </a:solidFill>
          <a:ln>
            <a:solidFill>
              <a:srgbClr val="AFCDB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600">
              <a:solidFill>
                <a:schemeClr val="tx1"/>
              </a:solidFill>
            </a:endParaRPr>
          </a:p>
        </p:txBody>
      </p:sp>
      <p:sp>
        <p:nvSpPr>
          <p:cNvPr id="9" name="Rettangolo 8"/>
          <p:cNvSpPr/>
          <p:nvPr/>
        </p:nvSpPr>
        <p:spPr>
          <a:xfrm>
            <a:off x="5364088" y="2672916"/>
            <a:ext cx="2088232" cy="1440160"/>
          </a:xfrm>
          <a:prstGeom prst="rect">
            <a:avLst/>
          </a:prstGeom>
          <a:solidFill>
            <a:srgbClr val="CCDECF"/>
          </a:solidFill>
          <a:ln>
            <a:solidFill>
              <a:srgbClr val="AFCDB4"/>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1600" dirty="0">
                <a:solidFill>
                  <a:schemeClr val="tx1"/>
                </a:solidFill>
              </a:rPr>
              <a:t>Maggiore dovrà essere la «copertura» in quanto non è possibile prevedere cosa </a:t>
            </a:r>
            <a:r>
              <a:rPr lang="it-IT" sz="1600" dirty="0" smtClean="0">
                <a:solidFill>
                  <a:schemeClr val="tx1"/>
                </a:solidFill>
              </a:rPr>
              <a:t>succederà</a:t>
            </a:r>
            <a:endParaRPr lang="fr-FR" sz="1600" dirty="0">
              <a:solidFill>
                <a:schemeClr val="tx1"/>
              </a:solidFill>
            </a:endParaRPr>
          </a:p>
        </p:txBody>
      </p:sp>
      <p:sp>
        <p:nvSpPr>
          <p:cNvPr id="10" name="CasellaDiTesto 9"/>
          <p:cNvSpPr txBox="1"/>
          <p:nvPr/>
        </p:nvSpPr>
        <p:spPr>
          <a:xfrm>
            <a:off x="251520" y="4771018"/>
            <a:ext cx="7920880" cy="1754326"/>
          </a:xfrm>
          <a:prstGeom prst="rect">
            <a:avLst/>
          </a:prstGeom>
          <a:noFill/>
        </p:spPr>
        <p:txBody>
          <a:bodyPr wrap="square" rtlCol="0">
            <a:spAutoFit/>
          </a:bodyPr>
          <a:lstStyle/>
          <a:p>
            <a:pPr algn="ctr"/>
            <a:r>
              <a:rPr lang="it-IT" dirty="0" smtClean="0"/>
              <a:t>NON SARA’ IN OGNI CASO POSSIBILE CAUTELARSI CONTRO </a:t>
            </a:r>
            <a:r>
              <a:rPr lang="it-IT" b="1" dirty="0" smtClean="0"/>
              <a:t>TUTTI</a:t>
            </a:r>
            <a:r>
              <a:rPr lang="it-IT" dirty="0" smtClean="0"/>
              <a:t> I POSSIBILI INCONVENIENTI, e che comunque questa forma di sicurezza ha un costo che può diventare anche molto elevato.</a:t>
            </a:r>
          </a:p>
          <a:p>
            <a:pPr algn="ctr"/>
            <a:r>
              <a:rPr lang="it-IT" dirty="0" smtClean="0"/>
              <a:t>Il volume della scorta di sicurezza dipende anche dal livello di «rischio» che si accetta di correre, ovvero il livello di servizio che si vuole offrire, o il livello di probabilità di rimanere fuori stock con una materia necessaria alla produzione</a:t>
            </a:r>
            <a:endParaRPr lang="fr-FR" dirty="0"/>
          </a:p>
        </p:txBody>
      </p:sp>
    </p:spTree>
    <p:extLst>
      <p:ext uri="{BB962C8B-B14F-4D97-AF65-F5344CB8AC3E}">
        <p14:creationId xmlns:p14="http://schemas.microsoft.com/office/powerpoint/2010/main" val="91775428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Scorta di sicurezza per merci in acquisto</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70</a:t>
            </a:fld>
            <a:endParaRPr lang="it-IT"/>
          </a:p>
        </p:txBody>
      </p:sp>
      <p:sp>
        <p:nvSpPr>
          <p:cNvPr id="5" name="CasellaDiTesto 4"/>
          <p:cNvSpPr txBox="1"/>
          <p:nvPr/>
        </p:nvSpPr>
        <p:spPr>
          <a:xfrm>
            <a:off x="251520" y="1463873"/>
            <a:ext cx="7920880" cy="3693319"/>
          </a:xfrm>
          <a:prstGeom prst="rect">
            <a:avLst/>
          </a:prstGeom>
          <a:noFill/>
        </p:spPr>
        <p:txBody>
          <a:bodyPr wrap="square" rtlCol="0">
            <a:spAutoFit/>
          </a:bodyPr>
          <a:lstStyle/>
          <a:p>
            <a:pPr algn="just"/>
            <a:r>
              <a:rPr lang="it-IT" dirty="0" smtClean="0"/>
              <a:t>In questo caso l’incertezza deriva dalla maggiore o minore puntualità delle consegne da parte del fornitore. Ci si dovrà tutelare quindi contro questo evento.</a:t>
            </a:r>
          </a:p>
          <a:p>
            <a:pPr algn="just"/>
            <a:endParaRPr lang="it-IT" dirty="0"/>
          </a:p>
          <a:p>
            <a:pPr algn="just"/>
            <a:r>
              <a:rPr lang="it-IT" dirty="0" smtClean="0"/>
              <a:t>In questo caso lo stock di sicurezza (SS) viene così calcolato:</a:t>
            </a:r>
          </a:p>
          <a:p>
            <a:pPr algn="just"/>
            <a:endParaRPr lang="it-IT" dirty="0"/>
          </a:p>
          <a:p>
            <a:pPr algn="just"/>
            <a:r>
              <a:rPr lang="it-IT" sz="2000" b="1" dirty="0" smtClean="0"/>
              <a:t>SS= </a:t>
            </a:r>
            <a:r>
              <a:rPr lang="it-IT" sz="2000" b="1" i="1" dirty="0" smtClean="0"/>
              <a:t>u </a:t>
            </a:r>
            <a:r>
              <a:rPr lang="it-IT" sz="2000" b="1" dirty="0" smtClean="0"/>
              <a:t>x</a:t>
            </a:r>
            <a:r>
              <a:rPr lang="it-IT" sz="2000" b="1" i="1" dirty="0" smtClean="0"/>
              <a:t> </a:t>
            </a:r>
            <a:r>
              <a:rPr lang="el-GR" sz="2000" b="1" dirty="0" smtClean="0"/>
              <a:t>σ</a:t>
            </a:r>
            <a:r>
              <a:rPr lang="it-IT" sz="2000" b="1" dirty="0" smtClean="0"/>
              <a:t> x √ D</a:t>
            </a:r>
          </a:p>
          <a:p>
            <a:pPr algn="just"/>
            <a:r>
              <a:rPr lang="it-IT" b="1" u="sng" dirty="0" smtClean="0">
                <a:solidFill>
                  <a:schemeClr val="accent1"/>
                </a:solidFill>
              </a:rPr>
              <a:t>Dove:</a:t>
            </a:r>
          </a:p>
          <a:p>
            <a:pPr algn="just"/>
            <a:endParaRPr lang="it-IT" dirty="0"/>
          </a:p>
          <a:p>
            <a:pPr algn="just"/>
            <a:r>
              <a:rPr lang="it-IT" i="1" dirty="0" smtClean="0"/>
              <a:t>u</a:t>
            </a:r>
            <a:r>
              <a:rPr lang="it-IT" dirty="0" smtClean="0"/>
              <a:t> = fattore rappresentante il livello di rischio (accettato) di rimanere fuori scorta</a:t>
            </a:r>
          </a:p>
          <a:p>
            <a:pPr algn="just"/>
            <a:r>
              <a:rPr lang="el-GR" dirty="0" smtClean="0"/>
              <a:t>σ</a:t>
            </a:r>
            <a:r>
              <a:rPr lang="it-IT" dirty="0" smtClean="0"/>
              <a:t> = deviazione standard dei valori di consumo della merce durante il «Lead Time»: esso è funzione degli scostamenti fra i singoli valori e il loro valore medio (media aritmetica)</a:t>
            </a:r>
          </a:p>
          <a:p>
            <a:pPr algn="just"/>
            <a:r>
              <a:rPr lang="it-IT" dirty="0" smtClean="0"/>
              <a:t>D = Lead Time medio di consegna (in giorni ad esempio) </a:t>
            </a:r>
          </a:p>
        </p:txBody>
      </p:sp>
    </p:spTree>
    <p:extLst>
      <p:ext uri="{BB962C8B-B14F-4D97-AF65-F5344CB8AC3E}">
        <p14:creationId xmlns:p14="http://schemas.microsoft.com/office/powerpoint/2010/main" val="6395527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71</a:t>
            </a:fld>
            <a:endParaRPr lang="it-IT"/>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273" y="1241136"/>
            <a:ext cx="7939705" cy="9637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asellaDiTesto 4"/>
          <p:cNvSpPr txBox="1"/>
          <p:nvPr/>
        </p:nvSpPr>
        <p:spPr>
          <a:xfrm>
            <a:off x="243273" y="521056"/>
            <a:ext cx="7939705" cy="369332"/>
          </a:xfrm>
          <a:prstGeom prst="rect">
            <a:avLst/>
          </a:prstGeom>
          <a:noFill/>
        </p:spPr>
        <p:txBody>
          <a:bodyPr wrap="square" rtlCol="0">
            <a:spAutoFit/>
          </a:bodyPr>
          <a:lstStyle/>
          <a:p>
            <a:r>
              <a:rPr lang="it-IT" dirty="0" smtClean="0"/>
              <a:t>Il fattore </a:t>
            </a:r>
            <a:r>
              <a:rPr lang="it-IT" i="1" dirty="0" smtClean="0"/>
              <a:t>u</a:t>
            </a:r>
            <a:r>
              <a:rPr lang="it-IT" dirty="0" smtClean="0"/>
              <a:t> si ricava come mostrato nella tabella seguente:</a:t>
            </a:r>
          </a:p>
        </p:txBody>
      </p:sp>
      <p:sp>
        <p:nvSpPr>
          <p:cNvPr id="7" name="CasellaDiTesto 6"/>
          <p:cNvSpPr txBox="1"/>
          <p:nvPr/>
        </p:nvSpPr>
        <p:spPr>
          <a:xfrm>
            <a:off x="243273" y="3056180"/>
            <a:ext cx="7939705" cy="2616101"/>
          </a:xfrm>
          <a:prstGeom prst="rect">
            <a:avLst/>
          </a:prstGeom>
          <a:noFill/>
        </p:spPr>
        <p:txBody>
          <a:bodyPr wrap="square" rtlCol="0">
            <a:spAutoFit/>
          </a:bodyPr>
          <a:lstStyle/>
          <a:p>
            <a:r>
              <a:rPr lang="it-IT" dirty="0" smtClean="0"/>
              <a:t>Ciò significa che se si accetta un livello di servizio del 90% (si accetta cioè un rischio del 10% di restare fuori scorta), il fattore </a:t>
            </a:r>
            <a:r>
              <a:rPr lang="it-IT" i="1" dirty="0" smtClean="0"/>
              <a:t>u </a:t>
            </a:r>
            <a:r>
              <a:rPr lang="it-IT" dirty="0" smtClean="0"/>
              <a:t>sarà 1,29 ecc.</a:t>
            </a:r>
          </a:p>
          <a:p>
            <a:endParaRPr lang="it-IT" dirty="0"/>
          </a:p>
          <a:p>
            <a:r>
              <a:rPr lang="it-IT" dirty="0" smtClean="0"/>
              <a:t>La deviazione standard </a:t>
            </a:r>
            <a:r>
              <a:rPr lang="el-GR" dirty="0" smtClean="0"/>
              <a:t>σ</a:t>
            </a:r>
            <a:r>
              <a:rPr lang="it-IT" dirty="0" smtClean="0"/>
              <a:t> è così definita:</a:t>
            </a:r>
          </a:p>
          <a:p>
            <a:r>
              <a:rPr lang="it-IT" sz="2000" b="1" dirty="0" smtClean="0"/>
              <a:t>σ = √ ∑ ∆2 / </a:t>
            </a:r>
            <a:r>
              <a:rPr lang="it-IT" sz="2000" b="1" i="1" dirty="0" smtClean="0"/>
              <a:t>n</a:t>
            </a:r>
            <a:r>
              <a:rPr lang="it-IT" sz="2000" b="1" dirty="0" smtClean="0"/>
              <a:t> </a:t>
            </a:r>
          </a:p>
          <a:p>
            <a:r>
              <a:rPr lang="it-IT" b="1" u="sng" dirty="0" smtClean="0">
                <a:solidFill>
                  <a:schemeClr val="accent1"/>
                </a:solidFill>
              </a:rPr>
              <a:t>Dove:</a:t>
            </a:r>
          </a:p>
          <a:p>
            <a:r>
              <a:rPr lang="it-IT" dirty="0" smtClean="0"/>
              <a:t>∑ ∆2 = somma dei quadrati delle differenze fra la media aritmetica ed i singoli valori di consumo del materiale in esame durante il Lead Time</a:t>
            </a:r>
          </a:p>
          <a:p>
            <a:r>
              <a:rPr lang="it-IT" i="1" dirty="0" smtClean="0"/>
              <a:t>n</a:t>
            </a:r>
            <a:r>
              <a:rPr lang="it-IT" dirty="0" smtClean="0"/>
              <a:t> = numero di situazioni considerate</a:t>
            </a:r>
          </a:p>
        </p:txBody>
      </p:sp>
    </p:spTree>
    <p:extLst>
      <p:ext uri="{BB962C8B-B14F-4D97-AF65-F5344CB8AC3E}">
        <p14:creationId xmlns:p14="http://schemas.microsoft.com/office/powerpoint/2010/main" val="23016732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72</a:t>
            </a:fld>
            <a:endParaRPr lang="it-IT"/>
          </a:p>
        </p:txBody>
      </p:sp>
      <p:grpSp>
        <p:nvGrpSpPr>
          <p:cNvPr id="6" name="Gruppo 5"/>
          <p:cNvGrpSpPr/>
          <p:nvPr/>
        </p:nvGrpSpPr>
        <p:grpSpPr>
          <a:xfrm>
            <a:off x="107504" y="404664"/>
            <a:ext cx="4485270" cy="3816424"/>
            <a:chOff x="2411760" y="188641"/>
            <a:chExt cx="4053222" cy="3235961"/>
          </a:xfrm>
        </p:grpSpPr>
        <p:pic>
          <p:nvPicPr>
            <p:cNvPr id="5" name="Immagin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60000">
              <a:off x="2421789" y="2240056"/>
              <a:ext cx="4043193" cy="1184546"/>
            </a:xfrm>
            <a:prstGeom prst="rect">
              <a:avLst/>
            </a:prstGeom>
          </p:spPr>
        </p:pic>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188641"/>
              <a:ext cx="4034097" cy="21459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7" name="CasellaDiTesto 6"/>
          <p:cNvSpPr txBox="1"/>
          <p:nvPr/>
        </p:nvSpPr>
        <p:spPr>
          <a:xfrm>
            <a:off x="4604625" y="548680"/>
            <a:ext cx="3855807" cy="3046988"/>
          </a:xfrm>
          <a:prstGeom prst="rect">
            <a:avLst/>
          </a:prstGeom>
          <a:noFill/>
        </p:spPr>
        <p:txBody>
          <a:bodyPr wrap="square" rtlCol="0">
            <a:spAutoFit/>
          </a:bodyPr>
          <a:lstStyle/>
          <a:p>
            <a:r>
              <a:rPr lang="it-IT" sz="1600" i="1" dirty="0" smtClean="0"/>
              <a:t>n</a:t>
            </a:r>
            <a:r>
              <a:rPr lang="it-IT" sz="1600" dirty="0" smtClean="0"/>
              <a:t> = 12</a:t>
            </a:r>
          </a:p>
          <a:p>
            <a:r>
              <a:rPr lang="it-IT" sz="1600" dirty="0" smtClean="0"/>
              <a:t>Lead Time medio = 14 gg</a:t>
            </a:r>
          </a:p>
          <a:p>
            <a:r>
              <a:rPr lang="it-IT" sz="1600" dirty="0" smtClean="0"/>
              <a:t>Consumo medio durante il Lead Time = 205</a:t>
            </a:r>
          </a:p>
          <a:p>
            <a:endParaRPr lang="it-IT" sz="1600" dirty="0"/>
          </a:p>
          <a:p>
            <a:endParaRPr lang="it-IT" sz="1600" dirty="0" smtClean="0"/>
          </a:p>
          <a:p>
            <a:r>
              <a:rPr lang="it-IT" sz="1600" dirty="0" smtClean="0"/>
              <a:t>σ = √ 97356 /12 = 90</a:t>
            </a:r>
          </a:p>
          <a:p>
            <a:endParaRPr lang="it-IT" sz="1600" dirty="0"/>
          </a:p>
          <a:p>
            <a:r>
              <a:rPr lang="it-IT" sz="1600" dirty="0" smtClean="0"/>
              <a:t>Lo stock di sicurezza quindi, ammettendo di voler accettare una percentuale di rischio del 10% sarà:</a:t>
            </a:r>
          </a:p>
          <a:p>
            <a:endParaRPr lang="it-IT" sz="1600" dirty="0"/>
          </a:p>
          <a:p>
            <a:r>
              <a:rPr lang="it-IT" sz="1600" dirty="0" smtClean="0"/>
              <a:t>SS = 1,29 x 90 x √ 14 = </a:t>
            </a:r>
            <a:r>
              <a:rPr lang="it-IT" sz="1600" b="1" dirty="0" smtClean="0"/>
              <a:t>434 pezzi</a:t>
            </a:r>
            <a:endParaRPr lang="fr-FR" sz="1600" b="1" dirty="0"/>
          </a:p>
        </p:txBody>
      </p:sp>
      <p:sp>
        <p:nvSpPr>
          <p:cNvPr id="8" name="CasellaDiTesto 7"/>
          <p:cNvSpPr txBox="1"/>
          <p:nvPr/>
        </p:nvSpPr>
        <p:spPr>
          <a:xfrm>
            <a:off x="107504" y="4221088"/>
            <a:ext cx="8208912" cy="2308324"/>
          </a:xfrm>
          <a:prstGeom prst="rect">
            <a:avLst/>
          </a:prstGeom>
          <a:noFill/>
        </p:spPr>
        <p:txBody>
          <a:bodyPr wrap="square" rtlCol="0">
            <a:spAutoFit/>
          </a:bodyPr>
          <a:lstStyle/>
          <a:p>
            <a:pPr algn="just"/>
            <a:r>
              <a:rPr lang="it-IT" sz="1600" dirty="0" smtClean="0"/>
              <a:t>Quindi lo stock di sicurezza dovrà essere di 434 pezzi se vogliamo far fronte ai possibili inconvenienti durante il periodo di rifornitura con una precisione del 90%.</a:t>
            </a:r>
          </a:p>
          <a:p>
            <a:pPr algn="just"/>
            <a:r>
              <a:rPr lang="it-IT" sz="1600" dirty="0" smtClean="0"/>
              <a:t>E’ ovvio che:</a:t>
            </a:r>
          </a:p>
          <a:p>
            <a:pPr marL="285750" indent="-285750" algn="just">
              <a:buFont typeface="Arial" panose="020B0604020202020204" pitchFamily="34" charset="0"/>
              <a:buChar char="•"/>
            </a:pPr>
            <a:r>
              <a:rPr lang="it-IT" sz="1600" dirty="0" smtClean="0"/>
              <a:t>Minore il rischio che si vuole correre maggiore dovrà essere lo stock di sicurezza</a:t>
            </a:r>
          </a:p>
          <a:p>
            <a:pPr marL="285750" indent="-285750" algn="just">
              <a:buFont typeface="Arial" panose="020B0604020202020204" pitchFamily="34" charset="0"/>
              <a:buChar char="•"/>
            </a:pPr>
            <a:r>
              <a:rPr lang="it-IT" sz="1600" dirty="0" smtClean="0"/>
              <a:t>Maggiori sono gli scostamenti dal valor medio delle grandezze considerate (in questo caso il Lead Time ed i consumi), maggiore sarà il valore di </a:t>
            </a:r>
            <a:r>
              <a:rPr lang="el-GR" sz="1600" dirty="0" smtClean="0"/>
              <a:t>σ</a:t>
            </a:r>
            <a:r>
              <a:rPr lang="it-IT" sz="1600" dirty="0" smtClean="0"/>
              <a:t>, maggiore dovrà essere lo stock di sicurezza; se gli scostamenti fossero piccoli, cioè se ci si avvicinasse ai consumi «previsti» (quelli medi) durante il Lead Time, </a:t>
            </a:r>
            <a:r>
              <a:rPr lang="el-GR" sz="1600" dirty="0" smtClean="0"/>
              <a:t>σ</a:t>
            </a:r>
            <a:r>
              <a:rPr lang="it-IT" sz="1600" dirty="0" smtClean="0"/>
              <a:t> sarebbe sempre più piccolo e lo stock di sicurezza diminuirebbe sempre di più fino a diventare zero.</a:t>
            </a:r>
            <a:endParaRPr lang="fr-FR" sz="1600" dirty="0"/>
          </a:p>
        </p:txBody>
      </p:sp>
    </p:spTree>
    <p:extLst>
      <p:ext uri="{BB962C8B-B14F-4D97-AF65-F5344CB8AC3E}">
        <p14:creationId xmlns:p14="http://schemas.microsoft.com/office/powerpoint/2010/main" val="40847472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51520" y="58614"/>
            <a:ext cx="7920880" cy="1210146"/>
          </a:xfrm>
        </p:spPr>
        <p:txBody>
          <a:bodyPr/>
          <a:lstStyle/>
          <a:p>
            <a:r>
              <a:rPr lang="it-IT" dirty="0" smtClean="0"/>
              <a:t>Scorta di sicurezza, livelli di rischio e livelli di servizio</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73</a:t>
            </a:fld>
            <a:endParaRPr lang="it-IT"/>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724366"/>
            <a:ext cx="3825233" cy="23527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asellaDiTesto 4"/>
          <p:cNvSpPr txBox="1"/>
          <p:nvPr/>
        </p:nvSpPr>
        <p:spPr>
          <a:xfrm>
            <a:off x="3923928" y="1727789"/>
            <a:ext cx="4464496" cy="2308324"/>
          </a:xfrm>
          <a:prstGeom prst="rect">
            <a:avLst/>
          </a:prstGeom>
          <a:noFill/>
        </p:spPr>
        <p:txBody>
          <a:bodyPr wrap="square" rtlCol="0">
            <a:spAutoFit/>
          </a:bodyPr>
          <a:lstStyle/>
          <a:p>
            <a:pPr algn="ctr"/>
            <a:r>
              <a:rPr lang="it-IT" sz="1600" dirty="0" smtClean="0"/>
              <a:t>Se si riporta in un grafico la distribuzione dei singoli valori registrati contro la media aritmetica di tali valori, si vede che essi si dispongono secondo una curva «a campana» detta «gaussiana» attorno al valore della «media» M.</a:t>
            </a:r>
          </a:p>
          <a:p>
            <a:pPr algn="ctr"/>
            <a:r>
              <a:rPr lang="it-IT" sz="1600" dirty="0" smtClean="0"/>
              <a:t>A sinistra stanno i valori minori della media M e a destra quelli maggiori e non è detto che essi siano di uguale numero ed entità.</a:t>
            </a:r>
          </a:p>
          <a:p>
            <a:pPr algn="ctr"/>
            <a:r>
              <a:rPr lang="it-IT" sz="1600" dirty="0" smtClean="0"/>
              <a:t>Cambiando i valori, cambierà anche la curva.</a:t>
            </a:r>
            <a:endParaRPr lang="fr-FR" sz="1600" dirty="0"/>
          </a:p>
        </p:txBody>
      </p:sp>
      <p:sp>
        <p:nvSpPr>
          <p:cNvPr id="6" name="CasellaDiTesto 5"/>
          <p:cNvSpPr txBox="1"/>
          <p:nvPr/>
        </p:nvSpPr>
        <p:spPr>
          <a:xfrm>
            <a:off x="107504" y="4293096"/>
            <a:ext cx="8208912" cy="2062103"/>
          </a:xfrm>
          <a:prstGeom prst="rect">
            <a:avLst/>
          </a:prstGeom>
          <a:noFill/>
        </p:spPr>
        <p:txBody>
          <a:bodyPr wrap="square" rtlCol="0">
            <a:spAutoFit/>
          </a:bodyPr>
          <a:lstStyle/>
          <a:p>
            <a:pPr algn="just"/>
            <a:r>
              <a:rPr lang="it-IT" sz="1600" dirty="0" smtClean="0"/>
              <a:t>Immaginando di tenere una scorta di sicurezza corrispondente al valore del solo </a:t>
            </a:r>
            <a:r>
              <a:rPr lang="el-GR" sz="1600" dirty="0" smtClean="0"/>
              <a:t>σ</a:t>
            </a:r>
            <a:r>
              <a:rPr lang="it-IT" sz="1600" dirty="0" smtClean="0"/>
              <a:t>, verrebbero «coperte» quelle situazioni rappresentate dai punti che cadono nell’area delimitata dalla curva, e dalla retta immaginaria che parte dal punto +</a:t>
            </a:r>
            <a:r>
              <a:rPr lang="el-GR" sz="1600" dirty="0" smtClean="0"/>
              <a:t>σ</a:t>
            </a:r>
            <a:r>
              <a:rPr lang="it-IT" sz="1600" dirty="0" smtClean="0"/>
              <a:t> e va verso la curva, corrispondenti a circa l’84% della totalità dei casi. Tutti quelli che stanno a sinistra della media sono «automaticamente» già compresi: se si è infatti «coperti» per i valori di M + </a:t>
            </a:r>
            <a:r>
              <a:rPr lang="el-GR" sz="1600" dirty="0" smtClean="0"/>
              <a:t>σ</a:t>
            </a:r>
            <a:r>
              <a:rPr lang="it-IT" sz="1600" dirty="0" smtClean="0"/>
              <a:t>, lo si sarà sicuramente per M – </a:t>
            </a:r>
            <a:r>
              <a:rPr lang="el-GR" sz="1600" dirty="0" smtClean="0"/>
              <a:t>σ</a:t>
            </a:r>
            <a:r>
              <a:rPr lang="it-IT" sz="1600" dirty="0" smtClean="0"/>
              <a:t>.</a:t>
            </a:r>
          </a:p>
          <a:p>
            <a:pPr algn="just"/>
            <a:r>
              <a:rPr lang="it-IT" sz="1600" dirty="0" smtClean="0"/>
              <a:t>Bisogna tenere una scorta di sicurezza corrispondente al valore di 2 </a:t>
            </a:r>
            <a:r>
              <a:rPr lang="el-GR" sz="1600" dirty="0" smtClean="0"/>
              <a:t>σ</a:t>
            </a:r>
            <a:r>
              <a:rPr lang="it-IT" sz="1600" dirty="0" smtClean="0"/>
              <a:t> se si vuole coprire il 97,5% dei casi, e di 3 </a:t>
            </a:r>
            <a:r>
              <a:rPr lang="el-GR" sz="1600" dirty="0" smtClean="0"/>
              <a:t>σ</a:t>
            </a:r>
            <a:r>
              <a:rPr lang="it-IT" sz="1600" dirty="0" smtClean="0"/>
              <a:t> se si vuole avere un margine di certezza del 99,85% (praticamente certezza totale).</a:t>
            </a:r>
            <a:endParaRPr lang="fr-FR" sz="1600" dirty="0"/>
          </a:p>
        </p:txBody>
      </p:sp>
    </p:spTree>
    <p:extLst>
      <p:ext uri="{BB962C8B-B14F-4D97-AF65-F5344CB8AC3E}">
        <p14:creationId xmlns:p14="http://schemas.microsoft.com/office/powerpoint/2010/main" val="273629017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74</a:t>
            </a:fld>
            <a:endParaRPr lang="it-IT"/>
          </a:p>
        </p:txBody>
      </p:sp>
      <p:sp>
        <p:nvSpPr>
          <p:cNvPr id="6" name="Rettangolo 5"/>
          <p:cNvSpPr/>
          <p:nvPr/>
        </p:nvSpPr>
        <p:spPr>
          <a:xfrm>
            <a:off x="5292080" y="269447"/>
            <a:ext cx="2808312" cy="2062103"/>
          </a:xfrm>
          <a:prstGeom prst="rect">
            <a:avLst/>
          </a:prstGeom>
        </p:spPr>
        <p:txBody>
          <a:bodyPr wrap="square">
            <a:spAutoFit/>
          </a:bodyPr>
          <a:lstStyle/>
          <a:p>
            <a:pPr algn="ctr"/>
            <a:r>
              <a:rPr lang="it-IT" sz="1600" dirty="0" smtClean="0">
                <a:solidFill>
                  <a:schemeClr val="accent1"/>
                </a:solidFill>
              </a:rPr>
              <a:t>Legame </a:t>
            </a:r>
            <a:r>
              <a:rPr lang="it-IT" sz="1600" dirty="0">
                <a:solidFill>
                  <a:schemeClr val="accent1"/>
                </a:solidFill>
              </a:rPr>
              <a:t>che intercorre tra la deviazione standard (</a:t>
            </a:r>
            <a:r>
              <a:rPr lang="el-GR" sz="1600" dirty="0">
                <a:solidFill>
                  <a:schemeClr val="accent1"/>
                </a:solidFill>
              </a:rPr>
              <a:t>σ</a:t>
            </a:r>
            <a:r>
              <a:rPr lang="it-IT" sz="1600" dirty="0">
                <a:solidFill>
                  <a:schemeClr val="accent1"/>
                </a:solidFill>
              </a:rPr>
              <a:t>) ed il livello di </a:t>
            </a:r>
            <a:r>
              <a:rPr lang="it-IT" sz="1600" dirty="0" smtClean="0">
                <a:solidFill>
                  <a:schemeClr val="accent1"/>
                </a:solidFill>
              </a:rPr>
              <a:t>servizio. Sono riportati in ordinata i coefficienti da attribuire a </a:t>
            </a:r>
            <a:r>
              <a:rPr lang="el-GR" sz="1600" dirty="0" smtClean="0">
                <a:solidFill>
                  <a:schemeClr val="accent1"/>
                </a:solidFill>
              </a:rPr>
              <a:t>σ</a:t>
            </a:r>
            <a:r>
              <a:rPr lang="it-IT" sz="1600" dirty="0" smtClean="0">
                <a:solidFill>
                  <a:schemeClr val="accent1"/>
                </a:solidFill>
              </a:rPr>
              <a:t> a seconda della percentuale di livello di servizio desiderato ed in ascissa il livello di servizio</a:t>
            </a:r>
            <a:endParaRPr lang="fr-FR" sz="1600" dirty="0">
              <a:solidFill>
                <a:schemeClr val="accent1"/>
              </a:solidFill>
            </a:endParaRPr>
          </a:p>
        </p:txBody>
      </p:sp>
      <p:pic>
        <p:nvPicPr>
          <p:cNvPr id="9219" name="Picture 3" descr="C:\Users\Silvia\Desktop\Immagine1.png"/>
          <p:cNvPicPr>
            <a:picLocks noChangeAspect="1" noChangeArrowheads="1"/>
          </p:cNvPicPr>
          <p:nvPr/>
        </p:nvPicPr>
        <p:blipFill rotWithShape="1">
          <a:blip r:embed="rId2">
            <a:extLst>
              <a:ext uri="{28A0092B-C50C-407E-A947-70E740481C1C}">
                <a14:useLocalDpi xmlns:a14="http://schemas.microsoft.com/office/drawing/2010/main" val="0"/>
              </a:ext>
            </a:extLst>
          </a:blip>
          <a:srcRect l="4130" t="15610" r="5169" b="5028"/>
          <a:stretch/>
        </p:blipFill>
        <p:spPr bwMode="auto">
          <a:xfrm rot="60000">
            <a:off x="308775" y="210225"/>
            <a:ext cx="4785771" cy="2457120"/>
          </a:xfrm>
          <a:prstGeom prst="rect">
            <a:avLst/>
          </a:prstGeom>
          <a:noFill/>
          <a:extLst>
            <a:ext uri="{909E8E84-426E-40DD-AFC4-6F175D3DCCD1}">
              <a14:hiddenFill xmlns:a14="http://schemas.microsoft.com/office/drawing/2010/main">
                <a:solidFill>
                  <a:srgbClr val="FFFFFF"/>
                </a:solidFill>
              </a14:hiddenFill>
            </a:ext>
          </a:extLst>
        </p:spPr>
      </p:pic>
      <p:sp>
        <p:nvSpPr>
          <p:cNvPr id="7" name="CasellaDiTesto 6"/>
          <p:cNvSpPr txBox="1"/>
          <p:nvPr/>
        </p:nvSpPr>
        <p:spPr>
          <a:xfrm>
            <a:off x="107504" y="2811700"/>
            <a:ext cx="8280920" cy="3785652"/>
          </a:xfrm>
          <a:prstGeom prst="rect">
            <a:avLst/>
          </a:prstGeom>
          <a:noFill/>
        </p:spPr>
        <p:txBody>
          <a:bodyPr wrap="square" rtlCol="0">
            <a:spAutoFit/>
          </a:bodyPr>
          <a:lstStyle/>
          <a:p>
            <a:pPr algn="just"/>
            <a:r>
              <a:rPr lang="it-IT" sz="1600" dirty="0" smtClean="0"/>
              <a:t>Il valore in ordinate «deviazione standard» è quel «fattore di rischio», ovvero il coefficiente da dare a </a:t>
            </a:r>
            <a:r>
              <a:rPr lang="el-GR" sz="1600" dirty="0" smtClean="0"/>
              <a:t>σ</a:t>
            </a:r>
            <a:r>
              <a:rPr lang="it-IT" sz="1600" dirty="0" smtClean="0"/>
              <a:t> per ottenere il livello di servizio desiderato.</a:t>
            </a:r>
          </a:p>
          <a:p>
            <a:pPr algn="just"/>
            <a:r>
              <a:rPr lang="it-IT" sz="1600" dirty="0" smtClean="0"/>
              <a:t>Si possono fare le seguenti osservazioni:</a:t>
            </a:r>
          </a:p>
          <a:p>
            <a:pPr marL="285750" indent="-285750" algn="just">
              <a:buFont typeface="Arial" panose="020B0604020202020204" pitchFamily="34" charset="0"/>
              <a:buChar char="•"/>
            </a:pPr>
            <a:r>
              <a:rPr lang="it-IT" sz="1600" dirty="0" smtClean="0"/>
              <a:t>Ad incrementi anche modesti del livello di servizio (ad esempio dal 90 al 95%, ovvero un +5%) corrisponde un aumento di </a:t>
            </a:r>
            <a:r>
              <a:rPr lang="el-GR" sz="1600" dirty="0" smtClean="0"/>
              <a:t>σ</a:t>
            </a:r>
            <a:r>
              <a:rPr lang="it-IT" sz="1600" dirty="0" smtClean="0"/>
              <a:t> di circa il 30%, con un’immediata ripercussione sulla scorta di sicurezza</a:t>
            </a:r>
          </a:p>
          <a:p>
            <a:pPr marL="285750" indent="-285750" algn="just">
              <a:buFont typeface="Arial" panose="020B0604020202020204" pitchFamily="34" charset="0"/>
              <a:buChar char="•"/>
            </a:pPr>
            <a:r>
              <a:rPr lang="it-IT" sz="1600" dirty="0" smtClean="0"/>
              <a:t>Man mano che aumenta il valore del livello di servizio desiderato, </a:t>
            </a:r>
            <a:r>
              <a:rPr lang="el-GR" sz="1600" dirty="0" smtClean="0"/>
              <a:t>σ</a:t>
            </a:r>
            <a:r>
              <a:rPr lang="it-IT" sz="1600" dirty="0" smtClean="0"/>
              <a:t> aumenta anche più velocemente, fino a causare il raddoppio o il triplicarsi delle scorte di sicurezza da tenere</a:t>
            </a:r>
          </a:p>
          <a:p>
            <a:pPr marL="285750" indent="-285750" algn="just">
              <a:buFont typeface="Arial" panose="020B0604020202020204" pitchFamily="34" charset="0"/>
              <a:buChar char="•"/>
            </a:pPr>
            <a:r>
              <a:rPr lang="it-IT" sz="1600" dirty="0" smtClean="0"/>
              <a:t>Ecco quindi la ragione per cui si preferisce assumersi una certa dose di rischio, contro però un enorme aumento dei costi di tenuta scorte</a:t>
            </a:r>
          </a:p>
          <a:p>
            <a:pPr marL="285750" indent="-285750" algn="just">
              <a:buFont typeface="Arial" panose="020B0604020202020204" pitchFamily="34" charset="0"/>
              <a:buChar char="•"/>
            </a:pPr>
            <a:r>
              <a:rPr lang="it-IT" sz="1600" dirty="0" smtClean="0"/>
              <a:t>La curva si «impenna» intorno ai valori di livello di servizio intorno al 95%: ecco spiegato il perché nella pratica corrente si tende ad assumere questo valore come valore di riferimento e come risultato sufficientemente accettabile (pena un enorme aumento di costi)</a:t>
            </a:r>
          </a:p>
          <a:p>
            <a:pPr algn="just"/>
            <a:endParaRPr lang="it-IT" sz="1600" dirty="0"/>
          </a:p>
          <a:p>
            <a:pPr algn="just"/>
            <a:r>
              <a:rPr lang="it-IT" sz="1600" dirty="0" smtClean="0"/>
              <a:t>(vedi esempio excel)</a:t>
            </a:r>
            <a:endParaRPr lang="fr-FR" sz="1600" dirty="0"/>
          </a:p>
        </p:txBody>
      </p:sp>
    </p:spTree>
    <p:extLst>
      <p:ext uri="{BB962C8B-B14F-4D97-AF65-F5344CB8AC3E}">
        <p14:creationId xmlns:p14="http://schemas.microsoft.com/office/powerpoint/2010/main" val="1065743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107504" y="58614"/>
            <a:ext cx="8136904" cy="634082"/>
          </a:xfrm>
        </p:spPr>
        <p:txBody>
          <a:bodyPr/>
          <a:lstStyle/>
          <a:p>
            <a:r>
              <a:rPr lang="it-IT" dirty="0" smtClean="0"/>
              <a:t>Scorta di sicurezza per merce per la vendita</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75</a:t>
            </a:fld>
            <a:endParaRPr lang="it-IT"/>
          </a:p>
        </p:txBody>
      </p:sp>
      <p:sp>
        <p:nvSpPr>
          <p:cNvPr id="5" name="CasellaDiTesto 4"/>
          <p:cNvSpPr txBox="1"/>
          <p:nvPr/>
        </p:nvSpPr>
        <p:spPr>
          <a:xfrm>
            <a:off x="251520" y="1076543"/>
            <a:ext cx="7920880" cy="1200329"/>
          </a:xfrm>
          <a:prstGeom prst="rect">
            <a:avLst/>
          </a:prstGeom>
          <a:noFill/>
        </p:spPr>
        <p:txBody>
          <a:bodyPr wrap="square" rtlCol="0">
            <a:spAutoFit/>
          </a:bodyPr>
          <a:lstStyle/>
          <a:p>
            <a:pPr algn="ctr"/>
            <a:r>
              <a:rPr lang="it-IT" dirty="0" smtClean="0"/>
              <a:t>Fino a quanto qui discusso è direttamente applicabile anche al caso in cui la merce sia per la vendita, ovvero si parli di prodotti finiti anziché di materie prime. Per la determinazione dello stock di prodotti finiti da tenere per far fronte alle vendite si possono avere i seguenti casi:</a:t>
            </a:r>
          </a:p>
        </p:txBody>
      </p:sp>
      <p:graphicFrame>
        <p:nvGraphicFramePr>
          <p:cNvPr id="6" name="Diagramma 5"/>
          <p:cNvGraphicFramePr/>
          <p:nvPr>
            <p:extLst>
              <p:ext uri="{D42A27DB-BD31-4B8C-83A1-F6EECF244321}">
                <p14:modId xmlns:p14="http://schemas.microsoft.com/office/powerpoint/2010/main" val="638569412"/>
              </p:ext>
            </p:extLst>
          </p:nvPr>
        </p:nvGraphicFramePr>
        <p:xfrm>
          <a:off x="251520" y="2605360"/>
          <a:ext cx="7920880" cy="34879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2" name="Rettangolo arrotondato 11">
            <a:hlinkClick r:id="" action="ppaction://noaction"/>
          </p:cNvPr>
          <p:cNvSpPr/>
          <p:nvPr/>
        </p:nvSpPr>
        <p:spPr>
          <a:xfrm>
            <a:off x="971600" y="6165304"/>
            <a:ext cx="864096" cy="360040"/>
          </a:xfrm>
          <a:prstGeom prst="round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600" b="1" dirty="0" smtClean="0"/>
              <a:t>Caso A</a:t>
            </a:r>
            <a:endParaRPr lang="fr-FR" sz="1600" b="1" dirty="0"/>
          </a:p>
        </p:txBody>
      </p:sp>
      <p:sp>
        <p:nvSpPr>
          <p:cNvPr id="13" name="Rettangolo arrotondato 12">
            <a:hlinkClick r:id="" action="ppaction://noaction"/>
          </p:cNvPr>
          <p:cNvSpPr/>
          <p:nvPr/>
        </p:nvSpPr>
        <p:spPr>
          <a:xfrm>
            <a:off x="3779912" y="6165304"/>
            <a:ext cx="864096" cy="360040"/>
          </a:xfrm>
          <a:prstGeom prst="roundRect">
            <a:avLst/>
          </a:prstGeom>
          <a:solidFill>
            <a:srgbClr val="CCDECF"/>
          </a:solidFill>
          <a:ln>
            <a:solidFill>
              <a:srgbClr val="AFCDB4"/>
            </a:solidFill>
          </a:ln>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600" b="1" dirty="0" smtClean="0"/>
              <a:t>Caso B</a:t>
            </a:r>
            <a:endParaRPr lang="fr-FR" sz="1600" b="1" dirty="0"/>
          </a:p>
        </p:txBody>
      </p:sp>
      <p:sp>
        <p:nvSpPr>
          <p:cNvPr id="14" name="Rettangolo arrotondato 13">
            <a:hlinkClick r:id="" action="ppaction://noaction"/>
          </p:cNvPr>
          <p:cNvSpPr/>
          <p:nvPr/>
        </p:nvSpPr>
        <p:spPr>
          <a:xfrm>
            <a:off x="6516216" y="6165304"/>
            <a:ext cx="864096" cy="360040"/>
          </a:xfrm>
          <a:prstGeom prst="roundRect">
            <a:avLst/>
          </a:prstGeom>
          <a:solidFill>
            <a:schemeClr val="accent4">
              <a:lumMod val="40000"/>
              <a:lumOff val="60000"/>
            </a:schemeClr>
          </a:solidFill>
          <a:ln>
            <a:solidFill>
              <a:schemeClr val="accent4"/>
            </a:solidFill>
          </a:ln>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600" b="1" dirty="0" smtClean="0"/>
              <a:t>Caso C</a:t>
            </a:r>
            <a:endParaRPr lang="fr-FR" sz="1600" b="1" dirty="0"/>
          </a:p>
        </p:txBody>
      </p:sp>
    </p:spTree>
    <p:extLst>
      <p:ext uri="{BB962C8B-B14F-4D97-AF65-F5344CB8AC3E}">
        <p14:creationId xmlns:p14="http://schemas.microsoft.com/office/powerpoint/2010/main" val="7854715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CASO A</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76</a:t>
            </a:fld>
            <a:endParaRPr lang="it-IT"/>
          </a:p>
        </p:txBody>
      </p:sp>
      <p:sp>
        <p:nvSpPr>
          <p:cNvPr id="5" name="Rettangolo arrotondato 4">
            <a:hlinkClick r:id="" action="ppaction://noaction"/>
          </p:cNvPr>
          <p:cNvSpPr/>
          <p:nvPr/>
        </p:nvSpPr>
        <p:spPr>
          <a:xfrm>
            <a:off x="7452320" y="116632"/>
            <a:ext cx="864096" cy="360040"/>
          </a:xfrm>
          <a:prstGeom prst="round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400" b="1" dirty="0"/>
              <a:t>I</a:t>
            </a:r>
            <a:r>
              <a:rPr lang="it-IT" sz="1400" b="1" dirty="0" smtClean="0"/>
              <a:t>ndietro</a:t>
            </a:r>
            <a:endParaRPr lang="fr-FR" sz="1400" b="1" dirty="0"/>
          </a:p>
        </p:txBody>
      </p:sp>
      <p:sp>
        <p:nvSpPr>
          <p:cNvPr id="6" name="CasellaDiTesto 5"/>
          <p:cNvSpPr txBox="1"/>
          <p:nvPr/>
        </p:nvSpPr>
        <p:spPr>
          <a:xfrm>
            <a:off x="251520" y="1746682"/>
            <a:ext cx="7920880" cy="1754326"/>
          </a:xfrm>
          <a:prstGeom prst="rect">
            <a:avLst/>
          </a:prstGeom>
          <a:noFill/>
        </p:spPr>
        <p:txBody>
          <a:bodyPr wrap="square" rtlCol="0">
            <a:spAutoFit/>
          </a:bodyPr>
          <a:lstStyle/>
          <a:p>
            <a:pPr algn="ctr"/>
            <a:r>
              <a:rPr lang="it-IT" dirty="0" smtClean="0"/>
              <a:t>Si ritorna alla situazione dei valori «fissi» (ad esempio ad un livello di circa «metà mese medio di necessità», o sempre «il 30% in più del necessario richiesto», o altri criteri «fissi»).</a:t>
            </a:r>
          </a:p>
          <a:p>
            <a:pPr algn="ctr"/>
            <a:endParaRPr lang="it-IT" dirty="0"/>
          </a:p>
          <a:p>
            <a:pPr algn="ctr"/>
            <a:r>
              <a:rPr lang="it-IT" dirty="0" smtClean="0"/>
              <a:t>E’ chiaro che «il mese di necessità» o «il 30% in più del necessario» possono essere ricavati dallo «sviluppo» del volume di vendita cumulativo</a:t>
            </a:r>
            <a:endParaRPr lang="fr-FR" dirty="0"/>
          </a:p>
        </p:txBody>
      </p:sp>
    </p:spTree>
    <p:extLst>
      <p:ext uri="{BB962C8B-B14F-4D97-AF65-F5344CB8AC3E}">
        <p14:creationId xmlns:p14="http://schemas.microsoft.com/office/powerpoint/2010/main" val="41561238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CASO B</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77</a:t>
            </a:fld>
            <a:endParaRPr lang="it-IT"/>
          </a:p>
        </p:txBody>
      </p:sp>
      <p:sp>
        <p:nvSpPr>
          <p:cNvPr id="3" name="CasellaDiTesto 2"/>
          <p:cNvSpPr txBox="1"/>
          <p:nvPr/>
        </p:nvSpPr>
        <p:spPr>
          <a:xfrm>
            <a:off x="251520" y="1208941"/>
            <a:ext cx="7920880" cy="4524315"/>
          </a:xfrm>
          <a:prstGeom prst="rect">
            <a:avLst/>
          </a:prstGeom>
          <a:noFill/>
        </p:spPr>
        <p:txBody>
          <a:bodyPr wrap="square" rtlCol="0">
            <a:spAutoFit/>
          </a:bodyPr>
          <a:lstStyle/>
          <a:p>
            <a:r>
              <a:rPr lang="it-IT" dirty="0" smtClean="0"/>
              <a:t>Questa situazione è analoga a quella trattata per la merce in acquisto, si applica la medesima formula:</a:t>
            </a:r>
          </a:p>
          <a:p>
            <a:endParaRPr lang="it-IT" dirty="0"/>
          </a:p>
          <a:p>
            <a:r>
              <a:rPr lang="it-IT" dirty="0" smtClean="0"/>
              <a:t>SS = </a:t>
            </a:r>
            <a:r>
              <a:rPr lang="it-IT" i="1" dirty="0" smtClean="0"/>
              <a:t>u</a:t>
            </a:r>
            <a:r>
              <a:rPr lang="it-IT" dirty="0" smtClean="0"/>
              <a:t> x </a:t>
            </a:r>
            <a:r>
              <a:rPr lang="el-GR" dirty="0" smtClean="0"/>
              <a:t>σ</a:t>
            </a:r>
            <a:r>
              <a:rPr lang="it-IT" dirty="0" smtClean="0"/>
              <a:t> x </a:t>
            </a:r>
            <a:r>
              <a:rPr lang="el-GR" dirty="0" smtClean="0"/>
              <a:t>√</a:t>
            </a:r>
            <a:r>
              <a:rPr lang="it-IT" dirty="0" smtClean="0"/>
              <a:t> D</a:t>
            </a:r>
          </a:p>
          <a:p>
            <a:endParaRPr lang="it-IT" dirty="0"/>
          </a:p>
          <a:p>
            <a:r>
              <a:rPr lang="it-IT" i="1" dirty="0"/>
              <a:t>u</a:t>
            </a:r>
            <a:r>
              <a:rPr lang="it-IT" i="1" dirty="0" smtClean="0"/>
              <a:t> </a:t>
            </a:r>
            <a:r>
              <a:rPr lang="it-IT" dirty="0" smtClean="0"/>
              <a:t>=</a:t>
            </a:r>
            <a:r>
              <a:rPr lang="it-IT" i="1" dirty="0" smtClean="0"/>
              <a:t> </a:t>
            </a:r>
            <a:r>
              <a:rPr lang="it-IT" dirty="0" smtClean="0"/>
              <a:t>fattore rappresentante il livello di rischio (accettato) di rimanere fuori scorta</a:t>
            </a:r>
          </a:p>
          <a:p>
            <a:r>
              <a:rPr lang="it-IT" dirty="0" smtClean="0"/>
              <a:t>σ = deviazione standard dei valori di vendita della merce durante il tempo di produzione</a:t>
            </a:r>
          </a:p>
          <a:p>
            <a:r>
              <a:rPr lang="it-IT" dirty="0" smtClean="0"/>
              <a:t>D = tempo del ciclo di produzione (in giorni, ad esempio)</a:t>
            </a:r>
          </a:p>
          <a:p>
            <a:endParaRPr lang="it-IT" dirty="0"/>
          </a:p>
          <a:p>
            <a:r>
              <a:rPr lang="it-IT" dirty="0" smtClean="0"/>
              <a:t>La deviazione standard </a:t>
            </a:r>
            <a:r>
              <a:rPr lang="el-GR" dirty="0" smtClean="0"/>
              <a:t>σ</a:t>
            </a:r>
            <a:r>
              <a:rPr lang="it-IT" dirty="0" smtClean="0"/>
              <a:t> è definita come:</a:t>
            </a:r>
          </a:p>
          <a:p>
            <a:r>
              <a:rPr lang="it-IT" dirty="0" smtClean="0"/>
              <a:t>σ = √ ∑ ∆2 / </a:t>
            </a:r>
            <a:r>
              <a:rPr lang="it-IT" i="1" dirty="0" smtClean="0"/>
              <a:t>n</a:t>
            </a:r>
          </a:p>
          <a:p>
            <a:r>
              <a:rPr lang="it-IT" b="1" u="sng" dirty="0" smtClean="0">
                <a:solidFill>
                  <a:srgbClr val="C00000"/>
                </a:solidFill>
              </a:rPr>
              <a:t>Dove:</a:t>
            </a:r>
          </a:p>
          <a:p>
            <a:r>
              <a:rPr lang="it-IT" dirty="0" smtClean="0"/>
              <a:t>∑ ∆2 = somma dei quadrati delle differenze fra la media ed i singoli valori di vendita del materiale in esame durante il tempo di produzione</a:t>
            </a:r>
          </a:p>
          <a:p>
            <a:r>
              <a:rPr lang="it-IT" dirty="0" smtClean="0"/>
              <a:t>n = numero di situazioni considerate</a:t>
            </a:r>
            <a:endParaRPr lang="it-IT" dirty="0"/>
          </a:p>
        </p:txBody>
      </p:sp>
    </p:spTree>
    <p:extLst>
      <p:ext uri="{BB962C8B-B14F-4D97-AF65-F5344CB8AC3E}">
        <p14:creationId xmlns:p14="http://schemas.microsoft.com/office/powerpoint/2010/main" val="35407620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78</a:t>
            </a:fld>
            <a:endParaRPr lang="it-IT"/>
          </a:p>
        </p:txBody>
      </p:sp>
      <p:sp>
        <p:nvSpPr>
          <p:cNvPr id="5" name="CasellaDiTesto 4"/>
          <p:cNvSpPr txBox="1"/>
          <p:nvPr/>
        </p:nvSpPr>
        <p:spPr>
          <a:xfrm>
            <a:off x="251520" y="1052736"/>
            <a:ext cx="7920880" cy="5078313"/>
          </a:xfrm>
          <a:prstGeom prst="rect">
            <a:avLst/>
          </a:prstGeom>
          <a:noFill/>
        </p:spPr>
        <p:txBody>
          <a:bodyPr wrap="square" rtlCol="0">
            <a:spAutoFit/>
          </a:bodyPr>
          <a:lstStyle/>
          <a:p>
            <a:r>
              <a:rPr lang="it-IT" dirty="0" smtClean="0"/>
              <a:t>Lo sviluppo del ragionamento è esattamente simmetrico a quello relativo alla merce acquistata.</a:t>
            </a:r>
          </a:p>
          <a:p>
            <a:endParaRPr lang="it-IT" dirty="0"/>
          </a:p>
          <a:p>
            <a:r>
              <a:rPr lang="it-IT" b="1" u="sng" dirty="0" smtClean="0">
                <a:solidFill>
                  <a:srgbClr val="C00000"/>
                </a:solidFill>
              </a:rPr>
              <a:t>Esempio:</a:t>
            </a:r>
          </a:p>
          <a:p>
            <a:r>
              <a:rPr lang="it-IT" dirty="0" smtClean="0"/>
              <a:t>Fattore di rischio: 2,5% (</a:t>
            </a:r>
            <a:r>
              <a:rPr lang="it-IT" i="1" dirty="0" smtClean="0"/>
              <a:t>u</a:t>
            </a:r>
            <a:r>
              <a:rPr lang="it-IT" dirty="0" smtClean="0"/>
              <a:t> = 1,96)</a:t>
            </a:r>
          </a:p>
          <a:p>
            <a:r>
              <a:rPr lang="it-IT" dirty="0" smtClean="0"/>
              <a:t>D = 4 settimane</a:t>
            </a:r>
          </a:p>
          <a:p>
            <a:r>
              <a:rPr lang="it-IT" dirty="0" smtClean="0"/>
              <a:t>Vendite = 100 unità/settimana</a:t>
            </a:r>
          </a:p>
          <a:p>
            <a:r>
              <a:rPr lang="it-IT" dirty="0" smtClean="0"/>
              <a:t>σ = 15</a:t>
            </a:r>
          </a:p>
          <a:p>
            <a:endParaRPr lang="it-IT" dirty="0"/>
          </a:p>
          <a:p>
            <a:r>
              <a:rPr lang="it-IT" dirty="0" smtClean="0"/>
              <a:t>In questa situazione lo stock di sicurezza risulta essere</a:t>
            </a:r>
          </a:p>
          <a:p>
            <a:r>
              <a:rPr lang="it-IT" dirty="0" smtClean="0"/>
              <a:t>SS = 59 unità</a:t>
            </a:r>
          </a:p>
          <a:p>
            <a:endParaRPr lang="it-IT" dirty="0"/>
          </a:p>
          <a:p>
            <a:pPr algn="just"/>
            <a:r>
              <a:rPr lang="it-IT" dirty="0" smtClean="0"/>
              <a:t>Anche in questo caso la merce in teoria diverrebbe disponibile «appena» la produzione inizia, per cui la necessità di tenere una scorta di sicurezza per le vendite durante il ciclo di produzione potrebbe al limite tendere a zero.</a:t>
            </a:r>
          </a:p>
          <a:p>
            <a:pPr algn="just"/>
            <a:r>
              <a:rPr lang="it-IT" dirty="0" smtClean="0"/>
              <a:t>Bisogna comunque fare attenzione in quanto durante il ciclo di produzione la domanda potrebbe essere maggiore della quantità prodotta fino a quel punto, per cui rimane accertata la necessità di poter disporre di uno stock di sicurezza</a:t>
            </a:r>
            <a:endParaRPr lang="fr-FR" dirty="0"/>
          </a:p>
        </p:txBody>
      </p:sp>
      <p:sp>
        <p:nvSpPr>
          <p:cNvPr id="6" name="Rettangolo arrotondato 5">
            <a:hlinkClick r:id="" action="ppaction://noaction"/>
          </p:cNvPr>
          <p:cNvSpPr/>
          <p:nvPr/>
        </p:nvSpPr>
        <p:spPr>
          <a:xfrm>
            <a:off x="7452320" y="116632"/>
            <a:ext cx="864096" cy="360040"/>
          </a:xfrm>
          <a:prstGeom prst="roundRect">
            <a:avLst/>
          </a:prstGeom>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rtlCol="0" anchor="ctr"/>
          <a:lstStyle/>
          <a:p>
            <a:pPr algn="ctr"/>
            <a:r>
              <a:rPr lang="it-IT" sz="1400" b="1" dirty="0"/>
              <a:t>I</a:t>
            </a:r>
            <a:r>
              <a:rPr lang="it-IT" sz="1400" b="1" dirty="0" smtClean="0"/>
              <a:t>ndietro</a:t>
            </a:r>
            <a:endParaRPr lang="fr-FR" sz="1400" b="1" dirty="0"/>
          </a:p>
        </p:txBody>
      </p:sp>
    </p:spTree>
    <p:extLst>
      <p:ext uri="{BB962C8B-B14F-4D97-AF65-F5344CB8AC3E}">
        <p14:creationId xmlns:p14="http://schemas.microsoft.com/office/powerpoint/2010/main" val="30172215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CASO C</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79</a:t>
            </a:fld>
            <a:endParaRPr lang="it-IT"/>
          </a:p>
        </p:txBody>
      </p:sp>
      <p:sp>
        <p:nvSpPr>
          <p:cNvPr id="3" name="CasellaDiTesto 2"/>
          <p:cNvSpPr txBox="1"/>
          <p:nvPr/>
        </p:nvSpPr>
        <p:spPr>
          <a:xfrm>
            <a:off x="179512" y="1585823"/>
            <a:ext cx="8136904" cy="3139321"/>
          </a:xfrm>
          <a:prstGeom prst="rect">
            <a:avLst/>
          </a:prstGeom>
          <a:noFill/>
        </p:spPr>
        <p:txBody>
          <a:bodyPr wrap="square" rtlCol="0">
            <a:spAutoFit/>
          </a:bodyPr>
          <a:lstStyle/>
          <a:p>
            <a:pPr algn="ctr"/>
            <a:r>
              <a:rPr lang="it-IT" dirty="0" smtClean="0"/>
              <a:t>In esso si dispone di previsioni di vendita per i periodi a venire (settimane, mesi, ecc.)</a:t>
            </a:r>
          </a:p>
          <a:p>
            <a:pPr algn="ctr"/>
            <a:endParaRPr lang="it-IT" dirty="0" smtClean="0"/>
          </a:p>
          <a:p>
            <a:pPr algn="ctr"/>
            <a:r>
              <a:rPr lang="it-IT" dirty="0" smtClean="0"/>
              <a:t>Per dimensionare correttamente lo stock di sicurezza da tenere, aggiunta alla scorta corrente, bisogna verificare l’andamento dei dati effettivi verso quelli previsti nei periodi trascorsi; in pratica si va a vedere come sono andate le cose nei mesi (o anni) precedenti, confrontando le previsioni con i dati reali.</a:t>
            </a:r>
          </a:p>
          <a:p>
            <a:pPr algn="ctr"/>
            <a:endParaRPr lang="it-IT" dirty="0"/>
          </a:p>
          <a:p>
            <a:pPr algn="ctr"/>
            <a:r>
              <a:rPr lang="it-IT" dirty="0" smtClean="0"/>
              <a:t>Tutto si basa sull’assunto che l’andamento (</a:t>
            </a:r>
            <a:r>
              <a:rPr lang="it-IT" b="1" dirty="0" smtClean="0"/>
              <a:t>andamento</a:t>
            </a:r>
            <a:r>
              <a:rPr lang="it-IT" dirty="0" smtClean="0"/>
              <a:t>, NON valori) delle vendite per i periodi futuri segua lo stesso profilo di quello dei periodi passati: ciò può non essere vero, ma il calcolo dello stock di sicurezza si può fare tenendo conto di «cosa è avvenuto», dato che «quello che (effettivamente) avverrà» non è dato di sapere.</a:t>
            </a:r>
          </a:p>
        </p:txBody>
      </p:sp>
    </p:spTree>
    <p:extLst>
      <p:ext uri="{BB962C8B-B14F-4D97-AF65-F5344CB8AC3E}">
        <p14:creationId xmlns:p14="http://schemas.microsoft.com/office/powerpoint/2010/main" val="10864953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51520" y="58614"/>
            <a:ext cx="7920880" cy="1198686"/>
          </a:xfrm>
        </p:spPr>
        <p:txBody>
          <a:bodyPr/>
          <a:lstStyle/>
          <a:p>
            <a:r>
              <a:rPr lang="it-IT" dirty="0" smtClean="0"/>
              <a:t>Calcolo della scorta di sicurezza avendo le previsioni di vendita</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80</a:t>
            </a:fld>
            <a:endParaRPr lang="it-IT"/>
          </a:p>
        </p:txBody>
      </p:sp>
      <p:sp>
        <p:nvSpPr>
          <p:cNvPr id="5" name="CasellaDiTesto 4"/>
          <p:cNvSpPr txBox="1"/>
          <p:nvPr/>
        </p:nvSpPr>
        <p:spPr>
          <a:xfrm>
            <a:off x="251520" y="1988840"/>
            <a:ext cx="7920880" cy="3970318"/>
          </a:xfrm>
          <a:prstGeom prst="rect">
            <a:avLst/>
          </a:prstGeom>
          <a:noFill/>
        </p:spPr>
        <p:txBody>
          <a:bodyPr wrap="square" rtlCol="0">
            <a:spAutoFit/>
          </a:bodyPr>
          <a:lstStyle/>
          <a:p>
            <a:pPr algn="just"/>
            <a:r>
              <a:rPr lang="it-IT" dirty="0" smtClean="0"/>
              <a:t>In questo calcolo vengono considerati i valori:</a:t>
            </a:r>
          </a:p>
          <a:p>
            <a:pPr algn="just"/>
            <a:r>
              <a:rPr lang="it-IT" dirty="0" smtClean="0"/>
              <a:t>W il valore previsto di vendite</a:t>
            </a:r>
          </a:p>
          <a:p>
            <a:pPr algn="just"/>
            <a:r>
              <a:rPr lang="it-IT" i="1" dirty="0"/>
              <a:t>w</a:t>
            </a:r>
            <a:r>
              <a:rPr lang="it-IT" dirty="0" smtClean="0"/>
              <a:t> il valore effettivo</a:t>
            </a:r>
          </a:p>
          <a:p>
            <a:pPr algn="just"/>
            <a:endParaRPr lang="it-IT" dirty="0"/>
          </a:p>
          <a:p>
            <a:pPr algn="just"/>
            <a:r>
              <a:rPr lang="it-IT" dirty="0" smtClean="0"/>
              <a:t>La differenza W – w non ha molto senso in quanto potrebbe verificarsi il caso in cui a fronte di valori grandi di vendite ( e delle previsioni) si verifichino differenze piccole, e viceversa.</a:t>
            </a:r>
          </a:p>
          <a:p>
            <a:pPr algn="just"/>
            <a:r>
              <a:rPr lang="it-IT" b="1" dirty="0" smtClean="0"/>
              <a:t>Poiché il calcolo della scorta di sicurezza si basa sull’andamento delle differenze fra i valori medi di una grandezza e le loro differenze rispetto a questa media</a:t>
            </a:r>
            <a:r>
              <a:rPr lang="it-IT" dirty="0" smtClean="0"/>
              <a:t>, si potrebbe verificare il caso in cui a fronte di grossi volumi di vendite di avrebbero scorte di sicurezza piccole (e quindi inadeguate) e viceversa.</a:t>
            </a:r>
          </a:p>
          <a:p>
            <a:pPr algn="just"/>
            <a:r>
              <a:rPr lang="it-IT" dirty="0" smtClean="0"/>
              <a:t>Infatti la presenza di una tendenza porta a modificare nel corso del tempo entrambi i valori (previsione e realtà), e la scorta di sicurezza che ne deriverebbe potrebbe essere inadeguata.</a:t>
            </a:r>
            <a:endParaRPr lang="fr-FR" dirty="0"/>
          </a:p>
        </p:txBody>
      </p:sp>
    </p:spTree>
    <p:extLst>
      <p:ext uri="{BB962C8B-B14F-4D97-AF65-F5344CB8AC3E}">
        <p14:creationId xmlns:p14="http://schemas.microsoft.com/office/powerpoint/2010/main" val="33288058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81</a:t>
            </a:fld>
            <a:endParaRPr lang="it-IT"/>
          </a:p>
        </p:txBody>
      </p:sp>
      <p:sp>
        <p:nvSpPr>
          <p:cNvPr id="5" name="CasellaDiTesto 4"/>
          <p:cNvSpPr txBox="1"/>
          <p:nvPr/>
        </p:nvSpPr>
        <p:spPr>
          <a:xfrm>
            <a:off x="251520" y="73069"/>
            <a:ext cx="7920880" cy="6740307"/>
          </a:xfrm>
          <a:prstGeom prst="rect">
            <a:avLst/>
          </a:prstGeom>
          <a:noFill/>
        </p:spPr>
        <p:txBody>
          <a:bodyPr wrap="square" rtlCol="0">
            <a:spAutoFit/>
          </a:bodyPr>
          <a:lstStyle/>
          <a:p>
            <a:pPr algn="just"/>
            <a:r>
              <a:rPr lang="it-IT" sz="1600" b="1" u="sng" dirty="0" smtClean="0">
                <a:solidFill>
                  <a:srgbClr val="C00000"/>
                </a:solidFill>
              </a:rPr>
              <a:t>Esempio:</a:t>
            </a:r>
          </a:p>
          <a:p>
            <a:pPr algn="just"/>
            <a:r>
              <a:rPr lang="it-IT" sz="1600" dirty="0" smtClean="0"/>
              <a:t>Vendite effettive: 1000 pezzi</a:t>
            </a:r>
          </a:p>
          <a:p>
            <a:pPr algn="just"/>
            <a:r>
              <a:rPr lang="it-IT" sz="1600" dirty="0" smtClean="0"/>
              <a:t>Vendite previste: 950 pezzi</a:t>
            </a:r>
          </a:p>
          <a:p>
            <a:pPr algn="just"/>
            <a:r>
              <a:rPr lang="it-IT" sz="1600" dirty="0" smtClean="0"/>
              <a:t>Differenza (su cui vengono basati i calcoli della scorta di sicurezza): 50 pezzi</a:t>
            </a:r>
          </a:p>
          <a:p>
            <a:pPr algn="just"/>
            <a:endParaRPr lang="it-IT" sz="1600" dirty="0"/>
          </a:p>
          <a:p>
            <a:pPr algn="just"/>
            <a:r>
              <a:rPr lang="it-IT" sz="1600" dirty="0" smtClean="0"/>
              <a:t>Da questi valori deriverebbe una scorta di sicurezza piccola e inadeguata ai valori «grandi» delle vendite.</a:t>
            </a:r>
          </a:p>
          <a:p>
            <a:pPr algn="just"/>
            <a:endParaRPr lang="it-IT" sz="1600" dirty="0"/>
          </a:p>
          <a:p>
            <a:pPr algn="just"/>
            <a:r>
              <a:rPr lang="it-IT" sz="1600" b="1" u="sng" dirty="0">
                <a:solidFill>
                  <a:srgbClr val="C00000"/>
                </a:solidFill>
              </a:rPr>
              <a:t>Esempio:</a:t>
            </a:r>
          </a:p>
          <a:p>
            <a:pPr algn="just"/>
            <a:r>
              <a:rPr lang="it-IT" sz="1600" dirty="0" smtClean="0"/>
              <a:t>Vendite effettive: 250 pezzi</a:t>
            </a:r>
          </a:p>
          <a:p>
            <a:pPr algn="just"/>
            <a:r>
              <a:rPr lang="it-IT" sz="1600" dirty="0" smtClean="0"/>
              <a:t>Vendite previste: 200 pezzi</a:t>
            </a:r>
          </a:p>
          <a:p>
            <a:pPr algn="just"/>
            <a:r>
              <a:rPr lang="it-IT" sz="1600" dirty="0" smtClean="0"/>
              <a:t>Differenza: 50 pezzi</a:t>
            </a:r>
          </a:p>
          <a:p>
            <a:pPr algn="just"/>
            <a:endParaRPr lang="it-IT" sz="1600" dirty="0"/>
          </a:p>
          <a:p>
            <a:pPr algn="just"/>
            <a:r>
              <a:rPr lang="it-IT" sz="1600" dirty="0" smtClean="0"/>
              <a:t>I 50 pezzi di differenza in questo caso hanno un peso molto maggiore dei pur sempre 50 pezzi del caso precedute: si otterrebbe in questo caso una scorta di sicurezza enorme, surdimensionata rispetto ai valori modesti delle vendite.</a:t>
            </a:r>
          </a:p>
          <a:p>
            <a:pPr algn="just"/>
            <a:endParaRPr lang="it-IT" sz="1600" dirty="0"/>
          </a:p>
          <a:p>
            <a:pPr algn="just"/>
            <a:r>
              <a:rPr lang="it-IT" sz="1600" dirty="0"/>
              <a:t>Si aggira l’ostacolo ricorrendo all’artificio di prendere invece in considerazione la serie storica della variabile:</a:t>
            </a:r>
          </a:p>
          <a:p>
            <a:pPr algn="just"/>
            <a:endParaRPr lang="it-IT" sz="1600" dirty="0"/>
          </a:p>
          <a:p>
            <a:pPr algn="just"/>
            <a:r>
              <a:rPr lang="it-IT" sz="1600" b="1" dirty="0"/>
              <a:t>A</a:t>
            </a:r>
            <a:r>
              <a:rPr lang="it-IT" sz="1600" dirty="0"/>
              <a:t> = W/</a:t>
            </a:r>
            <a:r>
              <a:rPr lang="it-IT" sz="1600" i="1" dirty="0"/>
              <a:t>w </a:t>
            </a:r>
            <a:r>
              <a:rPr lang="it-IT" sz="1600" dirty="0"/>
              <a:t> </a:t>
            </a:r>
            <a:r>
              <a:rPr lang="it-IT" sz="1600" b="1" dirty="0"/>
              <a:t>ovvero rapporto fra il previsto e l’effettivo</a:t>
            </a:r>
          </a:p>
          <a:p>
            <a:pPr algn="just"/>
            <a:endParaRPr lang="it-IT" sz="1600" i="1" dirty="0"/>
          </a:p>
          <a:p>
            <a:pPr algn="just"/>
            <a:r>
              <a:rPr lang="it-IT" sz="1600" dirty="0"/>
              <a:t>Questa variabile assume il valore 1 quando il valore reale coincide con quello previsto, 1,05 quando esso è il 105% (ovvero le vendite sono state del 5% inferiori del previsto), 0,92 quando invece le vendite sono state ad esempio il 108% del previsto (8% maggiori).</a:t>
            </a:r>
          </a:p>
          <a:p>
            <a:pPr algn="just"/>
            <a:r>
              <a:rPr lang="it-IT" sz="1600" dirty="0"/>
              <a:t>Da una serie storica dei valori di A si può facilmente ricavare la deviazione standard e quindi lo stock di sicurezza</a:t>
            </a:r>
            <a:r>
              <a:rPr lang="it-IT" sz="1600" dirty="0" smtClean="0"/>
              <a:t>.</a:t>
            </a:r>
            <a:endParaRPr lang="fr-FR" sz="1600" dirty="0"/>
          </a:p>
        </p:txBody>
      </p:sp>
    </p:spTree>
    <p:extLst>
      <p:ext uri="{BB962C8B-B14F-4D97-AF65-F5344CB8AC3E}">
        <p14:creationId xmlns:p14="http://schemas.microsoft.com/office/powerpoint/2010/main" val="19711498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82</a:t>
            </a:fld>
            <a:endParaRPr lang="it-IT"/>
          </a:p>
        </p:txBody>
      </p:sp>
      <p:sp>
        <p:nvSpPr>
          <p:cNvPr id="5" name="CasellaDiTesto 4"/>
          <p:cNvSpPr txBox="1"/>
          <p:nvPr/>
        </p:nvSpPr>
        <p:spPr>
          <a:xfrm>
            <a:off x="251521" y="4294544"/>
            <a:ext cx="7920879" cy="2446824"/>
          </a:xfrm>
          <a:prstGeom prst="rect">
            <a:avLst/>
          </a:prstGeom>
          <a:noFill/>
        </p:spPr>
        <p:txBody>
          <a:bodyPr wrap="square" rtlCol="0">
            <a:spAutoFit/>
          </a:bodyPr>
          <a:lstStyle/>
          <a:p>
            <a:pPr algn="just"/>
            <a:r>
              <a:rPr lang="it-IT" sz="1700" dirty="0" smtClean="0"/>
              <a:t>W = volumi di vendita previsti</a:t>
            </a:r>
          </a:p>
          <a:p>
            <a:pPr algn="just"/>
            <a:r>
              <a:rPr lang="it-IT" sz="1700" dirty="0" smtClean="0"/>
              <a:t>w = volumi di vendita effettivi</a:t>
            </a:r>
          </a:p>
          <a:p>
            <a:pPr algn="just"/>
            <a:r>
              <a:rPr lang="it-IT" sz="1700" dirty="0" smtClean="0"/>
              <a:t>A = W/w rapporto fra i due</a:t>
            </a:r>
          </a:p>
          <a:p>
            <a:pPr algn="just"/>
            <a:r>
              <a:rPr lang="it-IT" sz="1700" dirty="0" smtClean="0"/>
              <a:t>∆ = A-M differenze fra la media aritmetica dei valori ed i singoli valori</a:t>
            </a:r>
          </a:p>
          <a:p>
            <a:pPr algn="just"/>
            <a:r>
              <a:rPr lang="it-IT" sz="1700" dirty="0" smtClean="0"/>
              <a:t>∆ x 100= stessi valori moltiplicati per 100 (per comodità di calcolo)</a:t>
            </a:r>
          </a:p>
          <a:p>
            <a:pPr algn="just"/>
            <a:r>
              <a:rPr lang="it-IT" sz="1700" dirty="0" smtClean="0"/>
              <a:t>∆² =quadrati dei valori</a:t>
            </a:r>
          </a:p>
          <a:p>
            <a:pPr algn="just"/>
            <a:endParaRPr lang="it-IT" sz="1700" dirty="0"/>
          </a:p>
          <a:p>
            <a:pPr algn="just"/>
            <a:r>
              <a:rPr lang="it-IT" sz="1700" dirty="0"/>
              <a:t>Si può notare che nella serie dei valori dei volumi di vendita le previsioni sono mediamente maggiori del 20% rispetto alle vendite effettive</a:t>
            </a:r>
            <a:r>
              <a:rPr lang="it-IT" sz="1700" dirty="0" smtClean="0"/>
              <a:t>.</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3" y="116632"/>
            <a:ext cx="5472609" cy="41516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592717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83</a:t>
            </a:fld>
            <a:endParaRPr lang="it-IT"/>
          </a:p>
        </p:txBody>
      </p:sp>
      <p:sp>
        <p:nvSpPr>
          <p:cNvPr id="5" name="CasellaDiTesto 4"/>
          <p:cNvSpPr txBox="1"/>
          <p:nvPr/>
        </p:nvSpPr>
        <p:spPr>
          <a:xfrm>
            <a:off x="251520" y="298385"/>
            <a:ext cx="7920880" cy="6370975"/>
          </a:xfrm>
          <a:prstGeom prst="rect">
            <a:avLst/>
          </a:prstGeom>
          <a:noFill/>
        </p:spPr>
        <p:txBody>
          <a:bodyPr wrap="square" rtlCol="0">
            <a:spAutoFit/>
          </a:bodyPr>
          <a:lstStyle/>
          <a:p>
            <a:pPr algn="just"/>
            <a:r>
              <a:rPr lang="it-IT" sz="1700" dirty="0" smtClean="0"/>
              <a:t>Riprendendo la formula:</a:t>
            </a:r>
          </a:p>
          <a:p>
            <a:pPr algn="just"/>
            <a:r>
              <a:rPr lang="it-IT" sz="1700" dirty="0" smtClean="0"/>
              <a:t>σ = √ ∑ ∆2 / </a:t>
            </a:r>
            <a:r>
              <a:rPr lang="it-IT" sz="1700" i="1" dirty="0" smtClean="0"/>
              <a:t>n </a:t>
            </a:r>
            <a:r>
              <a:rPr lang="it-IT" sz="1700" dirty="0" smtClean="0"/>
              <a:t>si ottiene: </a:t>
            </a:r>
            <a:r>
              <a:rPr lang="el-GR" sz="1700" dirty="0" smtClean="0"/>
              <a:t>ϋ</a:t>
            </a:r>
            <a:endParaRPr lang="it-IT" sz="1700" dirty="0" smtClean="0"/>
          </a:p>
          <a:p>
            <a:pPr algn="just"/>
            <a:r>
              <a:rPr lang="el-GR" sz="1700" dirty="0" smtClean="0"/>
              <a:t>σ</a:t>
            </a:r>
            <a:r>
              <a:rPr lang="it-IT" sz="1700" dirty="0" smtClean="0"/>
              <a:t> = 0,41</a:t>
            </a:r>
          </a:p>
          <a:p>
            <a:pPr algn="just"/>
            <a:endParaRPr lang="it-IT" sz="1700" dirty="0"/>
          </a:p>
          <a:p>
            <a:pPr algn="just"/>
            <a:r>
              <a:rPr lang="it-IT" sz="1700" dirty="0" smtClean="0"/>
              <a:t>Ovvero la serie dei rapporti fra le previsioni di vendita e le vendite effettive è affetta da uno scarto quadratico medio di 0,41.</a:t>
            </a:r>
          </a:p>
          <a:p>
            <a:pPr algn="just"/>
            <a:r>
              <a:rPr lang="it-IT" sz="1700" dirty="0" smtClean="0"/>
              <a:t>Quindi si avrà che:</a:t>
            </a:r>
          </a:p>
          <a:p>
            <a:pPr algn="just"/>
            <a:r>
              <a:rPr lang="it-IT" sz="1700" dirty="0" smtClean="0"/>
              <a:t>Se si terrà una scorta di sicurezza pari a:</a:t>
            </a:r>
          </a:p>
          <a:p>
            <a:pPr algn="just"/>
            <a:r>
              <a:rPr lang="it-IT" sz="1700" dirty="0" smtClean="0"/>
              <a:t>1,2 + 0,41 = 1,61 (media dei valori + deviazione standard) volte la quantità prevista verrà coperto circa l’84% delle vendite;</a:t>
            </a:r>
          </a:p>
          <a:p>
            <a:pPr algn="just"/>
            <a:r>
              <a:rPr lang="it-IT" sz="1700" dirty="0" smtClean="0"/>
              <a:t>se 1,2+ 2 x 0,41 = 2,02 verrà coperto il 97,5%</a:t>
            </a:r>
          </a:p>
          <a:p>
            <a:pPr algn="just"/>
            <a:r>
              <a:rPr lang="it-IT" sz="1700" dirty="0" smtClean="0"/>
              <a:t>se 1,2+ 3 x 0,41= 2,43 il 99,85%</a:t>
            </a:r>
          </a:p>
          <a:p>
            <a:pPr algn="just"/>
            <a:endParaRPr lang="it-IT" sz="1700" dirty="0"/>
          </a:p>
          <a:p>
            <a:pPr algn="just"/>
            <a:r>
              <a:rPr lang="it-IT" sz="1700" b="1" dirty="0" smtClean="0"/>
              <a:t>Questi valori molti alti servono per far fronte a quei casi in cui i valori delle vendite effettivi siano molto maggiori del previsto</a:t>
            </a:r>
            <a:r>
              <a:rPr lang="it-IT" sz="1700" dirty="0" smtClean="0"/>
              <a:t>.</a:t>
            </a:r>
            <a:r>
              <a:rPr lang="fr-FR" sz="1700" dirty="0" smtClean="0"/>
              <a:t> Bisogna tener conto di questi fattori:</a:t>
            </a:r>
          </a:p>
          <a:p>
            <a:pPr marL="285750" indent="-285750" algn="just">
              <a:buFont typeface="Arial" panose="020B0604020202020204" pitchFamily="34" charset="0"/>
              <a:buChar char="•"/>
            </a:pPr>
            <a:r>
              <a:rPr lang="it-IT" sz="1700" dirty="0" smtClean="0"/>
              <a:t>Maggiori sono gli scostamenti dei singoli valori dal valor medio, maggiore sarà la deviazione standard e quindi la scorta di sicurezza</a:t>
            </a:r>
          </a:p>
          <a:p>
            <a:pPr marL="285750" indent="-285750" algn="just">
              <a:buFont typeface="Arial" panose="020B0604020202020204" pitchFamily="34" charset="0"/>
              <a:buChar char="•"/>
            </a:pPr>
            <a:r>
              <a:rPr lang="it-IT" sz="1700" dirty="0" smtClean="0"/>
              <a:t>Non è dato di sapere se a seguito di un grosso scostamento in positivo del singolo valore rispetto alla media aritmetica ne seguirà uno opposto (che in teoria potrebbe compensare il precedente e quindi far abbassare lo stock di sicurezza), o ne seguirà un altro di nuovo maggiore, che richiederebbe una scorta di sicurezza ancora maggiore; l’approccio è puramente statistico anche riguardo la frequenza e la sequenza con cui si verificano gli scostamenti in più o in meno rispetto alla media aritmetica</a:t>
            </a:r>
          </a:p>
        </p:txBody>
      </p:sp>
    </p:spTree>
    <p:extLst>
      <p:ext uri="{BB962C8B-B14F-4D97-AF65-F5344CB8AC3E}">
        <p14:creationId xmlns:p14="http://schemas.microsoft.com/office/powerpoint/2010/main" val="13732854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84</a:t>
            </a:fld>
            <a:endParaRPr lang="it-IT"/>
          </a:p>
        </p:txBody>
      </p:sp>
      <p:sp>
        <p:nvSpPr>
          <p:cNvPr id="5" name="CasellaDiTesto 4"/>
          <p:cNvSpPr txBox="1"/>
          <p:nvPr/>
        </p:nvSpPr>
        <p:spPr>
          <a:xfrm>
            <a:off x="251520" y="1247849"/>
            <a:ext cx="7920880" cy="3693319"/>
          </a:xfrm>
          <a:prstGeom prst="rect">
            <a:avLst/>
          </a:prstGeom>
          <a:noFill/>
        </p:spPr>
        <p:txBody>
          <a:bodyPr wrap="square" rtlCol="0">
            <a:spAutoFit/>
          </a:bodyPr>
          <a:lstStyle/>
          <a:p>
            <a:pPr algn="ctr"/>
            <a:r>
              <a:rPr lang="it-IT" dirty="0" smtClean="0"/>
              <a:t>Si può quindi notare che mantenere le scorte di sicurezza può divenire un problema economico notevole, specie se si hanno materiali costosi, forti fluttuazioni (dell’andamento) della domanda e forti discrepanze fra la previsione e l’effettiva vendita.</a:t>
            </a:r>
          </a:p>
          <a:p>
            <a:pPr algn="ctr"/>
            <a:endParaRPr lang="it-IT" dirty="0"/>
          </a:p>
          <a:p>
            <a:pPr algn="ctr"/>
            <a:r>
              <a:rPr lang="it-IT" dirty="0" smtClean="0"/>
              <a:t>Questo è il motivo per cui alcuni fornitori preferiscono attestarsi su livelli di servizio meno elevati e «sperare» che le cose «vadano per il meglio», piuttosto che cautelarsi tenendo alte e costose scorte si sicurezza, costi che comunque spesso ribaltano sui propri clienti.</a:t>
            </a:r>
          </a:p>
          <a:p>
            <a:pPr algn="ctr"/>
            <a:endParaRPr lang="it-IT" dirty="0"/>
          </a:p>
          <a:p>
            <a:pPr algn="ctr"/>
            <a:r>
              <a:rPr lang="it-IT" dirty="0" smtClean="0"/>
              <a:t>È chiaro che questi calcoli vanno effettuati almeno una volta l’anno utilizzando gli andamenti dell’anno precedente, giusto per avere un riferimento temporale abbastanza vicino.</a:t>
            </a:r>
          </a:p>
        </p:txBody>
      </p:sp>
    </p:spTree>
    <p:extLst>
      <p:ext uri="{BB962C8B-B14F-4D97-AF65-F5344CB8AC3E}">
        <p14:creationId xmlns:p14="http://schemas.microsoft.com/office/powerpoint/2010/main" val="2795303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251520" y="58614"/>
            <a:ext cx="7920880" cy="1210146"/>
          </a:xfrm>
        </p:spPr>
        <p:txBody>
          <a:bodyPr/>
          <a:lstStyle/>
          <a:p>
            <a:r>
              <a:rPr lang="it-IT" dirty="0" smtClean="0"/>
              <a:t>MAD (Medium Absolute Deviation)</a:t>
            </a:r>
            <a:br>
              <a:rPr lang="it-IT" dirty="0" smtClean="0"/>
            </a:br>
            <a:r>
              <a:rPr lang="it-IT" dirty="0" smtClean="0"/>
              <a:t>Deviazione media assoluta</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85</a:t>
            </a:fld>
            <a:endParaRPr lang="it-IT"/>
          </a:p>
        </p:txBody>
      </p:sp>
      <p:sp>
        <p:nvSpPr>
          <p:cNvPr id="5" name="CasellaDiTesto 4"/>
          <p:cNvSpPr txBox="1"/>
          <p:nvPr/>
        </p:nvSpPr>
        <p:spPr>
          <a:xfrm>
            <a:off x="107504" y="1484784"/>
            <a:ext cx="8280920" cy="1138773"/>
          </a:xfrm>
          <a:prstGeom prst="rect">
            <a:avLst/>
          </a:prstGeom>
          <a:noFill/>
        </p:spPr>
        <p:txBody>
          <a:bodyPr wrap="square" rtlCol="0">
            <a:spAutoFit/>
          </a:bodyPr>
          <a:lstStyle/>
          <a:p>
            <a:r>
              <a:rPr lang="it-IT" sz="1700" dirty="0" smtClean="0"/>
              <a:t>Esiste un metodo più semplice per calcolare </a:t>
            </a:r>
            <a:r>
              <a:rPr lang="el-GR" sz="1700" dirty="0" smtClean="0"/>
              <a:t>σ</a:t>
            </a:r>
            <a:r>
              <a:rPr lang="it-IT" sz="1700" dirty="0" smtClean="0"/>
              <a:t> e quindi la scorta di sicurezza, molto simile a quello sopra illustrato, ma meno complicato nei calcoli.</a:t>
            </a:r>
          </a:p>
          <a:p>
            <a:r>
              <a:rPr lang="it-IT" sz="1700" dirty="0" smtClean="0"/>
              <a:t>Esso implica l’uso della </a:t>
            </a:r>
            <a:r>
              <a:rPr lang="it-IT" sz="1700" b="1" dirty="0" smtClean="0"/>
              <a:t>MAD</a:t>
            </a:r>
            <a:r>
              <a:rPr lang="it-IT" sz="1700" dirty="0" smtClean="0"/>
              <a:t>, definita come la media «aritmetica» (senza segno + o -) degli scarti fra la media ed i singoli valori della grandezza che si considera.</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539" y="2774525"/>
            <a:ext cx="4947063" cy="3750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CasellaDiTesto 5"/>
          <p:cNvSpPr txBox="1"/>
          <p:nvPr/>
        </p:nvSpPr>
        <p:spPr>
          <a:xfrm>
            <a:off x="5031602" y="2780928"/>
            <a:ext cx="3356822" cy="3493264"/>
          </a:xfrm>
          <a:prstGeom prst="rect">
            <a:avLst/>
          </a:prstGeom>
          <a:noFill/>
        </p:spPr>
        <p:txBody>
          <a:bodyPr wrap="square" rtlCol="0">
            <a:spAutoFit/>
          </a:bodyPr>
          <a:lstStyle/>
          <a:p>
            <a:pPr algn="just"/>
            <a:r>
              <a:rPr lang="it-IT" sz="1700" dirty="0" smtClean="0"/>
              <a:t>In questo esempio la MAD risulterebbe </a:t>
            </a:r>
            <a:r>
              <a:rPr lang="it-IT" sz="1700" b="1" dirty="0" smtClean="0"/>
              <a:t>31,8</a:t>
            </a:r>
            <a:r>
              <a:rPr lang="it-IT" sz="1700" dirty="0" smtClean="0"/>
              <a:t> (dati ripartiti in colonna ∆ x 100)</a:t>
            </a:r>
          </a:p>
          <a:p>
            <a:pPr algn="just"/>
            <a:endParaRPr lang="it-IT" sz="1700" dirty="0"/>
          </a:p>
          <a:p>
            <a:pPr algn="just"/>
            <a:r>
              <a:rPr lang="it-IT" sz="1700" dirty="0" smtClean="0"/>
              <a:t>La statistica dice che:</a:t>
            </a:r>
          </a:p>
          <a:p>
            <a:pPr algn="just"/>
            <a:r>
              <a:rPr lang="el-GR" sz="1700" dirty="0" smtClean="0"/>
              <a:t>σ</a:t>
            </a:r>
            <a:r>
              <a:rPr lang="it-IT" sz="1700" dirty="0" smtClean="0"/>
              <a:t> = 1,25 MAD</a:t>
            </a:r>
          </a:p>
          <a:p>
            <a:pPr algn="just"/>
            <a:r>
              <a:rPr lang="it-IT" sz="1700" dirty="0" smtClean="0"/>
              <a:t>Ovvero nel nostro caso:</a:t>
            </a:r>
          </a:p>
          <a:p>
            <a:pPr algn="just"/>
            <a:r>
              <a:rPr lang="el-GR" sz="1700" dirty="0" smtClean="0"/>
              <a:t>σ</a:t>
            </a:r>
            <a:r>
              <a:rPr lang="it-IT" sz="1700" dirty="0" smtClean="0"/>
              <a:t> = 0,40</a:t>
            </a:r>
          </a:p>
          <a:p>
            <a:pPr algn="just"/>
            <a:endParaRPr lang="it-IT" sz="1700" dirty="0"/>
          </a:p>
          <a:p>
            <a:pPr algn="just"/>
            <a:r>
              <a:rPr lang="it-IT" sz="1700" dirty="0" smtClean="0"/>
              <a:t>Si ottiene la stessa situazione senza fare calcoli complicati.</a:t>
            </a:r>
          </a:p>
          <a:p>
            <a:pPr algn="just"/>
            <a:r>
              <a:rPr lang="it-IT" sz="1700" dirty="0" smtClean="0"/>
              <a:t>Una volta ottenuto </a:t>
            </a:r>
            <a:r>
              <a:rPr lang="el-GR" sz="1700" dirty="0" smtClean="0"/>
              <a:t>σ</a:t>
            </a:r>
            <a:r>
              <a:rPr lang="it-IT" sz="1700" dirty="0" smtClean="0"/>
              <a:t> si procede con il calcolo della scorta di sicurezza</a:t>
            </a:r>
            <a:endParaRPr lang="fr-FR" sz="1700" dirty="0"/>
          </a:p>
        </p:txBody>
      </p:sp>
    </p:spTree>
    <p:extLst>
      <p:ext uri="{BB962C8B-B14F-4D97-AF65-F5344CB8AC3E}">
        <p14:creationId xmlns:p14="http://schemas.microsoft.com/office/powerpoint/2010/main" val="34689732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smtClean="0"/>
              <a:t>Il caso dei magazzini multipli</a:t>
            </a:r>
            <a:endParaRPr lang="fr-FR" dirty="0"/>
          </a:p>
        </p:txBody>
      </p:sp>
      <p:sp>
        <p:nvSpPr>
          <p:cNvPr id="4" name="Segnaposto numero diapositiva 3"/>
          <p:cNvSpPr>
            <a:spLocks noGrp="1"/>
          </p:cNvSpPr>
          <p:nvPr>
            <p:ph type="sldNum" sz="quarter" idx="10"/>
          </p:nvPr>
        </p:nvSpPr>
        <p:spPr/>
        <p:txBody>
          <a:bodyPr/>
          <a:lstStyle/>
          <a:p>
            <a:fld id="{30CBDE56-E48C-48A4-B194-2EABD40F63DF}" type="slidenum">
              <a:rPr lang="it-IT" smtClean="0"/>
              <a:t>86</a:t>
            </a:fld>
            <a:endParaRPr lang="it-IT"/>
          </a:p>
        </p:txBody>
      </p:sp>
      <p:sp>
        <p:nvSpPr>
          <p:cNvPr id="5" name="CasellaDiTesto 4"/>
          <p:cNvSpPr txBox="1"/>
          <p:nvPr/>
        </p:nvSpPr>
        <p:spPr>
          <a:xfrm>
            <a:off x="251520" y="1556792"/>
            <a:ext cx="7920880" cy="3970318"/>
          </a:xfrm>
          <a:prstGeom prst="rect">
            <a:avLst/>
          </a:prstGeom>
          <a:noFill/>
        </p:spPr>
        <p:txBody>
          <a:bodyPr wrap="square" rtlCol="0">
            <a:spAutoFit/>
          </a:bodyPr>
          <a:lstStyle/>
          <a:p>
            <a:pPr algn="just"/>
            <a:r>
              <a:rPr lang="it-IT" dirty="0" smtClean="0"/>
              <a:t>In molti casi, specie nel settore della grande distribuzione (ma non solo), ci si orienta verso la costituzione di un certo numero di magazzini periferici per avere maggiore presenza sul mercato (e quindi maggiore competitività), maggiore rapidità di consegna e minori costi di trasporto.</a:t>
            </a:r>
          </a:p>
          <a:p>
            <a:pPr algn="just"/>
            <a:r>
              <a:rPr lang="it-IT" dirty="0" smtClean="0"/>
              <a:t>Quando si decidono il numero, le dimensioni, l’assortimento dei centri di distribuzione, si devono considerare i costi del terreno, degli immobili, dei trasporti, affitti ecc.</a:t>
            </a:r>
          </a:p>
          <a:p>
            <a:pPr algn="just"/>
            <a:r>
              <a:rPr lang="it-IT" dirty="0" smtClean="0"/>
              <a:t>C’è però anche da considerare il costo di tenuta scorte.</a:t>
            </a:r>
          </a:p>
          <a:p>
            <a:pPr algn="just"/>
            <a:r>
              <a:rPr lang="it-IT" dirty="0" smtClean="0"/>
              <a:t>Esiste una correlazione inversa tra il numero dei magazzini e le quantità da tenervi a scorta:</a:t>
            </a:r>
          </a:p>
          <a:p>
            <a:pPr algn="just"/>
            <a:endParaRPr lang="it-IT" dirty="0" smtClean="0"/>
          </a:p>
          <a:p>
            <a:pPr algn="just"/>
            <a:r>
              <a:rPr lang="it-IT" dirty="0" smtClean="0"/>
              <a:t>		</a:t>
            </a:r>
            <a:r>
              <a:rPr lang="it-IT" b="1" dirty="0" smtClean="0"/>
              <a:t>	SS totale (per un solo centro)</a:t>
            </a:r>
            <a:endParaRPr lang="it-IT" b="1" dirty="0"/>
          </a:p>
          <a:p>
            <a:pPr algn="just"/>
            <a:r>
              <a:rPr lang="it-IT" b="1" dirty="0" smtClean="0"/>
              <a:t>SS (per ogni centro) = </a:t>
            </a:r>
          </a:p>
          <a:p>
            <a:pPr algn="just"/>
            <a:r>
              <a:rPr lang="it-IT" dirty="0"/>
              <a:t>	</a:t>
            </a:r>
            <a:r>
              <a:rPr lang="it-IT" b="1" dirty="0" smtClean="0"/>
              <a:t>		√ numero di centri distributivi</a:t>
            </a:r>
          </a:p>
        </p:txBody>
      </p:sp>
      <p:cxnSp>
        <p:nvCxnSpPr>
          <p:cNvPr id="7" name="Connettore 1 6"/>
          <p:cNvCxnSpPr/>
          <p:nvPr/>
        </p:nvCxnSpPr>
        <p:spPr>
          <a:xfrm>
            <a:off x="2771800" y="5013176"/>
            <a:ext cx="352839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41120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numero diapositiva 3"/>
          <p:cNvSpPr>
            <a:spLocks noGrp="1"/>
          </p:cNvSpPr>
          <p:nvPr>
            <p:ph type="sldNum" sz="quarter" idx="10"/>
          </p:nvPr>
        </p:nvSpPr>
        <p:spPr/>
        <p:txBody>
          <a:bodyPr/>
          <a:lstStyle/>
          <a:p>
            <a:fld id="{30CBDE56-E48C-48A4-B194-2EABD40F63DF}" type="slidenum">
              <a:rPr lang="it-IT" smtClean="0"/>
              <a:t>87</a:t>
            </a:fld>
            <a:endParaRPr lang="it-IT"/>
          </a:p>
        </p:txBody>
      </p:sp>
      <p:sp>
        <p:nvSpPr>
          <p:cNvPr id="5" name="CasellaDiTesto 4"/>
          <p:cNvSpPr txBox="1"/>
          <p:nvPr/>
        </p:nvSpPr>
        <p:spPr>
          <a:xfrm>
            <a:off x="251520" y="116632"/>
            <a:ext cx="7920880" cy="4016484"/>
          </a:xfrm>
          <a:prstGeom prst="rect">
            <a:avLst/>
          </a:prstGeom>
          <a:noFill/>
        </p:spPr>
        <p:txBody>
          <a:bodyPr wrap="square" rtlCol="0">
            <a:spAutoFit/>
          </a:bodyPr>
          <a:lstStyle/>
          <a:p>
            <a:pPr algn="just"/>
            <a:r>
              <a:rPr lang="it-IT" sz="1700" dirty="0" smtClean="0"/>
              <a:t>Ad esempio, se un’azienda avesse uno stock di sicurezza di 200 pazzi nel suo unico magazzino e decidesse di crearne altri 15, lo stock di sicurezza da tenere in ciascun magazzino diventerebbe:</a:t>
            </a:r>
          </a:p>
          <a:p>
            <a:pPr algn="just"/>
            <a:endParaRPr lang="it-IT" sz="1700" dirty="0"/>
          </a:p>
          <a:p>
            <a:pPr algn="just"/>
            <a:r>
              <a:rPr lang="it-IT" sz="1700" b="1" dirty="0" smtClean="0"/>
              <a:t>SS= 200 / √ 12 = 50 </a:t>
            </a:r>
            <a:r>
              <a:rPr lang="it-IT" sz="1700" dirty="0" smtClean="0"/>
              <a:t>(in ogni magazzino)</a:t>
            </a:r>
          </a:p>
          <a:p>
            <a:pPr algn="just"/>
            <a:endParaRPr lang="it-IT" sz="1700" dirty="0" smtClean="0"/>
          </a:p>
          <a:p>
            <a:pPr algn="just"/>
            <a:r>
              <a:rPr lang="it-IT" sz="1700" dirty="0" smtClean="0"/>
              <a:t>Cioè il totale degli stock si sicurezza nei vari magazzini diventerebbe: </a:t>
            </a:r>
          </a:p>
          <a:p>
            <a:pPr algn="just"/>
            <a:endParaRPr lang="it-IT" sz="1700" dirty="0"/>
          </a:p>
          <a:p>
            <a:pPr algn="just"/>
            <a:r>
              <a:rPr lang="it-IT" sz="1700" b="1" dirty="0" smtClean="0"/>
              <a:t>50 x 16 = 800	il quadruplo dell’originale</a:t>
            </a:r>
          </a:p>
          <a:p>
            <a:pPr algn="just"/>
            <a:endParaRPr lang="it-IT" sz="1700" b="1" dirty="0"/>
          </a:p>
          <a:p>
            <a:pPr algn="just"/>
            <a:r>
              <a:rPr lang="it-IT" sz="1700" dirty="0" smtClean="0"/>
              <a:t>Infatti i costi unitari (per singolo magazzino) di tenuta scorte dei magazzini periferici segue la seguente legge:</a:t>
            </a:r>
          </a:p>
          <a:p>
            <a:pPr algn="just"/>
            <a:endParaRPr lang="it-IT" sz="1700" dirty="0"/>
          </a:p>
          <a:p>
            <a:pPr algn="just"/>
            <a:r>
              <a:rPr lang="it-IT" sz="1700" b="1" dirty="0" smtClean="0"/>
              <a:t>C = √ </a:t>
            </a:r>
            <a:r>
              <a:rPr lang="it-IT" sz="1700" b="1" i="1" dirty="0" smtClean="0"/>
              <a:t>n</a:t>
            </a:r>
          </a:p>
          <a:p>
            <a:pPr algn="just"/>
            <a:r>
              <a:rPr lang="it-IT" sz="1700" dirty="0" smtClean="0"/>
              <a:t>Dove </a:t>
            </a:r>
            <a:r>
              <a:rPr lang="it-IT" sz="1700" i="1" dirty="0" smtClean="0"/>
              <a:t>n</a:t>
            </a:r>
            <a:r>
              <a:rPr lang="it-IT" sz="1700" dirty="0" smtClean="0"/>
              <a:t> è il numero dei magazzini periferici</a:t>
            </a:r>
          </a:p>
        </p:txBody>
      </p:sp>
      <p:sp>
        <p:nvSpPr>
          <p:cNvPr id="6" name="CasellaDiTesto 5"/>
          <p:cNvSpPr txBox="1"/>
          <p:nvPr/>
        </p:nvSpPr>
        <p:spPr>
          <a:xfrm>
            <a:off x="251520" y="5720189"/>
            <a:ext cx="7920880" cy="877163"/>
          </a:xfrm>
          <a:prstGeom prst="rect">
            <a:avLst/>
          </a:prstGeom>
          <a:noFill/>
        </p:spPr>
        <p:txBody>
          <a:bodyPr wrap="square" rtlCol="0">
            <a:spAutoFit/>
          </a:bodyPr>
          <a:lstStyle/>
          <a:p>
            <a:pPr algn="just"/>
            <a:r>
              <a:rPr lang="it-IT" sz="1700" dirty="0" smtClean="0"/>
              <a:t>Si vede che i costi di tenuta scorte raddoppiano già passando da un magazzino centrale a 4 magazzini; ecco la ragione per cui spesso si tende più a centralizzare i centri di distribuzione piuttosto che crearne una fitta rete</a:t>
            </a:r>
            <a:endParaRPr lang="fr-FR" sz="17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239972"/>
            <a:ext cx="5904656" cy="13492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18295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08384" y="-27384"/>
            <a:ext cx="7620000" cy="1143000"/>
          </a:xfrm>
        </p:spPr>
        <p:txBody>
          <a:bodyPr vert="horz" lIns="91440" tIns="45720" rIns="91440" bIns="45720" rtlCol="0" anchor="ctr">
            <a:noAutofit/>
          </a:bodyPr>
          <a:lstStyle/>
          <a:p>
            <a:pPr algn="ctr"/>
            <a:r>
              <a:rPr lang="it-IT" sz="4000" dirty="0">
                <a:solidFill>
                  <a:schemeClr val="tx1">
                    <a:lumMod val="85000"/>
                    <a:lumOff val="15000"/>
                  </a:schemeClr>
                </a:solidFill>
                <a:effectLst>
                  <a:outerShdw blurRad="38100" dist="38100" dir="2700000" algn="tl">
                    <a:srgbClr val="000000">
                      <a:alpha val="43137"/>
                    </a:srgbClr>
                  </a:outerShdw>
                </a:effectLst>
              </a:rPr>
              <a:t>GRAZIE PER L’ATTENZIONE</a:t>
            </a:r>
          </a:p>
        </p:txBody>
      </p:sp>
      <p:sp>
        <p:nvSpPr>
          <p:cNvPr id="3" name="Segnaposto contenuto 2"/>
          <p:cNvSpPr>
            <a:spLocks noGrp="1"/>
          </p:cNvSpPr>
          <p:nvPr>
            <p:ph idx="1"/>
          </p:nvPr>
        </p:nvSpPr>
        <p:spPr>
          <a:xfrm>
            <a:off x="457200" y="2564904"/>
            <a:ext cx="7620000" cy="2764904"/>
          </a:xfrm>
        </p:spPr>
        <p:txBody>
          <a:bodyPr/>
          <a:lstStyle/>
          <a:p>
            <a:pPr marL="114300" indent="0">
              <a:buNone/>
            </a:pPr>
            <a:r>
              <a:rPr lang="it-IT" dirty="0" smtClean="0"/>
              <a:t>Contatti</a:t>
            </a:r>
          </a:p>
          <a:p>
            <a:pPr marL="514350" indent="-514350">
              <a:buNone/>
            </a:pPr>
            <a:endParaRPr lang="it-IT" dirty="0" smtClean="0">
              <a:hlinkClick r:id="rId3"/>
            </a:endParaRPr>
          </a:p>
          <a:p>
            <a:pPr marL="514350" indent="-514350">
              <a:buNone/>
            </a:pPr>
            <a:r>
              <a:rPr lang="it-IT" sz="2800" b="1" dirty="0" smtClean="0">
                <a:hlinkClick r:id="rId3"/>
              </a:rPr>
              <a:t>a.mattavelli@studio-mattavelli.com</a:t>
            </a:r>
            <a:endParaRPr lang="it-IT" sz="2800" b="1" dirty="0" smtClean="0"/>
          </a:p>
          <a:p>
            <a:pPr marL="514350" indent="-514350">
              <a:buNone/>
            </a:pPr>
            <a:endParaRPr lang="it-IT" sz="2800" b="1" dirty="0" smtClean="0">
              <a:hlinkClick r:id=""/>
            </a:endParaRPr>
          </a:p>
          <a:p>
            <a:pPr marL="514350" indent="-514350">
              <a:buNone/>
            </a:pPr>
            <a:r>
              <a:rPr lang="it-IT" sz="2800" b="1" dirty="0" smtClean="0">
                <a:hlinkClick r:id=""/>
              </a:rPr>
              <a:t>www.studio-mattavelli.com</a:t>
            </a:r>
            <a:endParaRPr lang="it-IT" dirty="0"/>
          </a:p>
        </p:txBody>
      </p:sp>
      <p:sp>
        <p:nvSpPr>
          <p:cNvPr id="4" name="Segnaposto numero diapositiva 3"/>
          <p:cNvSpPr>
            <a:spLocks noGrp="1"/>
          </p:cNvSpPr>
          <p:nvPr>
            <p:ph type="sldNum" sz="quarter" idx="10"/>
          </p:nvPr>
        </p:nvSpPr>
        <p:spPr/>
        <p:txBody>
          <a:bodyPr/>
          <a:lstStyle/>
          <a:p>
            <a:pPr>
              <a:defRPr/>
            </a:pPr>
            <a:fld id="{B02A562A-77F0-40E5-A8C2-0DCEA67E813A}" type="slidenum">
              <a:rPr lang="it-IT" smtClean="0"/>
              <a:pPr>
                <a:defRPr/>
              </a:pPr>
              <a:t>88</a:t>
            </a:fld>
            <a:endParaRPr lang="it-IT"/>
          </a:p>
        </p:txBody>
      </p:sp>
    </p:spTree>
    <p:extLst>
      <p:ext uri="{BB962C8B-B14F-4D97-AF65-F5344CB8AC3E}">
        <p14:creationId xmlns:p14="http://schemas.microsoft.com/office/powerpoint/2010/main" val="231150882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uovo tema2010">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iacente">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9B2E99503D3AD4DA2231F0D240043DD" ma:contentTypeVersion="18" ma:contentTypeDescription="Creare un nuovo documento." ma:contentTypeScope="" ma:versionID="57b8045e8abefa85dedc7991371a38b2">
  <xsd:schema xmlns:xsd="http://www.w3.org/2001/XMLSchema" xmlns:xs="http://www.w3.org/2001/XMLSchema" xmlns:p="http://schemas.microsoft.com/office/2006/metadata/properties" xmlns:ns2="77a3f60d-3740-4b8f-aea2-18b203205ead" xmlns:ns3="6c014026-a0ef-45dc-9ca9-ac355db24e99" targetNamespace="http://schemas.microsoft.com/office/2006/metadata/properties" ma:root="true" ma:fieldsID="f5ecd2ee382a35af39c71524ba84a011" ns2:_="" ns3:_="">
    <xsd:import namespace="77a3f60d-3740-4b8f-aea2-18b203205ead"/>
    <xsd:import namespace="6c014026-a0ef-45dc-9ca9-ac355db24e9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a3f60d-3740-4b8f-aea2-18b203205ea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MediaServiceOCR" ma:index="11" nillable="true" ma:displayName="MediaServiceOCR"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MediaServic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Tag immagine" ma:readOnly="false" ma:fieldId="{5cf76f15-5ced-4ddc-b409-7134ff3c332f}" ma:taxonomyMulti="true" ma:sspId="bbff36a2-fd21-4e1e-a182-03a870c089d7"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c014026-a0ef-45dc-9ca9-ac355db24e99" elementFormDefault="qualified">
    <xsd:import namespace="http://schemas.microsoft.com/office/2006/documentManagement/types"/>
    <xsd:import namespace="http://schemas.microsoft.com/office/infopath/2007/PartnerControls"/>
    <xsd:element name="SharedWithUsers" ma:index="14" nillable="true" ma:displayName="Condivis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Condiviso con dettagli" ma:internalName="SharedWithDetails" ma:readOnly="true">
      <xsd:simpleType>
        <xsd:restriction base="dms:Note">
          <xsd:maxLength value="255"/>
        </xsd:restriction>
      </xsd:simpleType>
    </xsd:element>
    <xsd:element name="TaxCatchAll" ma:index="23" nillable="true" ma:displayName="Taxonomy Catch All Column" ma:hidden="true" ma:list="{8c17ed12-4c7d-4ce0-86b8-91d9357e9166}" ma:internalName="TaxCatchAll" ma:showField="CatchAllData" ma:web="6c014026-a0ef-45dc-9ca9-ac355db24e9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6c014026-a0ef-45dc-9ca9-ac355db24e99" xsi:nil="true"/>
    <lcf76f155ced4ddcb4097134ff3c332f xmlns="77a3f60d-3740-4b8f-aea2-18b203205ea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DB84FF51-1D8E-4A86-91F0-5E8B304DB0D8}"/>
</file>

<file path=customXml/itemProps2.xml><?xml version="1.0" encoding="utf-8"?>
<ds:datastoreItem xmlns:ds="http://schemas.openxmlformats.org/officeDocument/2006/customXml" ds:itemID="{38842EBD-FFEE-4317-A222-B4D821A9FCD9}"/>
</file>

<file path=customXml/itemProps3.xml><?xml version="1.0" encoding="utf-8"?>
<ds:datastoreItem xmlns:ds="http://schemas.openxmlformats.org/officeDocument/2006/customXml" ds:itemID="{B4B7CD07-CB41-45F5-B25E-A771AF23C9C2}"/>
</file>

<file path=docProps/app.xml><?xml version="1.0" encoding="utf-8"?>
<Properties xmlns="http://schemas.openxmlformats.org/officeDocument/2006/extended-properties" xmlns:vt="http://schemas.openxmlformats.org/officeDocument/2006/docPropsVTypes">
  <Template>Corso magazzino</Template>
  <TotalTime>762</TotalTime>
  <Words>8352</Words>
  <Application>Microsoft Office PowerPoint</Application>
  <PresentationFormat>Presentazione su schermo (4:3)</PresentationFormat>
  <Paragraphs>688</Paragraphs>
  <Slides>88</Slides>
  <Notes>2</Notes>
  <HiddenSlides>0</HiddenSlides>
  <MMClips>0</MMClips>
  <ScaleCrop>false</ScaleCrop>
  <HeadingPairs>
    <vt:vector size="4" baseType="variant">
      <vt:variant>
        <vt:lpstr>Tema</vt:lpstr>
      </vt:variant>
      <vt:variant>
        <vt:i4>1</vt:i4>
      </vt:variant>
      <vt:variant>
        <vt:lpstr>Titoli diapositive</vt:lpstr>
      </vt:variant>
      <vt:variant>
        <vt:i4>88</vt:i4>
      </vt:variant>
    </vt:vector>
  </HeadingPairs>
  <TitlesOfParts>
    <vt:vector size="89" baseType="lpstr">
      <vt:lpstr>nuovo tema2010</vt:lpstr>
      <vt:lpstr>MAGAZZINO</vt:lpstr>
      <vt:lpstr>Di cosa ci occuperemo:</vt:lpstr>
      <vt:lpstr>Presentazione standard di PowerPoint</vt:lpstr>
      <vt:lpstr>Organizzazione aziendale</vt:lpstr>
      <vt:lpstr>Segnaletica</vt:lpstr>
      <vt:lpstr>Presentazione standard di PowerPoint</vt:lpstr>
      <vt:lpstr>Vie di circolazione degli autoveicoli e mezzi pesanti</vt:lpstr>
      <vt:lpstr>Piani di emergenza</vt:lpstr>
      <vt:lpstr>Vie di circolazione dei carrelli trasportatori</vt:lpstr>
      <vt:lpstr>Presentazione standard di PowerPoint</vt:lpstr>
      <vt:lpstr>Piazzali di manovra – aree di carico-scarico</vt:lpstr>
      <vt:lpstr>Mezzi di comunicazione</vt:lpstr>
      <vt:lpstr>Dispositivi di Protezione Individuale</vt:lpstr>
      <vt:lpstr>Presentazione standard di PowerPoint</vt:lpstr>
      <vt:lpstr>Le consegne di beni in conto visione</vt:lpstr>
      <vt:lpstr>Aspetti civilistici</vt:lpstr>
      <vt:lpstr>Emissione del DDT</vt:lpstr>
      <vt:lpstr>Presentazione standard di PowerPoint</vt:lpstr>
      <vt:lpstr>Presentazione standard di PowerPoint</vt:lpstr>
      <vt:lpstr>Emissione della fattura</vt:lpstr>
      <vt:lpstr>Presentazione standard di PowerPoint</vt:lpstr>
      <vt:lpstr>Eliminazione beni </vt:lpstr>
      <vt:lpstr>Iter distruzione merci</vt:lpstr>
      <vt:lpstr>Presentazione standard di PowerPoint</vt:lpstr>
      <vt:lpstr>Presentazione standard di PowerPoint</vt:lpstr>
      <vt:lpstr>Presentazione standard di PowerPoint</vt:lpstr>
      <vt:lpstr>Eliminazione beni «rifiuti»</vt:lpstr>
      <vt:lpstr>Cessione a titolo oneroso</vt:lpstr>
      <vt:lpstr>Vendite in blocco</vt:lpstr>
      <vt:lpstr>Cessioni gratuite</vt:lpstr>
      <vt:lpstr>Presentazione standard di PowerPoint</vt:lpstr>
      <vt:lpstr>La valorizzazione dei carichi e degli scarichi</vt:lpstr>
      <vt:lpstr>Valorizzazione degli scarichi</vt:lpstr>
      <vt:lpstr>Metodo del costo medio ponderato</vt:lpstr>
      <vt:lpstr>Esempio costo medio ponderato</vt:lpstr>
      <vt:lpstr>Costo medio ponderato per movimento</vt:lpstr>
      <vt:lpstr>Presentazione standard di PowerPoint</vt:lpstr>
      <vt:lpstr>Costo medio ponderato per periodo</vt:lpstr>
      <vt:lpstr>Il metodo LIFO</vt:lpstr>
      <vt:lpstr>Metodo di calcolo LIFO</vt:lpstr>
      <vt:lpstr>Esempio metodo LIFO</vt:lpstr>
      <vt:lpstr>Presentazione standard di PowerPoint</vt:lpstr>
      <vt:lpstr>Il metodo FIFO</vt:lpstr>
      <vt:lpstr>Esempio metodo FIFO</vt:lpstr>
      <vt:lpstr>Presentazione standard di PowerPoint</vt:lpstr>
      <vt:lpstr>Esame dei tre metodi</vt:lpstr>
      <vt:lpstr>Presentazione standard di PowerPoint</vt:lpstr>
      <vt:lpstr>Presentazione standard di PowerPoint</vt:lpstr>
      <vt:lpstr>La giacenza media</vt:lpstr>
      <vt:lpstr>Metodi per quantizzare le giacenze</vt:lpstr>
      <vt:lpstr>Prevedibilità e imprevedibilità</vt:lpstr>
      <vt:lpstr>Componente prevedibile</vt:lpstr>
      <vt:lpstr>Componente imprevedibile</vt:lpstr>
      <vt:lpstr>Calcolo della componente prevedibile</vt:lpstr>
      <vt:lpstr>Il lotto economico</vt:lpstr>
      <vt:lpstr>La formula di Wilson</vt:lpstr>
      <vt:lpstr>Esempio formula</vt:lpstr>
      <vt:lpstr>Costi totali</vt:lpstr>
      <vt:lpstr>Eliminazione dei costi di riordino</vt:lpstr>
      <vt:lpstr>Quantità da ordinare, costi e sconti</vt:lpstr>
      <vt:lpstr>Esempio</vt:lpstr>
      <vt:lpstr>Presentazione standard di PowerPoint</vt:lpstr>
      <vt:lpstr>Presentazione standard di PowerPoint</vt:lpstr>
      <vt:lpstr>Dimensioni del lotto e frequenza di riordino</vt:lpstr>
      <vt:lpstr>Presentazione standard di PowerPoint</vt:lpstr>
      <vt:lpstr>Presentazione standard di PowerPoint</vt:lpstr>
      <vt:lpstr>Esempi di calcolo della scorta corrente</vt:lpstr>
      <vt:lpstr>Presentazione standard di PowerPoint</vt:lpstr>
      <vt:lpstr>Componente imprevedibile: la scorta di sicurezza</vt:lpstr>
      <vt:lpstr>Scorta di sicurezza per merci in acquisto</vt:lpstr>
      <vt:lpstr>Presentazione standard di PowerPoint</vt:lpstr>
      <vt:lpstr>Presentazione standard di PowerPoint</vt:lpstr>
      <vt:lpstr>Scorta di sicurezza, livelli di rischio e livelli di servizio</vt:lpstr>
      <vt:lpstr>Presentazione standard di PowerPoint</vt:lpstr>
      <vt:lpstr>Scorta di sicurezza per merce per la vendita</vt:lpstr>
      <vt:lpstr>CASO A</vt:lpstr>
      <vt:lpstr>CASO B</vt:lpstr>
      <vt:lpstr>Presentazione standard di PowerPoint</vt:lpstr>
      <vt:lpstr>CASO C</vt:lpstr>
      <vt:lpstr>Calcolo della scorta di sicurezza avendo le previsioni di vendita</vt:lpstr>
      <vt:lpstr>Presentazione standard di PowerPoint</vt:lpstr>
      <vt:lpstr>Presentazione standard di PowerPoint</vt:lpstr>
      <vt:lpstr>Presentazione standard di PowerPoint</vt:lpstr>
      <vt:lpstr>Presentazione standard di PowerPoint</vt:lpstr>
      <vt:lpstr>MAD (Medium Absolute Deviation) Deviazione media assoluta</vt:lpstr>
      <vt:lpstr>Il caso dei magazzini multipli</vt:lpstr>
      <vt:lpstr>Presentazione standard di PowerPoint</vt:lpstr>
      <vt:lpstr>GRAZIE PER L’ATTENZIONE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Silvia Canavesi</dc:creator>
  <cp:lastModifiedBy>Silvia</cp:lastModifiedBy>
  <cp:revision>149</cp:revision>
  <cp:lastPrinted>2015-11-30T18:00:10Z</cp:lastPrinted>
  <dcterms:created xsi:type="dcterms:W3CDTF">2011-10-29T10:07:35Z</dcterms:created>
  <dcterms:modified xsi:type="dcterms:W3CDTF">2015-11-30T18:02:52Z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0x01010049B2E99503D3AD4DA2231F0D240043DD</vt:lpwstr>
  </property>
</Properties>
</file>